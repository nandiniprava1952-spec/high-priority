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docProps/app.xml" ContentType="application/vnd.openxmlformats-officedocument.extended-properties+xml"/>
  <Override PartName="/docProps/core.xml" ContentType="application/vnd.openxmlformats-package.core-properties+xml"/>
  <Override PartName="/ppt/authors.xml" ContentType="application/vnd.ms-powerpoi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Masters/slideMaster1.xml" ContentType="application/vnd.openxmlformats-officedocument.presentationml.slideMaster+xml"/>
  <Override PartName="/ppt/slideMasters/slideMaster10.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s/slide268.xml" ContentType="application/vnd.openxmlformats-officedocument.presentationml.slide+xml"/>
  <Override PartName="/ppt/slides/slide269.xml" ContentType="application/vnd.openxmlformats-officedocument.presentationml.slide+xml"/>
  <Override PartName="/ppt/slides/slide270.xml" ContentType="application/vnd.openxmlformats-officedocument.presentationml.slide+xml"/>
  <Override PartName="/ppt/slides/slide271.xml" ContentType="application/vnd.openxmlformats-officedocument.presentationml.slide+xml"/>
  <Override PartName="/ppt/slides/slide272.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10.xml" ContentType="application/vnd.openxmlformats-officedocument.theme+xml"/>
  <Override PartName="/ppt/theme/theme11.xml" ContentType="application/vnd.openxmlformats-officedocument.theme+xml"/>
  <Override PartName="/ppt/theme/theme12.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ppt/viewProps.xml" ContentType="application/vnd.openxmlformats-officedocument.presentationml.viewProps+xml"/>
  <Override PartName="/ppt/webextensions/taskpanes.xml" ContentType="application/vnd.ms-office.webextensiontaskpanes+xml"/>
  <Override PartName="/ppt/webextensions/webextension1.xml" ContentType="application/vnd.ms-office.webextension+xml"/>
</Types>
</file>

<file path=_rels/.rels><?xml version='1.0' encoding='UTF-8' standalone='yes'?>
<Relationships xmlns="http://schemas.openxmlformats.org/package/2006/relationships"><Relationship Id="rId1" Type="http://schemas.microsoft.com/office/2011/relationships/webextensiontaskpanes" Target="ppt/webextensions/taskpanes.xml"/><Relationship Id="rId2" Type="http://schemas.openxmlformats.org/officeDocument/2006/relationships/officeDocument" Target="ppt/presentation.xml"/><Relationship Id="rId3" Type="http://schemas.openxmlformats.org/package/2006/relationships/metadata/thumbnail" Target="docProps/thumbnail.jpeg"/><Relationship Id="rId4" Type="http://schemas.openxmlformats.org/package/2006/relationships/metadata/core-properties" Target="docProps/core.xml"/><Relationship Id="rId5"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99" r:id="rId1"/>
    <p:sldMasterId id="2147483717" r:id="rId2"/>
    <p:sldMasterId id="2147483729" r:id="rId3"/>
    <p:sldMasterId id="2147483745" r:id="rId4"/>
    <p:sldMasterId id="2147483748" r:id="rId5"/>
    <p:sldMasterId id="2147483766" r:id="rId6"/>
    <p:sldMasterId id="2147483790" r:id="rId7"/>
    <p:sldMasterId id="2147483808" r:id="rId8"/>
    <p:sldMasterId id="2147483821" r:id="rId9"/>
    <p:sldMasterId id="2147483833" r:id="rId10"/>
  </p:sldMasterIdLst>
  <p:notesMasterIdLst>
    <p:notesMasterId r:id="rId391"/>
  </p:notesMasterIdLst>
  <p:handoutMasterIdLst>
    <p:handoutMasterId r:id="rId392"/>
  </p:handoutMasterIdLst>
  <p:sldIdLst>
    <p:sldId id="2147470699" r:id="rId278"/>
    <p:sldId id="2147470702" r:id="rId279"/>
    <p:sldId id="2147470847" r:id="rId280"/>
    <p:sldId id="2147470704" r:id="rId281"/>
    <p:sldId id="2147470848" r:id="rId282"/>
  </p:sldIdLst>
  <p:sldSz cx="12192000" cy="6858000"/>
  <p:notesSz cx="7104063" cy="10234613"/>
  <p:custDataLst>
    <p:tags r:id="rId393"/>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97807B35-6682-E863-7CDC-BAFFABE6384C}" name="Dande Venkata Sireesha" initials="DS" userId="S::dsireesha@jhpiego.org::38427968-4704-4b19-87c8-b85b3f92401e"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33CCCC"/>
    <a:srgbClr val="EA2E52"/>
    <a:srgbClr val="EC848E"/>
    <a:srgbClr val="F3F3F3"/>
    <a:srgbClr val="EAD5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8FD4443E-F989-4FC4-A0C8-D5A2AF1F390B}" styleName="Dark Style 1 – Accent 5">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5"/>
          </a:solidFill>
        </a:fill>
      </a:tcStyle>
    </a:wholeTbl>
    <a:band1H>
      <a:tcStyle>
        <a:tcBdr/>
        <a:fill>
          <a:solidFill>
            <a:schemeClr val="accent5">
              <a:shade val="60000"/>
            </a:schemeClr>
          </a:solidFill>
        </a:fill>
      </a:tcStyle>
    </a:band1H>
    <a:band1V>
      <a:tcStyle>
        <a:tcBdr/>
        <a:fill>
          <a:solidFill>
            <a:schemeClr val="accent5">
              <a:shade val="60000"/>
            </a:schemeClr>
          </a:solidFill>
        </a:fill>
      </a:tcStyle>
    </a:band1V>
    <a:lastCol>
      <a:tcTxStyle b="on"/>
      <a:tcStyle>
        <a:tcBdr>
          <a:left>
            <a:ln w="25400" cmpd="sng">
              <a:solidFill>
                <a:schemeClr val="lt1"/>
              </a:solidFill>
            </a:ln>
          </a:left>
        </a:tcBdr>
        <a:fill>
          <a:solidFill>
            <a:schemeClr val="accent5">
              <a:shade val="60000"/>
            </a:schemeClr>
          </a:solidFill>
        </a:fill>
      </a:tcStyle>
    </a:lastCol>
    <a:firstCol>
      <a:tcTxStyle b="on"/>
      <a:tcStyle>
        <a:tcBdr>
          <a:right>
            <a:ln w="25400" cmpd="sng">
              <a:solidFill>
                <a:schemeClr val="lt1"/>
              </a:solidFill>
            </a:ln>
          </a:right>
        </a:tcBdr>
        <a:fill>
          <a:solidFill>
            <a:schemeClr val="accent5">
              <a:shade val="60000"/>
            </a:schemeClr>
          </a:solidFill>
        </a:fill>
      </a:tcStyle>
    </a:firstCol>
    <a:lastRow>
      <a:tcTxStyle b="on"/>
      <a:tcStyle>
        <a:tcBdr>
          <a:top>
            <a:ln w="25400" cmpd="sng">
              <a:solidFill>
                <a:schemeClr val="lt1"/>
              </a:solidFill>
            </a:ln>
          </a:top>
        </a:tcBdr>
        <a:fill>
          <a:solidFill>
            <a:schemeClr val="accent5">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086"/>
    <p:restoredTop sz="94656"/>
  </p:normalViewPr>
  <p:slideViewPr>
    <p:cSldViewPr snapToGrid="0">
      <p:cViewPr varScale="1">
        <p:scale>
          <a:sx n="59" d="100"/>
          <a:sy n="59" d="100"/>
        </p:scale>
        <p:origin x="996"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Master" Target="slideMasters/slideMaster3.xml"/><Relationship Id="rId4" Type="http://schemas.openxmlformats.org/officeDocument/2006/relationships/slideMaster" Target="slideMasters/slideMaster4.xml"/><Relationship Id="rId5" Type="http://schemas.openxmlformats.org/officeDocument/2006/relationships/slideMaster" Target="slideMasters/slideMaster5.xml"/><Relationship Id="rId6" Type="http://schemas.openxmlformats.org/officeDocument/2006/relationships/slideMaster" Target="slideMasters/slideMaster6.xml"/><Relationship Id="rId7" Type="http://schemas.openxmlformats.org/officeDocument/2006/relationships/slideMaster" Target="slideMasters/slideMaster7.xml"/><Relationship Id="rId8" Type="http://schemas.openxmlformats.org/officeDocument/2006/relationships/slideMaster" Target="slideMasters/slideMaster8.xml"/><Relationship Id="rId9" Type="http://schemas.openxmlformats.org/officeDocument/2006/relationships/slideMaster" Target="slideMasters/slideMaster9.xml"/><Relationship Id="rId10" Type="http://schemas.openxmlformats.org/officeDocument/2006/relationships/slideMaster" Target="slideMasters/slideMaster10.xml"/><Relationship Id="rId278" Type="http://schemas.openxmlformats.org/officeDocument/2006/relationships/slide" Target="slides/slide268.xml"/><Relationship Id="rId279" Type="http://schemas.openxmlformats.org/officeDocument/2006/relationships/slide" Target="slides/slide269.xml"/><Relationship Id="rId280" Type="http://schemas.openxmlformats.org/officeDocument/2006/relationships/slide" Target="slides/slide270.xml"/><Relationship Id="rId281" Type="http://schemas.openxmlformats.org/officeDocument/2006/relationships/slide" Target="slides/slide271.xml"/><Relationship Id="rId282" Type="http://schemas.openxmlformats.org/officeDocument/2006/relationships/slide" Target="slides/slide272.xml"/><Relationship Id="rId391" Type="http://schemas.openxmlformats.org/officeDocument/2006/relationships/notesMaster" Target="notesMasters/notesMaster1.xml"/><Relationship Id="rId392" Type="http://schemas.openxmlformats.org/officeDocument/2006/relationships/handoutMaster" Target="handoutMasters/handoutMaster1.xml"/><Relationship Id="rId393" Type="http://schemas.openxmlformats.org/officeDocument/2006/relationships/tags" Target="tags/tag1.xml"/><Relationship Id="rId394" Type="http://schemas.openxmlformats.org/officeDocument/2006/relationships/presProps" Target="presProps.xml"/><Relationship Id="rId395" Type="http://schemas.openxmlformats.org/officeDocument/2006/relationships/viewProps" Target="viewProps.xml"/><Relationship Id="rId396" Type="http://schemas.openxmlformats.org/officeDocument/2006/relationships/theme" Target="theme/theme1.xml"/><Relationship Id="rId397" Type="http://schemas.openxmlformats.org/officeDocument/2006/relationships/tableStyles" Target="tableStyles.xml"/><Relationship Id="rId398" Type="http://schemas.microsoft.com/office/2018/10/relationships/authors" Target="author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12.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D3B46732-557D-8FCF-2968-C78E8D821C18}"/>
              </a:ext>
            </a:extLst>
          </p:cNvPr>
          <p:cNvSpPr>
            <a:spLocks noGrp="1"/>
          </p:cNvSpPr>
          <p:nvPr>
            <p:ph type="hdr" sz="quarter"/>
          </p:nvPr>
        </p:nvSpPr>
        <p:spPr>
          <a:xfrm>
            <a:off x="0" y="0"/>
            <a:ext cx="3078163" cy="512763"/>
          </a:xfrm>
          <a:prstGeom prst="rect">
            <a:avLst/>
          </a:prstGeom>
        </p:spPr>
        <p:txBody>
          <a:bodyPr vert="horz" lIns="91440" tIns="45720" rIns="91440" bIns="45720" rtlCol="0"/>
          <a:lstStyle>
            <a:lvl1pPr algn="l">
              <a:defRPr sz="1200"/>
            </a:lvl1pPr>
          </a:lstStyle>
          <a:p>
            <a:endParaRPr lang="en-IN"/>
          </a:p>
        </p:txBody>
      </p:sp>
      <p:sp>
        <p:nvSpPr>
          <p:cNvPr id="3" name="Date Placeholder 2">
            <a:extLst>
              <a:ext uri="{FF2B5EF4-FFF2-40B4-BE49-F238E27FC236}">
                <a16:creationId xmlns:a16="http://schemas.microsoft.com/office/drawing/2014/main" id="{0818EABF-2835-8D70-EFD7-D1352C40097C}"/>
              </a:ext>
            </a:extLst>
          </p:cNvPr>
          <p:cNvSpPr>
            <a:spLocks noGrp="1"/>
          </p:cNvSpPr>
          <p:nvPr>
            <p:ph type="dt" sz="quarter" idx="1"/>
          </p:nvPr>
        </p:nvSpPr>
        <p:spPr>
          <a:xfrm>
            <a:off x="4024313" y="0"/>
            <a:ext cx="3078162" cy="512763"/>
          </a:xfrm>
          <a:prstGeom prst="rect">
            <a:avLst/>
          </a:prstGeom>
        </p:spPr>
        <p:txBody>
          <a:bodyPr vert="horz" lIns="91440" tIns="45720" rIns="91440" bIns="45720" rtlCol="0"/>
          <a:lstStyle>
            <a:lvl1pPr algn="r">
              <a:defRPr sz="1200"/>
            </a:lvl1pPr>
          </a:lstStyle>
          <a:p>
            <a:endParaRPr lang="en-IN"/>
          </a:p>
        </p:txBody>
      </p:sp>
      <p:sp>
        <p:nvSpPr>
          <p:cNvPr id="4" name="Footer Placeholder 3">
            <a:extLst>
              <a:ext uri="{FF2B5EF4-FFF2-40B4-BE49-F238E27FC236}">
                <a16:creationId xmlns:a16="http://schemas.microsoft.com/office/drawing/2014/main" id="{67C12733-6E4E-5DA1-F079-5AD524364E88}"/>
              </a:ext>
            </a:extLst>
          </p:cNvPr>
          <p:cNvSpPr>
            <a:spLocks noGrp="1"/>
          </p:cNvSpPr>
          <p:nvPr>
            <p:ph type="ftr" sz="quarter" idx="2"/>
          </p:nvPr>
        </p:nvSpPr>
        <p:spPr>
          <a:xfrm>
            <a:off x="0" y="9721850"/>
            <a:ext cx="3078163" cy="512763"/>
          </a:xfrm>
          <a:prstGeom prst="rect">
            <a:avLst/>
          </a:prstGeom>
        </p:spPr>
        <p:txBody>
          <a:bodyPr vert="horz" lIns="91440" tIns="45720" rIns="91440" bIns="45720" rtlCol="0" anchor="b"/>
          <a:lstStyle>
            <a:lvl1pPr algn="l">
              <a:defRPr sz="1200"/>
            </a:lvl1pPr>
          </a:lstStyle>
          <a:p>
            <a:endParaRPr lang="en-IN"/>
          </a:p>
        </p:txBody>
      </p:sp>
      <p:sp>
        <p:nvSpPr>
          <p:cNvPr id="5" name="Slide Number Placeholder 4">
            <a:extLst>
              <a:ext uri="{FF2B5EF4-FFF2-40B4-BE49-F238E27FC236}">
                <a16:creationId xmlns:a16="http://schemas.microsoft.com/office/drawing/2014/main" id="{F9CB399E-D04A-9279-C9B6-F8A6209EEACE}"/>
              </a:ext>
            </a:extLst>
          </p:cNvPr>
          <p:cNvSpPr>
            <a:spLocks noGrp="1"/>
          </p:cNvSpPr>
          <p:nvPr>
            <p:ph type="sldNum" sz="quarter" idx="3"/>
          </p:nvPr>
        </p:nvSpPr>
        <p:spPr>
          <a:xfrm>
            <a:off x="4024313" y="9721850"/>
            <a:ext cx="3078162" cy="512763"/>
          </a:xfrm>
          <a:prstGeom prst="rect">
            <a:avLst/>
          </a:prstGeom>
        </p:spPr>
        <p:txBody>
          <a:bodyPr vert="horz" lIns="91440" tIns="45720" rIns="91440" bIns="45720" rtlCol="0" anchor="b"/>
          <a:lstStyle>
            <a:lvl1pPr algn="r">
              <a:defRPr sz="1200"/>
            </a:lvl1pPr>
          </a:lstStyle>
          <a:p>
            <a:fld id="{01261D89-608A-42D6-B691-97ED446F6AAB}" type="slidenum">
              <a:rPr lang="en-IN" smtClean="0"/>
              <a:t>‹#›</a:t>
            </a:fld>
            <a:endParaRPr lang="en-IN"/>
          </a:p>
        </p:txBody>
      </p:sp>
    </p:spTree>
    <p:extLst>
      <p:ext uri="{BB962C8B-B14F-4D97-AF65-F5344CB8AC3E}">
        <p14:creationId xmlns:p14="http://schemas.microsoft.com/office/powerpoint/2010/main" val="1146960729"/>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1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1"/>
            <a:ext cx="3078427" cy="513508"/>
          </a:xfrm>
          <a:prstGeom prst="rect">
            <a:avLst/>
          </a:prstGeom>
        </p:spPr>
        <p:txBody>
          <a:bodyPr vert="horz" lIns="99075" tIns="49538" rIns="99075" bIns="49538" rtlCol="0"/>
          <a:lstStyle>
            <a:lvl1pPr algn="l">
              <a:defRPr sz="1300"/>
            </a:lvl1pPr>
          </a:lstStyle>
          <a:p>
            <a:endParaRPr lang="en-US"/>
          </a:p>
        </p:txBody>
      </p:sp>
      <p:sp>
        <p:nvSpPr>
          <p:cNvPr id="3" name="Date Placeholder 2"/>
          <p:cNvSpPr>
            <a:spLocks noGrp="1"/>
          </p:cNvSpPr>
          <p:nvPr>
            <p:ph type="dt" idx="1"/>
          </p:nvPr>
        </p:nvSpPr>
        <p:spPr>
          <a:xfrm>
            <a:off x="4023992" y="1"/>
            <a:ext cx="3078427" cy="513508"/>
          </a:xfrm>
          <a:prstGeom prst="rect">
            <a:avLst/>
          </a:prstGeom>
        </p:spPr>
        <p:txBody>
          <a:bodyPr vert="horz" lIns="99075" tIns="49538" rIns="99075" bIns="49538" rtlCol="0"/>
          <a:lstStyle>
            <a:lvl1pPr algn="r">
              <a:defRPr sz="1300"/>
            </a:lvl1pPr>
          </a:lstStyle>
          <a:p>
            <a:endParaRPr lang="en-US"/>
          </a:p>
        </p:txBody>
      </p:sp>
      <p:sp>
        <p:nvSpPr>
          <p:cNvPr id="4" name="Slide Image Placeholder 3"/>
          <p:cNvSpPr>
            <a:spLocks noGrp="1" noRot="1" noChangeAspect="1"/>
          </p:cNvSpPr>
          <p:nvPr>
            <p:ph type="sldImg" idx="2"/>
          </p:nvPr>
        </p:nvSpPr>
        <p:spPr>
          <a:xfrm>
            <a:off x="482600" y="1279525"/>
            <a:ext cx="6140450" cy="3454400"/>
          </a:xfrm>
          <a:prstGeom prst="rect">
            <a:avLst/>
          </a:prstGeom>
          <a:noFill/>
          <a:ln w="12700">
            <a:solidFill>
              <a:prstClr val="black"/>
            </a:solidFill>
          </a:ln>
        </p:spPr>
        <p:txBody>
          <a:bodyPr vert="horz" lIns="99075" tIns="49538" rIns="99075" bIns="49538" rtlCol="0" anchor="ctr"/>
          <a:lstStyle/>
          <a:p>
            <a:endParaRPr lang="en-US"/>
          </a:p>
        </p:txBody>
      </p:sp>
      <p:sp>
        <p:nvSpPr>
          <p:cNvPr id="5" name="Notes Placeholder 4"/>
          <p:cNvSpPr>
            <a:spLocks noGrp="1"/>
          </p:cNvSpPr>
          <p:nvPr>
            <p:ph type="body" sz="quarter" idx="3"/>
          </p:nvPr>
        </p:nvSpPr>
        <p:spPr>
          <a:xfrm>
            <a:off x="710407" y="4925407"/>
            <a:ext cx="5683250" cy="4029880"/>
          </a:xfrm>
          <a:prstGeom prst="rect">
            <a:avLst/>
          </a:prstGeom>
        </p:spPr>
        <p:txBody>
          <a:bodyPr vert="horz" lIns="99075" tIns="49538" rIns="99075" bIns="49538"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9721107"/>
            <a:ext cx="3078427" cy="513507"/>
          </a:xfrm>
          <a:prstGeom prst="rect">
            <a:avLst/>
          </a:prstGeom>
        </p:spPr>
        <p:txBody>
          <a:bodyPr vert="horz" lIns="99075" tIns="49538" rIns="99075" bIns="49538" rtlCol="0" anchor="b"/>
          <a:lstStyle>
            <a:lvl1pPr algn="l">
              <a:defRPr sz="1300"/>
            </a:lvl1pPr>
          </a:lstStyle>
          <a:p>
            <a:endParaRPr lang="en-US"/>
          </a:p>
        </p:txBody>
      </p:sp>
      <p:sp>
        <p:nvSpPr>
          <p:cNvPr id="7" name="Slide Number Placeholder 6"/>
          <p:cNvSpPr>
            <a:spLocks noGrp="1"/>
          </p:cNvSpPr>
          <p:nvPr>
            <p:ph type="sldNum" sz="quarter" idx="5"/>
          </p:nvPr>
        </p:nvSpPr>
        <p:spPr>
          <a:xfrm>
            <a:off x="4023992" y="9721107"/>
            <a:ext cx="3078427" cy="513507"/>
          </a:xfrm>
          <a:prstGeom prst="rect">
            <a:avLst/>
          </a:prstGeom>
        </p:spPr>
        <p:txBody>
          <a:bodyPr vert="horz" lIns="99075" tIns="49538" rIns="99075" bIns="49538" rtlCol="0" anchor="b"/>
          <a:lstStyle>
            <a:lvl1pPr algn="r">
              <a:defRPr sz="1300"/>
            </a:lvl1pPr>
          </a:lstStyle>
          <a:p>
            <a:fld id="{A2B1AF16-7E74-AB49-8480-890ED0DDDF6D}" type="slidenum">
              <a:rPr lang="en-US" smtClean="0"/>
              <a:t>‹#›</a:t>
            </a:fld>
            <a:endParaRPr lang="en-US"/>
          </a:p>
        </p:txBody>
      </p:sp>
    </p:spTree>
    <p:extLst>
      <p:ext uri="{BB962C8B-B14F-4D97-AF65-F5344CB8AC3E}">
        <p14:creationId xmlns:p14="http://schemas.microsoft.com/office/powerpoint/2010/main" val="2701743386"/>
      </p:ext>
    </p:extLst>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microsoft.com/office/2007/relationships/hdphoto" Target="../media/hdphoto1.wdp"/></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2.emf"/><Relationship Id="rId3" Type="http://schemas.openxmlformats.org/officeDocument/2006/relationships/image" Target="../media/image3.emf"/></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4.emf"/></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5.jpg"/><Relationship Id="rId3" Type="http://schemas.openxmlformats.org/officeDocument/2006/relationships/image" Target="../media/image6.png"/><Relationship Id="rId4" Type="http://schemas.openxmlformats.org/officeDocument/2006/relationships/image" Target="../media/image3.emf"/></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7.jpg"/><Relationship Id="rId3" Type="http://schemas.openxmlformats.org/officeDocument/2006/relationships/image" Target="../media/image8.emf"/><Relationship Id="rId4" Type="http://schemas.openxmlformats.org/officeDocument/2006/relationships/image" Target="../media/image6.png"/></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9.jpg"/><Relationship Id="rId3" Type="http://schemas.openxmlformats.org/officeDocument/2006/relationships/image" Target="../media/image8.emf"/><Relationship Id="rId4" Type="http://schemas.openxmlformats.org/officeDocument/2006/relationships/image" Target="../media/image6.png"/></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10.emf"/></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11.jpg"/></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8.emf"/><Relationship Id="rId3" Type="http://schemas.openxmlformats.org/officeDocument/2006/relationships/image" Target="../media/image11.jpg"/></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11.jpg"/></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12.jpg"/><Relationship Id="rId3" Type="http://schemas.openxmlformats.org/officeDocument/2006/relationships/image" Target="../media/image6.png"/></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13.jpg"/></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13.jpg"/><Relationship Id="rId3" Type="http://schemas.openxmlformats.org/officeDocument/2006/relationships/image" Target="../media/image14.emf"/></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19.png"/><Relationship Id="rId3" Type="http://schemas.openxmlformats.org/officeDocument/2006/relationships/image" Target="../media/image20.png"/></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26.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27.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28.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31.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32.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33.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34.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35.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Tree>
    <p:extLst>
      <p:ext uri="{BB962C8B-B14F-4D97-AF65-F5344CB8AC3E}">
        <p14:creationId xmlns:p14="http://schemas.microsoft.com/office/powerpoint/2010/main" val="168768600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itle 6">
            <a:extLst>
              <a:ext uri="{FF2B5EF4-FFF2-40B4-BE49-F238E27FC236}">
                <a16:creationId xmlns:a16="http://schemas.microsoft.com/office/drawing/2014/main" id="{2FADFBB3-0010-AB5C-E186-10C2783297FF}"/>
              </a:ext>
            </a:extLst>
          </p:cNvPr>
          <p:cNvSpPr>
            <a:spLocks noGrp="1"/>
          </p:cNvSpPr>
          <p:nvPr>
            <p:ph type="title"/>
          </p:nvPr>
        </p:nvSpPr>
        <p:spPr/>
        <p:txBody>
          <a:bodyPr/>
          <a:lstStyle/>
          <a:p>
            <a:r>
              <a:rPr lang="en-US"/>
              <a:t>Click to edit Master title style</a:t>
            </a:r>
            <a:endParaRPr lang="en-IN"/>
          </a:p>
        </p:txBody>
      </p:sp>
    </p:spTree>
    <p:extLst>
      <p:ext uri="{BB962C8B-B14F-4D97-AF65-F5344CB8AC3E}">
        <p14:creationId xmlns:p14="http://schemas.microsoft.com/office/powerpoint/2010/main" val="2527603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32532442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32874759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00774903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Tree>
    <p:extLst>
      <p:ext uri="{BB962C8B-B14F-4D97-AF65-F5344CB8AC3E}">
        <p14:creationId xmlns:p14="http://schemas.microsoft.com/office/powerpoint/2010/main" val="16426014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28920600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Tree>
    <p:extLst>
      <p:ext uri="{BB962C8B-B14F-4D97-AF65-F5344CB8AC3E}">
        <p14:creationId xmlns:p14="http://schemas.microsoft.com/office/powerpoint/2010/main" val="325268519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Tree>
    <p:extLst>
      <p:ext uri="{BB962C8B-B14F-4D97-AF65-F5344CB8AC3E}">
        <p14:creationId xmlns:p14="http://schemas.microsoft.com/office/powerpoint/2010/main" val="312194968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82472864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91415686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5_Title and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149262084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
        <p:nvSpPr>
          <p:cNvPr id="8" name="Rectangle 7"/>
          <p:cNvSpPr/>
          <p:nvPr userDrawn="1"/>
        </p:nvSpPr>
        <p:spPr>
          <a:xfrm rot="5400000">
            <a:off x="5638332" y="-5410667"/>
            <a:ext cx="914402" cy="1219293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31" name="Content Placeholder 30"/>
          <p:cNvSpPr>
            <a:spLocks noGrp="1"/>
          </p:cNvSpPr>
          <p:nvPr>
            <p:ph sz="quarter" idx="13"/>
          </p:nvPr>
        </p:nvSpPr>
        <p:spPr>
          <a:xfrm>
            <a:off x="365760" y="1298448"/>
            <a:ext cx="11460480" cy="4937760"/>
          </a:xfrm>
        </p:spPr>
        <p:txBody>
          <a:bodyPr/>
          <a:lstStyle>
            <a:lvl1pPr>
              <a:buClr>
                <a:srgbClr val="A9432B"/>
              </a:buClr>
              <a:defRPr>
                <a:solidFill>
                  <a:srgbClr val="000000"/>
                </a:solidFill>
              </a:defRPr>
            </a:lvl1pPr>
            <a:lvl2pPr>
              <a:buClr>
                <a:srgbClr val="A9432B"/>
              </a:buClr>
              <a:defRPr>
                <a:solidFill>
                  <a:srgbClr val="000000"/>
                </a:solidFill>
              </a:defRPr>
            </a:lvl2pPr>
            <a:lvl3pPr>
              <a:buClr>
                <a:srgbClr val="A9432B"/>
              </a:buClr>
              <a:defRPr>
                <a:solidFill>
                  <a:srgbClr val="000000"/>
                </a:solidFill>
              </a:defRPr>
            </a:lvl3pPr>
            <a:lvl4pPr>
              <a:buClr>
                <a:srgbClr val="A9432B"/>
              </a:buClr>
              <a:defRPr>
                <a:solidFill>
                  <a:srgbClr val="000000"/>
                </a:solidFill>
              </a:defRPr>
            </a:lvl4pPr>
            <a:lvl5pPr>
              <a:buClr>
                <a:srgbClr val="A9432B"/>
              </a:buClr>
              <a:defRPr>
                <a:solidFill>
                  <a:srgbClr val="000000"/>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Title Placeholder 1"/>
          <p:cNvSpPr>
            <a:spLocks noGrp="1"/>
          </p:cNvSpPr>
          <p:nvPr>
            <p:ph type="title"/>
          </p:nvPr>
        </p:nvSpPr>
        <p:spPr>
          <a:xfrm>
            <a:off x="368300" y="228602"/>
            <a:ext cx="11455400" cy="838199"/>
          </a:xfrm>
          <a:prstGeom prst="rect">
            <a:avLst/>
          </a:prstGeom>
        </p:spPr>
        <p:txBody>
          <a:bodyPr vert="horz" lIns="91440" tIns="45720" rIns="91440" bIns="45720" rtlCol="0" anchor="b" anchorCtr="0">
            <a:normAutofit/>
          </a:bodyPr>
          <a:lstStyle>
            <a:lvl1pPr algn="ctr">
              <a:defRPr b="1">
                <a:solidFill>
                  <a:srgbClr val="A9432B"/>
                </a:solidFill>
              </a:defRPr>
            </a:lvl1pPr>
          </a:lstStyle>
          <a:p>
            <a:r>
              <a:rPr lang="en-US" dirty="0"/>
              <a:t>Click to edit Master title style</a:t>
            </a:r>
          </a:p>
        </p:txBody>
      </p:sp>
    </p:spTree>
    <p:extLst>
      <p:ext uri="{BB962C8B-B14F-4D97-AF65-F5344CB8AC3E}">
        <p14:creationId xmlns:p14="http://schemas.microsoft.com/office/powerpoint/2010/main" val="337977162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2_Title and Content">
    <p:spTree>
      <p:nvGrpSpPr>
        <p:cNvPr id="1" name=""/>
        <p:cNvGrpSpPr/>
        <p:nvPr/>
      </p:nvGrpSpPr>
      <p:grpSpPr>
        <a:xfrm>
          <a:off x="0" y="0"/>
          <a:ext cx="0" cy="0"/>
          <a:chOff x="0" y="0"/>
          <a:chExt cx="0" cy="0"/>
        </a:xfrm>
      </p:grpSpPr>
      <p:sp>
        <p:nvSpPr>
          <p:cNvPr id="8" name="Rectangle 7"/>
          <p:cNvSpPr/>
          <p:nvPr userDrawn="1"/>
        </p:nvSpPr>
        <p:spPr>
          <a:xfrm rot="5400000">
            <a:off x="5638332" y="-5410667"/>
            <a:ext cx="914402" cy="1219293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31" name="Content Placeholder 30"/>
          <p:cNvSpPr>
            <a:spLocks noGrp="1"/>
          </p:cNvSpPr>
          <p:nvPr>
            <p:ph sz="quarter" idx="13"/>
          </p:nvPr>
        </p:nvSpPr>
        <p:spPr>
          <a:xfrm>
            <a:off x="365760" y="1298448"/>
            <a:ext cx="11460480" cy="4937760"/>
          </a:xfrm>
        </p:spPr>
        <p:txBody>
          <a:bodyPr/>
          <a:lstStyle>
            <a:lvl1pPr>
              <a:buClr>
                <a:srgbClr val="A9432B"/>
              </a:buClr>
              <a:defRPr>
                <a:solidFill>
                  <a:srgbClr val="000000"/>
                </a:solidFill>
              </a:defRPr>
            </a:lvl1pPr>
            <a:lvl2pPr>
              <a:buClr>
                <a:srgbClr val="A9432B"/>
              </a:buClr>
              <a:defRPr>
                <a:solidFill>
                  <a:srgbClr val="000000"/>
                </a:solidFill>
              </a:defRPr>
            </a:lvl2pPr>
            <a:lvl3pPr>
              <a:buClr>
                <a:srgbClr val="A9432B"/>
              </a:buClr>
              <a:defRPr>
                <a:solidFill>
                  <a:srgbClr val="000000"/>
                </a:solidFill>
              </a:defRPr>
            </a:lvl3pPr>
            <a:lvl4pPr>
              <a:buClr>
                <a:srgbClr val="A9432B"/>
              </a:buClr>
              <a:defRPr>
                <a:solidFill>
                  <a:srgbClr val="000000"/>
                </a:solidFill>
              </a:defRPr>
            </a:lvl4pPr>
            <a:lvl5pPr>
              <a:buClr>
                <a:srgbClr val="A9432B"/>
              </a:buClr>
              <a:defRPr>
                <a:solidFill>
                  <a:srgbClr val="000000"/>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Title Placeholder 1"/>
          <p:cNvSpPr>
            <a:spLocks noGrp="1"/>
          </p:cNvSpPr>
          <p:nvPr>
            <p:ph type="title"/>
          </p:nvPr>
        </p:nvSpPr>
        <p:spPr>
          <a:xfrm>
            <a:off x="368300" y="228601"/>
            <a:ext cx="11455400" cy="914402"/>
          </a:xfrm>
          <a:prstGeom prst="rect">
            <a:avLst/>
          </a:prstGeom>
        </p:spPr>
        <p:txBody>
          <a:bodyPr vert="horz" lIns="91440" tIns="45720" rIns="91440" bIns="45720" rtlCol="0" anchor="b" anchorCtr="0">
            <a:normAutofit/>
          </a:bodyPr>
          <a:lstStyle>
            <a:lvl1pPr algn="ctr">
              <a:defRPr b="1">
                <a:solidFill>
                  <a:srgbClr val="A9432B"/>
                </a:solidFill>
              </a:defRPr>
            </a:lvl1pPr>
          </a:lstStyle>
          <a:p>
            <a:r>
              <a:rPr lang="en-US" dirty="0"/>
              <a:t>Click to edit Master title style</a:t>
            </a:r>
          </a:p>
        </p:txBody>
      </p:sp>
    </p:spTree>
    <p:extLst>
      <p:ext uri="{BB962C8B-B14F-4D97-AF65-F5344CB8AC3E}">
        <p14:creationId xmlns:p14="http://schemas.microsoft.com/office/powerpoint/2010/main" val="41558901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cSld name="1_Two Content">
    <p:spTree>
      <p:nvGrpSpPr>
        <p:cNvPr id="1" name=""/>
        <p:cNvGrpSpPr/>
        <p:nvPr/>
      </p:nvGrpSpPr>
      <p:grpSpPr>
        <a:xfrm>
          <a:off x="0" y="0"/>
          <a:ext cx="0" cy="0"/>
          <a:chOff x="0" y="0"/>
          <a:chExt cx="0" cy="0"/>
        </a:xfrm>
      </p:grpSpPr>
      <p:sp>
        <p:nvSpPr>
          <p:cNvPr id="8" name="Rectangle 7"/>
          <p:cNvSpPr/>
          <p:nvPr userDrawn="1"/>
        </p:nvSpPr>
        <p:spPr>
          <a:xfrm rot="5400000">
            <a:off x="5638332" y="-5410667"/>
            <a:ext cx="914402" cy="1219293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sz="1800">
              <a:solidFill>
                <a:srgbClr val="A9432B"/>
              </a:solidFill>
            </a:endParaRPr>
          </a:p>
        </p:txBody>
      </p:sp>
      <p:sp>
        <p:nvSpPr>
          <p:cNvPr id="9" name="Title Placeholder 1"/>
          <p:cNvSpPr>
            <a:spLocks noGrp="1"/>
          </p:cNvSpPr>
          <p:nvPr>
            <p:ph type="title"/>
          </p:nvPr>
        </p:nvSpPr>
        <p:spPr>
          <a:xfrm>
            <a:off x="368300" y="228602"/>
            <a:ext cx="11455400" cy="838199"/>
          </a:xfrm>
          <a:prstGeom prst="rect">
            <a:avLst/>
          </a:prstGeom>
        </p:spPr>
        <p:txBody>
          <a:bodyPr vert="horz" lIns="91440" tIns="45720" rIns="91440" bIns="45720" rtlCol="0" anchor="b" anchorCtr="0">
            <a:normAutofit/>
          </a:bodyPr>
          <a:lstStyle>
            <a:lvl1pPr>
              <a:defRPr lang="en-US" b="1" dirty="0">
                <a:solidFill>
                  <a:srgbClr val="A9432B"/>
                </a:solidFill>
              </a:defRPr>
            </a:lvl1pPr>
          </a:lstStyle>
          <a:p>
            <a:pPr lvl="0" algn="ctr"/>
            <a:r>
              <a:rPr lang="en-US" dirty="0"/>
              <a:t>Click to edit Master title style</a:t>
            </a:r>
          </a:p>
        </p:txBody>
      </p:sp>
      <p:sp>
        <p:nvSpPr>
          <p:cNvPr id="12" name="Content Placeholder 11"/>
          <p:cNvSpPr>
            <a:spLocks noGrp="1"/>
          </p:cNvSpPr>
          <p:nvPr>
            <p:ph sz="quarter" idx="13"/>
          </p:nvPr>
        </p:nvSpPr>
        <p:spPr>
          <a:xfrm>
            <a:off x="368300" y="1298448"/>
            <a:ext cx="5669280" cy="4937760"/>
          </a:xfrm>
        </p:spPr>
        <p:txBody>
          <a:bodyPr>
            <a:normAutofit/>
          </a:bodyPr>
          <a:lstStyle>
            <a:lvl1pPr>
              <a:buClr>
                <a:srgbClr val="662C57"/>
              </a:buClr>
              <a:defRPr sz="2000">
                <a:solidFill>
                  <a:srgbClr val="000000"/>
                </a:solidFill>
              </a:defRPr>
            </a:lvl1pPr>
            <a:lvl2pPr>
              <a:buClr>
                <a:srgbClr val="662C57"/>
              </a:buClr>
              <a:defRPr sz="1800">
                <a:solidFill>
                  <a:srgbClr val="000000"/>
                </a:solidFill>
              </a:defRPr>
            </a:lvl2pPr>
            <a:lvl3pPr>
              <a:buClr>
                <a:srgbClr val="662C57"/>
              </a:buClr>
              <a:defRPr sz="1600">
                <a:solidFill>
                  <a:srgbClr val="000000"/>
                </a:solidFill>
              </a:defRPr>
            </a:lvl3pPr>
            <a:lvl4pPr>
              <a:buClr>
                <a:srgbClr val="662C57"/>
              </a:buClr>
              <a:defRPr sz="1600">
                <a:solidFill>
                  <a:srgbClr val="000000"/>
                </a:solidFill>
              </a:defRPr>
            </a:lvl4pPr>
            <a:lvl5pPr>
              <a:buClr>
                <a:srgbClr val="662C57"/>
              </a:buClr>
              <a:defRPr sz="1600">
                <a:solidFill>
                  <a:srgbClr val="000000"/>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Content Placeholder 11"/>
          <p:cNvSpPr>
            <a:spLocks noGrp="1"/>
          </p:cNvSpPr>
          <p:nvPr>
            <p:ph sz="quarter" idx="14"/>
          </p:nvPr>
        </p:nvSpPr>
        <p:spPr>
          <a:xfrm>
            <a:off x="6154420" y="1298448"/>
            <a:ext cx="5669280" cy="4937760"/>
          </a:xfrm>
        </p:spPr>
        <p:txBody>
          <a:bodyPr>
            <a:normAutofit/>
          </a:bodyPr>
          <a:lstStyle>
            <a:lvl1pPr>
              <a:buClr>
                <a:srgbClr val="662C57"/>
              </a:buClr>
              <a:defRPr sz="2000">
                <a:solidFill>
                  <a:srgbClr val="000000"/>
                </a:solidFill>
              </a:defRPr>
            </a:lvl1pPr>
            <a:lvl2pPr>
              <a:buClr>
                <a:srgbClr val="662C57"/>
              </a:buClr>
              <a:defRPr sz="1800">
                <a:solidFill>
                  <a:srgbClr val="000000"/>
                </a:solidFill>
              </a:defRPr>
            </a:lvl2pPr>
            <a:lvl3pPr>
              <a:buClr>
                <a:srgbClr val="662C57"/>
              </a:buClr>
              <a:defRPr sz="1600">
                <a:solidFill>
                  <a:srgbClr val="000000"/>
                </a:solidFill>
              </a:defRPr>
            </a:lvl3pPr>
            <a:lvl4pPr>
              <a:buClr>
                <a:srgbClr val="662C57"/>
              </a:buClr>
              <a:defRPr sz="1600">
                <a:solidFill>
                  <a:srgbClr val="000000"/>
                </a:solidFill>
              </a:defRPr>
            </a:lvl4pPr>
            <a:lvl5pPr>
              <a:buClr>
                <a:srgbClr val="662C57"/>
              </a:buClr>
              <a:defRPr sz="1600">
                <a:solidFill>
                  <a:srgbClr val="000000"/>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16" name="Picture 3"/>
          <p:cNvPicPr>
            <a:picLocks noChangeAspect="1" noChangeArrowheads="1"/>
          </p:cNvPicPr>
          <p:nvPr userDrawn="1"/>
        </p:nvPicPr>
        <p:blipFill rotWithShape="1">
          <a:blip r:embed="rId2" cstate="print">
            <a:duotone>
              <a:schemeClr val="bg2">
                <a:shade val="45000"/>
                <a:satMod val="135000"/>
              </a:schemeClr>
              <a:prstClr val="white"/>
            </a:duotone>
            <a:extLst>
              <a:ext uri="{BEBA8EAE-BF5A-486C-A8C5-ECC9F3942E4B}">
                <a14:imgProps xmlns:a14="http://schemas.microsoft.com/office/drawing/2010/main">
                  <a14:imgLayer r:embed="rId3">
                    <a14:imgEffect>
                      <a14:saturation sat="0"/>
                    </a14:imgEffect>
                  </a14:imgLayer>
                </a14:imgProps>
              </a:ext>
              <a:ext uri="{28A0092B-C50C-407E-A947-70E740481C1C}">
                <a14:useLocalDpi xmlns:a14="http://schemas.microsoft.com/office/drawing/2010/main" val="0"/>
              </a:ext>
            </a:extLst>
          </a:blip>
          <a:srcRect t="10951"/>
          <a:stretch/>
        </p:blipFill>
        <p:spPr bwMode="auto">
          <a:xfrm>
            <a:off x="5486400" y="1282700"/>
            <a:ext cx="914400" cy="54991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87553364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16_Title and Content">
    <p:spTree>
      <p:nvGrpSpPr>
        <p:cNvPr id="1" name=""/>
        <p:cNvGrpSpPr/>
        <p:nvPr/>
      </p:nvGrpSpPr>
      <p:grpSpPr>
        <a:xfrm>
          <a:off x="0" y="0"/>
          <a:ext cx="0" cy="0"/>
          <a:chOff x="0" y="0"/>
          <a:chExt cx="0" cy="0"/>
        </a:xfrm>
      </p:grpSpPr>
      <p:sp>
        <p:nvSpPr>
          <p:cNvPr id="8" name="Rectangle 7"/>
          <p:cNvSpPr/>
          <p:nvPr userDrawn="1"/>
        </p:nvSpPr>
        <p:spPr>
          <a:xfrm rot="5400000">
            <a:off x="5638332" y="-5410667"/>
            <a:ext cx="914402" cy="1219293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31" name="Content Placeholder 30"/>
          <p:cNvSpPr>
            <a:spLocks noGrp="1"/>
          </p:cNvSpPr>
          <p:nvPr>
            <p:ph sz="quarter" idx="13"/>
          </p:nvPr>
        </p:nvSpPr>
        <p:spPr>
          <a:xfrm>
            <a:off x="365760" y="1298448"/>
            <a:ext cx="11460480" cy="4937760"/>
          </a:xfrm>
        </p:spPr>
        <p:txBody>
          <a:bodyPr/>
          <a:lstStyle>
            <a:lvl1pPr>
              <a:buClr>
                <a:srgbClr val="A9432B"/>
              </a:buClr>
              <a:defRPr>
                <a:solidFill>
                  <a:srgbClr val="000000"/>
                </a:solidFill>
              </a:defRPr>
            </a:lvl1pPr>
            <a:lvl2pPr>
              <a:buClr>
                <a:srgbClr val="A9432B"/>
              </a:buClr>
              <a:defRPr>
                <a:solidFill>
                  <a:srgbClr val="000000"/>
                </a:solidFill>
              </a:defRPr>
            </a:lvl2pPr>
            <a:lvl3pPr>
              <a:buClr>
                <a:srgbClr val="A9432B"/>
              </a:buClr>
              <a:defRPr>
                <a:solidFill>
                  <a:srgbClr val="000000"/>
                </a:solidFill>
              </a:defRPr>
            </a:lvl3pPr>
            <a:lvl4pPr>
              <a:buClr>
                <a:srgbClr val="A9432B"/>
              </a:buClr>
              <a:defRPr>
                <a:solidFill>
                  <a:srgbClr val="000000"/>
                </a:solidFill>
              </a:defRPr>
            </a:lvl4pPr>
            <a:lvl5pPr>
              <a:buClr>
                <a:srgbClr val="A9432B"/>
              </a:buClr>
              <a:defRPr>
                <a:solidFill>
                  <a:srgbClr val="000000"/>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Title Placeholder 1"/>
          <p:cNvSpPr>
            <a:spLocks noGrp="1"/>
          </p:cNvSpPr>
          <p:nvPr>
            <p:ph type="title"/>
          </p:nvPr>
        </p:nvSpPr>
        <p:spPr>
          <a:xfrm>
            <a:off x="368300" y="228602"/>
            <a:ext cx="11455400" cy="824135"/>
          </a:xfrm>
          <a:prstGeom prst="rect">
            <a:avLst/>
          </a:prstGeom>
        </p:spPr>
        <p:txBody>
          <a:bodyPr vert="horz" lIns="91440" tIns="45720" rIns="91440" bIns="45720" rtlCol="0" anchor="b" anchorCtr="0">
            <a:normAutofit/>
          </a:bodyPr>
          <a:lstStyle>
            <a:lvl1pPr algn="ctr">
              <a:defRPr b="1">
                <a:solidFill>
                  <a:srgbClr val="A9432B"/>
                </a:solidFill>
              </a:defRPr>
            </a:lvl1pPr>
          </a:lstStyle>
          <a:p>
            <a:r>
              <a:rPr lang="en-US" dirty="0"/>
              <a:t>Click to edit Master title style</a:t>
            </a:r>
          </a:p>
        </p:txBody>
      </p:sp>
    </p:spTree>
    <p:extLst>
      <p:ext uri="{BB962C8B-B14F-4D97-AF65-F5344CB8AC3E}">
        <p14:creationId xmlns:p14="http://schemas.microsoft.com/office/powerpoint/2010/main" val="12246595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1_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99475533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978" y="2130426"/>
            <a:ext cx="7774425" cy="1470025"/>
          </a:xfrm>
        </p:spPr>
        <p:txBody>
          <a:bodyPr/>
          <a:lstStyle/>
          <a:p>
            <a:r>
              <a:rPr lang="en-US"/>
              <a:t>Click to edit Master title style</a:t>
            </a:r>
          </a:p>
        </p:txBody>
      </p:sp>
      <p:sp>
        <p:nvSpPr>
          <p:cNvPr id="3" name="Subtitle 2"/>
          <p:cNvSpPr>
            <a:spLocks noGrp="1"/>
          </p:cNvSpPr>
          <p:nvPr>
            <p:ph type="subTitle" idx="1"/>
          </p:nvPr>
        </p:nvSpPr>
        <p:spPr>
          <a:xfrm>
            <a:off x="1371957" y="3886200"/>
            <a:ext cx="6402467"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Tree>
    <p:extLst>
      <p:ext uri="{BB962C8B-B14F-4D97-AF65-F5344CB8AC3E}">
        <p14:creationId xmlns:p14="http://schemas.microsoft.com/office/powerpoint/2010/main" val="3746043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36479607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501" y="4406901"/>
            <a:ext cx="7774425"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501" y="2906713"/>
            <a:ext cx="7774425"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93301798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319" y="1600201"/>
            <a:ext cx="4039652"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9411" y="1600201"/>
            <a:ext cx="4039652"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42804526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319" y="1535113"/>
            <a:ext cx="4041240"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319" y="2174875"/>
            <a:ext cx="404124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6235" y="1535113"/>
            <a:ext cx="404282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6235" y="2174875"/>
            <a:ext cx="404282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52287880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46060386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105256387"/>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319" y="273050"/>
            <a:ext cx="3009097"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981" y="273051"/>
            <a:ext cx="5113082"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319" y="1435101"/>
            <a:ext cx="3009097"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273613045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755" y="4800600"/>
            <a:ext cx="5487829"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755" y="612775"/>
            <a:ext cx="5487829"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755" y="5367338"/>
            <a:ext cx="5487829"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343601183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916128941"/>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31127" y="274639"/>
            <a:ext cx="2057936"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319" y="274639"/>
            <a:ext cx="6021368"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00615717"/>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4163E1-6C3C-60C3-2789-C3E7E63F68A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5A84D3A4-B23F-3B2E-408D-8DF1D8B0F74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5B8080F2-B751-F031-B6FE-69EDC0E85F53}"/>
              </a:ext>
            </a:extLst>
          </p:cNvPr>
          <p:cNvSpPr>
            <a:spLocks noGrp="1"/>
          </p:cNvSpPr>
          <p:nvPr>
            <p:ph type="dt" sz="half" idx="10"/>
          </p:nvPr>
        </p:nvSpPr>
        <p:spPr/>
        <p:txBody>
          <a:bodyPr/>
          <a:lstStyle/>
          <a:p>
            <a:endParaRPr lang="en-IN"/>
          </a:p>
        </p:txBody>
      </p:sp>
      <p:sp>
        <p:nvSpPr>
          <p:cNvPr id="5" name="Footer Placeholder 4">
            <a:extLst>
              <a:ext uri="{FF2B5EF4-FFF2-40B4-BE49-F238E27FC236}">
                <a16:creationId xmlns:a16="http://schemas.microsoft.com/office/drawing/2014/main" id="{472B9BBD-9BBB-25A7-41D5-DCCA4205479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D278240-920C-58B3-614A-1F302EDC7D0E}"/>
              </a:ext>
            </a:extLst>
          </p:cNvPr>
          <p:cNvSpPr>
            <a:spLocks noGrp="1"/>
          </p:cNvSpPr>
          <p:nvPr>
            <p:ph type="sldNum" sz="quarter" idx="12"/>
          </p:nvPr>
        </p:nvSpPr>
        <p:spPr/>
        <p:txBody>
          <a:bodyPr/>
          <a:lstStyle/>
          <a:p>
            <a:fld id="{5FA026B6-5CDD-4028-AFCB-F4401504FF31}" type="slidenum">
              <a:rPr lang="en-IN" smtClean="0"/>
              <a:t>‹#›</a:t>
            </a:fld>
            <a:endParaRPr lang="en-IN"/>
          </a:p>
        </p:txBody>
      </p:sp>
    </p:spTree>
    <p:extLst>
      <p:ext uri="{BB962C8B-B14F-4D97-AF65-F5344CB8AC3E}">
        <p14:creationId xmlns:p14="http://schemas.microsoft.com/office/powerpoint/2010/main" val="2982528740"/>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B15C77-9BC2-B192-4B16-4E9B70C05EE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4431B5D8-2228-37F5-E92F-100658DC4A1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extLst>
      <p:ext uri="{BB962C8B-B14F-4D97-AF65-F5344CB8AC3E}">
        <p14:creationId xmlns:p14="http://schemas.microsoft.com/office/powerpoint/2010/main" val="2442474968"/>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0E142B-386B-1737-E9C6-FAEC38AD551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C89A76D0-7FA6-0F67-38CC-9AE4009EE634}"/>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Tree>
    <p:extLst>
      <p:ext uri="{BB962C8B-B14F-4D97-AF65-F5344CB8AC3E}">
        <p14:creationId xmlns:p14="http://schemas.microsoft.com/office/powerpoint/2010/main" val="1819203393"/>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57F155-3AC9-74B8-182F-F78DE7AC5DB0}"/>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863F9265-2FFD-0FDE-7AB6-CA2C2424655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240C91D0-81F3-C1DE-D627-0F15E6AA3BA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extLst>
      <p:ext uri="{BB962C8B-B14F-4D97-AF65-F5344CB8AC3E}">
        <p14:creationId xmlns:p14="http://schemas.microsoft.com/office/powerpoint/2010/main" val="3301709542"/>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1D3BD0-D992-87FA-F121-40EF7F15E717}"/>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0E1B9A1E-8425-AAAC-A4EF-5C14EDE7523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AF33098-65DF-716A-4270-8B037B243E9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CCCAF85E-7457-56FC-7CCA-E5FA3279BF1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87F51DF-B01D-B7B2-73C0-3B32809E30B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extLst>
      <p:ext uri="{BB962C8B-B14F-4D97-AF65-F5344CB8AC3E}">
        <p14:creationId xmlns:p14="http://schemas.microsoft.com/office/powerpoint/2010/main" val="3544871080"/>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18ECCF-340C-CD3E-C2D5-8749FDE8D103}"/>
              </a:ext>
            </a:extLst>
          </p:cNvPr>
          <p:cNvSpPr>
            <a:spLocks noGrp="1"/>
          </p:cNvSpPr>
          <p:nvPr>
            <p:ph type="title"/>
          </p:nvPr>
        </p:nvSpPr>
        <p:spPr/>
        <p:txBody>
          <a:bodyPr/>
          <a:lstStyle/>
          <a:p>
            <a:r>
              <a:rPr lang="en-US"/>
              <a:t>Click to edit Master title style</a:t>
            </a:r>
            <a:endParaRPr lang="en-IN"/>
          </a:p>
        </p:txBody>
      </p:sp>
    </p:spTree>
    <p:extLst>
      <p:ext uri="{BB962C8B-B14F-4D97-AF65-F5344CB8AC3E}">
        <p14:creationId xmlns:p14="http://schemas.microsoft.com/office/powerpoint/2010/main" val="2813264735"/>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820939336"/>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3E076A-4A60-1EF6-18EF-0CC70C4B076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FF7E987A-C2F5-3E87-0B70-97263EDE0F6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45BAEAAC-A628-9B86-3D98-5544703872A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Tree>
    <p:extLst>
      <p:ext uri="{BB962C8B-B14F-4D97-AF65-F5344CB8AC3E}">
        <p14:creationId xmlns:p14="http://schemas.microsoft.com/office/powerpoint/2010/main" val="119973750"/>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92FB26-0933-6834-6FB9-FFB7D9CDA4E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460292AD-78E9-3F9E-1AF3-9880D1B9F9B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F5EF03C5-C56C-38EC-872B-1FD90EA6403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Tree>
    <p:extLst>
      <p:ext uri="{BB962C8B-B14F-4D97-AF65-F5344CB8AC3E}">
        <p14:creationId xmlns:p14="http://schemas.microsoft.com/office/powerpoint/2010/main" val="1865332802"/>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36CEA1-ED6E-34C2-B846-352AD62A0B85}"/>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07326751-8CD1-BB97-ECE4-857D87C0380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extLst>
      <p:ext uri="{BB962C8B-B14F-4D97-AF65-F5344CB8AC3E}">
        <p14:creationId xmlns:p14="http://schemas.microsoft.com/office/powerpoint/2010/main" val="3183398604"/>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9DF36A2-1BA2-312B-1F1B-B56756E60982}"/>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209E123B-8F1C-5AF7-49CC-E82E7B509C1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extLst>
      <p:ext uri="{BB962C8B-B14F-4D97-AF65-F5344CB8AC3E}">
        <p14:creationId xmlns:p14="http://schemas.microsoft.com/office/powerpoint/2010/main" val="306660368"/>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p>
            <a:r>
              <a:rPr lang="en-US"/>
              <a:t>Click to edit Master title style</a:t>
            </a:r>
            <a:endParaRPr lang="en-IN"/>
          </a:p>
        </p:txBody>
      </p:sp>
      <p:sp>
        <p:nvSpPr>
          <p:cNvPr id="3" name="Text Placeholder 2"/>
          <p:cNvSpPr>
            <a:spLocks noGrp="1"/>
          </p:cNvSpPr>
          <p:nvPr>
            <p:ph type="body" sz="half" idx="1"/>
          </p:nvPr>
        </p:nvSpPr>
        <p:spPr>
          <a:xfrm>
            <a:off x="609600" y="1600200"/>
            <a:ext cx="5384800" cy="4495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97600" y="1600200"/>
            <a:ext cx="5384800" cy="4495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extLst>
      <p:ext uri="{BB962C8B-B14F-4D97-AF65-F5344CB8AC3E}">
        <p14:creationId xmlns:p14="http://schemas.microsoft.com/office/powerpoint/2010/main" val="387373298"/>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matchingName="Title + 1 column" type="tx">
  <p:cSld name="Title + 1 column">
    <p:spTree>
      <p:nvGrpSpPr>
        <p:cNvPr id="1" name="Shape 61"/>
        <p:cNvGrpSpPr/>
        <p:nvPr/>
      </p:nvGrpSpPr>
      <p:grpSpPr>
        <a:xfrm>
          <a:off x="0" y="0"/>
          <a:ext cx="0" cy="0"/>
          <a:chOff x="0" y="0"/>
          <a:chExt cx="0" cy="0"/>
        </a:xfrm>
      </p:grpSpPr>
      <p:grpSp>
        <p:nvGrpSpPr>
          <p:cNvPr id="2" name="Shape 62"/>
          <p:cNvGrpSpPr/>
          <p:nvPr/>
        </p:nvGrpSpPr>
        <p:grpSpPr>
          <a:xfrm>
            <a:off x="-6" y="54"/>
            <a:ext cx="9429907" cy="1769753"/>
            <a:chOff x="-4" y="40"/>
            <a:chExt cx="7072430" cy="1327315"/>
          </a:xfrm>
        </p:grpSpPr>
        <p:sp>
          <p:nvSpPr>
            <p:cNvPr id="63" name="Shape 63"/>
            <p:cNvSpPr/>
            <p:nvPr/>
          </p:nvSpPr>
          <p:spPr>
            <a:xfrm>
              <a:off x="6292649" y="126425"/>
              <a:ext cx="779700" cy="259800"/>
            </a:xfrm>
            <a:prstGeom prst="triangle">
              <a:avLst>
                <a:gd name="adj" fmla="val 32425"/>
              </a:avLst>
            </a:prstGeom>
            <a:solidFill>
              <a:srgbClr val="263248"/>
            </a:solidFill>
            <a:ln>
              <a:noFill/>
            </a:ln>
          </p:spPr>
          <p:txBody>
            <a:bodyPr spcFirstLastPara="1" wrap="square" lIns="91425" tIns="91425" rIns="91425" bIns="91425" anchor="ctr" anchorCtr="0">
              <a:noAutofit/>
            </a:bodyPr>
            <a:lstStyle/>
            <a:p>
              <a:pPr defTabSz="1219170">
                <a:buClr>
                  <a:srgbClr val="000000"/>
                </a:buClr>
                <a:buFont typeface="Arial"/>
                <a:buNone/>
              </a:pPr>
              <a:endParaRPr sz="1867" kern="0">
                <a:solidFill>
                  <a:srgbClr val="000000"/>
                </a:solidFill>
                <a:latin typeface="Arvo"/>
                <a:ea typeface="Arvo"/>
                <a:cs typeface="Arvo"/>
                <a:sym typeface="Arvo"/>
              </a:endParaRPr>
            </a:p>
          </p:txBody>
        </p:sp>
        <p:grpSp>
          <p:nvGrpSpPr>
            <p:cNvPr id="3" name="Shape 64"/>
            <p:cNvGrpSpPr/>
            <p:nvPr/>
          </p:nvGrpSpPr>
          <p:grpSpPr>
            <a:xfrm rot="10800000" flipH="1">
              <a:off x="3" y="40"/>
              <a:ext cx="6756168" cy="1327315"/>
              <a:chOff x="-2168138" y="330075"/>
              <a:chExt cx="8650663" cy="1699506"/>
            </a:xfrm>
          </p:grpSpPr>
          <p:sp>
            <p:nvSpPr>
              <p:cNvPr id="65" name="Shape 65"/>
              <p:cNvSpPr/>
              <p:nvPr/>
            </p:nvSpPr>
            <p:spPr>
              <a:xfrm>
                <a:off x="-2168138" y="330081"/>
                <a:ext cx="6958200" cy="1699500"/>
              </a:xfrm>
              <a:prstGeom prst="rect">
                <a:avLst/>
              </a:prstGeom>
              <a:solidFill>
                <a:srgbClr val="C7D3E6"/>
              </a:solidFill>
              <a:ln>
                <a:noFill/>
              </a:ln>
            </p:spPr>
            <p:txBody>
              <a:bodyPr spcFirstLastPara="1" wrap="square" lIns="91425" tIns="91425" rIns="91425" bIns="91425" anchor="ctr" anchorCtr="0">
                <a:noAutofit/>
              </a:bodyPr>
              <a:lstStyle/>
              <a:p>
                <a:pPr defTabSz="1219170">
                  <a:buClr>
                    <a:srgbClr val="000000"/>
                  </a:buClr>
                  <a:buFont typeface="Arial"/>
                  <a:buNone/>
                </a:pPr>
                <a:endParaRPr sz="1867" kern="0">
                  <a:solidFill>
                    <a:srgbClr val="000000"/>
                  </a:solidFill>
                  <a:latin typeface="Arvo"/>
                  <a:ea typeface="Arvo"/>
                  <a:cs typeface="Arvo"/>
                  <a:sym typeface="Arvo"/>
                </a:endParaRPr>
              </a:p>
            </p:txBody>
          </p:sp>
          <p:sp>
            <p:nvSpPr>
              <p:cNvPr id="66" name="Shape 66"/>
              <p:cNvSpPr/>
              <p:nvPr/>
            </p:nvSpPr>
            <p:spPr>
              <a:xfrm>
                <a:off x="4783025" y="330075"/>
                <a:ext cx="1699500" cy="1699500"/>
              </a:xfrm>
              <a:prstGeom prst="rtTriangle">
                <a:avLst/>
              </a:prstGeom>
              <a:solidFill>
                <a:srgbClr val="C7D3E6"/>
              </a:solidFill>
              <a:ln>
                <a:noFill/>
              </a:ln>
            </p:spPr>
            <p:txBody>
              <a:bodyPr spcFirstLastPara="1" wrap="square" lIns="91425" tIns="91425" rIns="91425" bIns="91425" anchor="ctr" anchorCtr="0">
                <a:noAutofit/>
              </a:bodyPr>
              <a:lstStyle/>
              <a:p>
                <a:pPr defTabSz="1219170">
                  <a:buClr>
                    <a:srgbClr val="000000"/>
                  </a:buClr>
                  <a:buFont typeface="Arial"/>
                  <a:buNone/>
                </a:pPr>
                <a:endParaRPr sz="1867" kern="0">
                  <a:solidFill>
                    <a:srgbClr val="000000"/>
                  </a:solidFill>
                  <a:latin typeface="Arvo"/>
                  <a:ea typeface="Arvo"/>
                  <a:cs typeface="Arvo"/>
                  <a:sym typeface="Arvo"/>
                </a:endParaRPr>
              </a:p>
            </p:txBody>
          </p:sp>
        </p:grpSp>
        <p:grpSp>
          <p:nvGrpSpPr>
            <p:cNvPr id="4" name="Shape 67"/>
            <p:cNvGrpSpPr/>
            <p:nvPr/>
          </p:nvGrpSpPr>
          <p:grpSpPr>
            <a:xfrm rot="10800000" flipH="1">
              <a:off x="-4" y="381007"/>
              <a:ext cx="7072430" cy="771744"/>
              <a:chOff x="-9092084" y="330075"/>
              <a:chExt cx="15574609" cy="1699501"/>
            </a:xfrm>
          </p:grpSpPr>
          <p:sp>
            <p:nvSpPr>
              <p:cNvPr id="68" name="Shape 68"/>
              <p:cNvSpPr/>
              <p:nvPr/>
            </p:nvSpPr>
            <p:spPr>
              <a:xfrm>
                <a:off x="-9092084" y="330076"/>
                <a:ext cx="13882200" cy="1699500"/>
              </a:xfrm>
              <a:prstGeom prst="rect">
                <a:avLst/>
              </a:prstGeom>
              <a:solidFill>
                <a:srgbClr val="3F5378"/>
              </a:solidFill>
              <a:ln>
                <a:noFill/>
              </a:ln>
            </p:spPr>
            <p:txBody>
              <a:bodyPr spcFirstLastPara="1" wrap="square" lIns="91425" tIns="91425" rIns="91425" bIns="91425" anchor="ctr" anchorCtr="0">
                <a:noAutofit/>
              </a:bodyPr>
              <a:lstStyle/>
              <a:p>
                <a:pPr defTabSz="1219170">
                  <a:buClr>
                    <a:srgbClr val="000000"/>
                  </a:buClr>
                  <a:buFont typeface="Arial"/>
                  <a:buNone/>
                </a:pPr>
                <a:endParaRPr sz="1867" kern="0">
                  <a:solidFill>
                    <a:srgbClr val="000000"/>
                  </a:solidFill>
                  <a:latin typeface="Arvo"/>
                  <a:ea typeface="Arvo"/>
                  <a:cs typeface="Arvo"/>
                  <a:sym typeface="Arvo"/>
                </a:endParaRPr>
              </a:p>
            </p:txBody>
          </p:sp>
          <p:sp>
            <p:nvSpPr>
              <p:cNvPr id="69" name="Shape 69"/>
              <p:cNvSpPr/>
              <p:nvPr/>
            </p:nvSpPr>
            <p:spPr>
              <a:xfrm>
                <a:off x="4783025" y="330075"/>
                <a:ext cx="1699500" cy="1699500"/>
              </a:xfrm>
              <a:prstGeom prst="rtTriangle">
                <a:avLst/>
              </a:prstGeom>
              <a:solidFill>
                <a:srgbClr val="3F5378"/>
              </a:solidFill>
              <a:ln>
                <a:noFill/>
              </a:ln>
            </p:spPr>
            <p:txBody>
              <a:bodyPr spcFirstLastPara="1" wrap="square" lIns="91425" tIns="91425" rIns="91425" bIns="91425" anchor="ctr" anchorCtr="0">
                <a:noAutofit/>
              </a:bodyPr>
              <a:lstStyle/>
              <a:p>
                <a:pPr defTabSz="1219170">
                  <a:buClr>
                    <a:srgbClr val="000000"/>
                  </a:buClr>
                  <a:buFont typeface="Arial"/>
                  <a:buNone/>
                </a:pPr>
                <a:endParaRPr sz="1867" kern="0">
                  <a:solidFill>
                    <a:srgbClr val="000000"/>
                  </a:solidFill>
                  <a:latin typeface="Arvo"/>
                  <a:ea typeface="Arvo"/>
                  <a:cs typeface="Arvo"/>
                  <a:sym typeface="Arvo"/>
                </a:endParaRPr>
              </a:p>
            </p:txBody>
          </p:sp>
        </p:grpSp>
      </p:grpSp>
      <p:grpSp>
        <p:nvGrpSpPr>
          <p:cNvPr id="5" name="Shape 70"/>
          <p:cNvGrpSpPr/>
          <p:nvPr/>
        </p:nvGrpSpPr>
        <p:grpSpPr>
          <a:xfrm>
            <a:off x="9262456" y="5963632"/>
            <a:ext cx="2937107" cy="894393"/>
            <a:chOff x="5575242" y="4472723"/>
            <a:chExt cx="2202830" cy="670795"/>
          </a:xfrm>
        </p:grpSpPr>
        <p:sp>
          <p:nvSpPr>
            <p:cNvPr id="71" name="Shape 71"/>
            <p:cNvSpPr/>
            <p:nvPr/>
          </p:nvSpPr>
          <p:spPr>
            <a:xfrm rot="10800000">
              <a:off x="5575242" y="4948334"/>
              <a:ext cx="394200" cy="131400"/>
            </a:xfrm>
            <a:prstGeom prst="triangle">
              <a:avLst>
                <a:gd name="adj" fmla="val 32425"/>
              </a:avLst>
            </a:prstGeom>
            <a:solidFill>
              <a:srgbClr val="D26F00"/>
            </a:solidFill>
            <a:ln>
              <a:noFill/>
            </a:ln>
          </p:spPr>
          <p:txBody>
            <a:bodyPr spcFirstLastPara="1" wrap="square" lIns="91425" tIns="91425" rIns="91425" bIns="91425" anchor="ctr" anchorCtr="0">
              <a:noAutofit/>
            </a:bodyPr>
            <a:lstStyle/>
            <a:p>
              <a:pPr defTabSz="1219170">
                <a:buClr>
                  <a:srgbClr val="000000"/>
                </a:buClr>
                <a:buFont typeface="Arial"/>
                <a:buNone/>
              </a:pPr>
              <a:endParaRPr sz="1867" kern="0">
                <a:solidFill>
                  <a:srgbClr val="000000"/>
                </a:solidFill>
                <a:cs typeface="Arial"/>
                <a:sym typeface="Arial"/>
              </a:endParaRPr>
            </a:p>
          </p:txBody>
        </p:sp>
        <p:grpSp>
          <p:nvGrpSpPr>
            <p:cNvPr id="6" name="Shape 72"/>
            <p:cNvGrpSpPr/>
            <p:nvPr/>
          </p:nvGrpSpPr>
          <p:grpSpPr>
            <a:xfrm flipH="1">
              <a:off x="5734850" y="4472723"/>
              <a:ext cx="2040837" cy="670795"/>
              <a:chOff x="1297954" y="330075"/>
              <a:chExt cx="5169293" cy="1699506"/>
            </a:xfrm>
          </p:grpSpPr>
          <p:sp>
            <p:nvSpPr>
              <p:cNvPr id="73" name="Shape 73"/>
              <p:cNvSpPr/>
              <p:nvPr/>
            </p:nvSpPr>
            <p:spPr>
              <a:xfrm>
                <a:off x="1297954" y="330081"/>
                <a:ext cx="3476700" cy="1699500"/>
              </a:xfrm>
              <a:prstGeom prst="rect">
                <a:avLst/>
              </a:prstGeom>
              <a:solidFill>
                <a:srgbClr val="C7D3E6"/>
              </a:solidFill>
              <a:ln>
                <a:noFill/>
              </a:ln>
            </p:spPr>
            <p:txBody>
              <a:bodyPr spcFirstLastPara="1" wrap="square" lIns="91425" tIns="91425" rIns="91425" bIns="91425" anchor="ctr" anchorCtr="0">
                <a:noAutofit/>
              </a:bodyPr>
              <a:lstStyle/>
              <a:p>
                <a:pPr defTabSz="1219170">
                  <a:buClr>
                    <a:srgbClr val="000000"/>
                  </a:buClr>
                  <a:buFont typeface="Arial"/>
                  <a:buNone/>
                </a:pPr>
                <a:endParaRPr sz="1867" kern="0">
                  <a:solidFill>
                    <a:srgbClr val="000000"/>
                  </a:solidFill>
                  <a:cs typeface="Arial"/>
                  <a:sym typeface="Arial"/>
                </a:endParaRPr>
              </a:p>
            </p:txBody>
          </p:sp>
          <p:sp>
            <p:nvSpPr>
              <p:cNvPr id="74" name="Shape 74"/>
              <p:cNvSpPr/>
              <p:nvPr/>
            </p:nvSpPr>
            <p:spPr>
              <a:xfrm>
                <a:off x="4767747" y="330075"/>
                <a:ext cx="1699500" cy="1699500"/>
              </a:xfrm>
              <a:prstGeom prst="rtTriangle">
                <a:avLst/>
              </a:prstGeom>
              <a:solidFill>
                <a:srgbClr val="C7D3E6"/>
              </a:solidFill>
              <a:ln>
                <a:noFill/>
              </a:ln>
            </p:spPr>
            <p:txBody>
              <a:bodyPr spcFirstLastPara="1" wrap="square" lIns="91425" tIns="91425" rIns="91425" bIns="91425" anchor="ctr" anchorCtr="0">
                <a:noAutofit/>
              </a:bodyPr>
              <a:lstStyle/>
              <a:p>
                <a:pPr defTabSz="1219170">
                  <a:buClr>
                    <a:srgbClr val="000000"/>
                  </a:buClr>
                  <a:buFont typeface="Arial"/>
                  <a:buNone/>
                </a:pPr>
                <a:endParaRPr sz="1867" kern="0">
                  <a:solidFill>
                    <a:srgbClr val="000000"/>
                  </a:solidFill>
                  <a:cs typeface="Arial"/>
                  <a:sym typeface="Arial"/>
                </a:endParaRPr>
              </a:p>
            </p:txBody>
          </p:sp>
        </p:grpSp>
        <p:grpSp>
          <p:nvGrpSpPr>
            <p:cNvPr id="7" name="Shape 75"/>
            <p:cNvGrpSpPr/>
            <p:nvPr/>
          </p:nvGrpSpPr>
          <p:grpSpPr>
            <a:xfrm flipH="1">
              <a:off x="5578209" y="4646738"/>
              <a:ext cx="2199863" cy="304563"/>
              <a:chOff x="-5827153" y="330075"/>
              <a:chExt cx="12276019" cy="1699569"/>
            </a:xfrm>
          </p:grpSpPr>
          <p:sp>
            <p:nvSpPr>
              <p:cNvPr id="76" name="Shape 76"/>
              <p:cNvSpPr/>
              <p:nvPr/>
            </p:nvSpPr>
            <p:spPr>
              <a:xfrm>
                <a:off x="-5827153" y="330144"/>
                <a:ext cx="10612200" cy="1699500"/>
              </a:xfrm>
              <a:prstGeom prst="rect">
                <a:avLst/>
              </a:prstGeom>
              <a:solidFill>
                <a:srgbClr val="FF9800"/>
              </a:solidFill>
              <a:ln>
                <a:noFill/>
              </a:ln>
            </p:spPr>
            <p:txBody>
              <a:bodyPr spcFirstLastPara="1" wrap="square" lIns="91425" tIns="91425" rIns="91425" bIns="91425" anchor="ctr" anchorCtr="0">
                <a:noAutofit/>
              </a:bodyPr>
              <a:lstStyle/>
              <a:p>
                <a:pPr defTabSz="1219170">
                  <a:buClr>
                    <a:srgbClr val="000000"/>
                  </a:buClr>
                  <a:buFont typeface="Arial"/>
                  <a:buNone/>
                </a:pPr>
                <a:endParaRPr sz="1867" kern="0">
                  <a:solidFill>
                    <a:srgbClr val="000000"/>
                  </a:solidFill>
                  <a:cs typeface="Arial"/>
                  <a:sym typeface="Arial"/>
                </a:endParaRPr>
              </a:p>
            </p:txBody>
          </p:sp>
          <p:sp>
            <p:nvSpPr>
              <p:cNvPr id="77" name="Shape 77"/>
              <p:cNvSpPr/>
              <p:nvPr/>
            </p:nvSpPr>
            <p:spPr>
              <a:xfrm>
                <a:off x="4749366" y="330075"/>
                <a:ext cx="1699500" cy="1699500"/>
              </a:xfrm>
              <a:prstGeom prst="rtTriangle">
                <a:avLst/>
              </a:prstGeom>
              <a:solidFill>
                <a:srgbClr val="FF9800"/>
              </a:solidFill>
              <a:ln>
                <a:noFill/>
              </a:ln>
            </p:spPr>
            <p:txBody>
              <a:bodyPr spcFirstLastPara="1" wrap="square" lIns="91425" tIns="91425" rIns="91425" bIns="91425" anchor="ctr" anchorCtr="0">
                <a:noAutofit/>
              </a:bodyPr>
              <a:lstStyle/>
              <a:p>
                <a:pPr defTabSz="1219170">
                  <a:buClr>
                    <a:srgbClr val="000000"/>
                  </a:buClr>
                  <a:buFont typeface="Arial"/>
                  <a:buNone/>
                </a:pPr>
                <a:endParaRPr sz="1867" kern="0">
                  <a:solidFill>
                    <a:srgbClr val="000000"/>
                  </a:solidFill>
                  <a:cs typeface="Arial"/>
                  <a:sym typeface="Arial"/>
                </a:endParaRPr>
              </a:p>
            </p:txBody>
          </p:sp>
        </p:grpSp>
      </p:grpSp>
      <p:sp>
        <p:nvSpPr>
          <p:cNvPr id="78" name="Shape 78"/>
          <p:cNvSpPr txBox="1">
            <a:spLocks noGrp="1"/>
          </p:cNvSpPr>
          <p:nvPr>
            <p:ph type="title"/>
          </p:nvPr>
        </p:nvSpPr>
        <p:spPr>
          <a:xfrm>
            <a:off x="1085700" y="523433"/>
            <a:ext cx="7323200" cy="1021600"/>
          </a:xfrm>
          <a:prstGeom prst="rect">
            <a:avLst/>
          </a:prstGeom>
        </p:spPr>
        <p:txBody>
          <a:bodyPr spcFirstLastPara="1" wrap="square" lIns="91425" tIns="91425" rIns="91425" bIns="91425" anchor="ctr" anchorCtr="0"/>
          <a:lstStyle>
            <a:lvl1pPr lvl="0">
              <a:spcBef>
                <a:spcPts val="0"/>
              </a:spcBef>
              <a:spcAft>
                <a:spcPts val="0"/>
              </a:spcAft>
              <a:buSzPts val="2000"/>
              <a:buNone/>
              <a:defRPr/>
            </a:lvl1pPr>
            <a:lvl2pPr lvl="1">
              <a:spcBef>
                <a:spcPts val="0"/>
              </a:spcBef>
              <a:spcAft>
                <a:spcPts val="0"/>
              </a:spcAft>
              <a:buSzPts val="2000"/>
              <a:buNone/>
              <a:defRPr/>
            </a:lvl2pPr>
            <a:lvl3pPr lvl="2">
              <a:spcBef>
                <a:spcPts val="0"/>
              </a:spcBef>
              <a:spcAft>
                <a:spcPts val="0"/>
              </a:spcAft>
              <a:buSzPts val="2000"/>
              <a:buNone/>
              <a:defRPr/>
            </a:lvl3pPr>
            <a:lvl4pPr lvl="3">
              <a:spcBef>
                <a:spcPts val="0"/>
              </a:spcBef>
              <a:spcAft>
                <a:spcPts val="0"/>
              </a:spcAft>
              <a:buSzPts val="2000"/>
              <a:buNone/>
              <a:defRPr/>
            </a:lvl4pPr>
            <a:lvl5pPr lvl="4">
              <a:spcBef>
                <a:spcPts val="0"/>
              </a:spcBef>
              <a:spcAft>
                <a:spcPts val="0"/>
              </a:spcAft>
              <a:buSzPts val="2000"/>
              <a:buNone/>
              <a:defRPr/>
            </a:lvl5pPr>
            <a:lvl6pPr lvl="5">
              <a:spcBef>
                <a:spcPts val="0"/>
              </a:spcBef>
              <a:spcAft>
                <a:spcPts val="0"/>
              </a:spcAft>
              <a:buSzPts val="2000"/>
              <a:buNone/>
              <a:defRPr/>
            </a:lvl6pPr>
            <a:lvl7pPr lvl="6">
              <a:spcBef>
                <a:spcPts val="0"/>
              </a:spcBef>
              <a:spcAft>
                <a:spcPts val="0"/>
              </a:spcAft>
              <a:buSzPts val="2000"/>
              <a:buNone/>
              <a:defRPr/>
            </a:lvl7pPr>
            <a:lvl8pPr lvl="7">
              <a:spcBef>
                <a:spcPts val="0"/>
              </a:spcBef>
              <a:spcAft>
                <a:spcPts val="0"/>
              </a:spcAft>
              <a:buSzPts val="2000"/>
              <a:buNone/>
              <a:defRPr/>
            </a:lvl8pPr>
            <a:lvl9pPr lvl="8">
              <a:spcBef>
                <a:spcPts val="0"/>
              </a:spcBef>
              <a:spcAft>
                <a:spcPts val="0"/>
              </a:spcAft>
              <a:buSzPts val="2000"/>
              <a:buNone/>
              <a:defRPr/>
            </a:lvl9pPr>
          </a:lstStyle>
          <a:p>
            <a:endParaRPr/>
          </a:p>
        </p:txBody>
      </p:sp>
      <p:sp>
        <p:nvSpPr>
          <p:cNvPr id="79" name="Shape 79"/>
          <p:cNvSpPr txBox="1">
            <a:spLocks noGrp="1"/>
          </p:cNvSpPr>
          <p:nvPr>
            <p:ph type="body" idx="1"/>
          </p:nvPr>
        </p:nvSpPr>
        <p:spPr>
          <a:xfrm>
            <a:off x="1085700" y="1769800"/>
            <a:ext cx="8176800" cy="4194000"/>
          </a:xfrm>
          <a:prstGeom prst="rect">
            <a:avLst/>
          </a:prstGeom>
        </p:spPr>
        <p:txBody>
          <a:bodyPr spcFirstLastPara="1" wrap="square" lIns="91425" tIns="91425" rIns="91425" bIns="91425" anchor="ctr" anchorCtr="0"/>
          <a:lstStyle>
            <a:lvl1pPr marL="609585" lvl="0" indent="-507987">
              <a:spcBef>
                <a:spcPts val="800"/>
              </a:spcBef>
              <a:spcAft>
                <a:spcPts val="0"/>
              </a:spcAft>
              <a:buSzPts val="2400"/>
              <a:buChar char="▰"/>
              <a:defRPr/>
            </a:lvl1pPr>
            <a:lvl2pPr marL="1219170" lvl="1" indent="-507987">
              <a:spcBef>
                <a:spcPts val="1333"/>
              </a:spcBef>
              <a:spcAft>
                <a:spcPts val="0"/>
              </a:spcAft>
              <a:buSzPts val="2400"/>
              <a:buChar char="▻"/>
              <a:defRPr/>
            </a:lvl2pPr>
            <a:lvl3pPr marL="1828754" lvl="2" indent="-507987">
              <a:spcBef>
                <a:spcPts val="1333"/>
              </a:spcBef>
              <a:spcAft>
                <a:spcPts val="0"/>
              </a:spcAft>
              <a:buSzPts val="2400"/>
              <a:buChar char="▻"/>
              <a:defRPr/>
            </a:lvl3pPr>
            <a:lvl4pPr marL="2438339" lvl="3" indent="-507987">
              <a:spcBef>
                <a:spcPts val="1333"/>
              </a:spcBef>
              <a:spcAft>
                <a:spcPts val="0"/>
              </a:spcAft>
              <a:buSzPts val="2400"/>
              <a:buChar char="▻"/>
              <a:defRPr/>
            </a:lvl4pPr>
            <a:lvl5pPr marL="3047924" lvl="4" indent="-507987">
              <a:spcBef>
                <a:spcPts val="1333"/>
              </a:spcBef>
              <a:spcAft>
                <a:spcPts val="0"/>
              </a:spcAft>
              <a:buSzPts val="2400"/>
              <a:buChar char="▻"/>
              <a:defRPr/>
            </a:lvl5pPr>
            <a:lvl6pPr marL="3657509" lvl="5" indent="-507987">
              <a:spcBef>
                <a:spcPts val="1333"/>
              </a:spcBef>
              <a:spcAft>
                <a:spcPts val="0"/>
              </a:spcAft>
              <a:buSzPts val="2400"/>
              <a:buChar char="▻"/>
              <a:defRPr/>
            </a:lvl6pPr>
            <a:lvl7pPr marL="4267093" lvl="6" indent="-507987">
              <a:spcBef>
                <a:spcPts val="1333"/>
              </a:spcBef>
              <a:spcAft>
                <a:spcPts val="0"/>
              </a:spcAft>
              <a:buSzPts val="2400"/>
              <a:buChar char="▻"/>
              <a:defRPr/>
            </a:lvl7pPr>
            <a:lvl8pPr marL="4876678" lvl="7" indent="-507987">
              <a:spcBef>
                <a:spcPts val="1333"/>
              </a:spcBef>
              <a:spcAft>
                <a:spcPts val="0"/>
              </a:spcAft>
              <a:buSzPts val="2400"/>
              <a:buChar char="▻"/>
              <a:defRPr/>
            </a:lvl8pPr>
            <a:lvl9pPr marL="5486263" lvl="8" indent="-507987">
              <a:spcBef>
                <a:spcPts val="1333"/>
              </a:spcBef>
              <a:spcAft>
                <a:spcPts val="1333"/>
              </a:spcAft>
              <a:buSzPts val="2400"/>
              <a:buChar char="▻"/>
              <a:defRPr/>
            </a:lvl9pPr>
          </a:lstStyle>
          <a:p>
            <a:endParaRPr/>
          </a:p>
        </p:txBody>
      </p:sp>
      <p:sp>
        <p:nvSpPr>
          <p:cNvPr id="80" name="Shape 80"/>
          <p:cNvSpPr txBox="1">
            <a:spLocks noGrp="1"/>
          </p:cNvSpPr>
          <p:nvPr>
            <p:ph type="sldNum" idx="12"/>
          </p:nvPr>
        </p:nvSpPr>
        <p:spPr>
          <a:xfrm>
            <a:off x="10157333" y="6182000"/>
            <a:ext cx="1983200" cy="4208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a:pPr/>
              <a:t>‹#›</a:t>
            </a:fld>
            <a:endParaRPr/>
          </a:p>
        </p:txBody>
      </p:sp>
    </p:spTree>
    <p:extLst>
      <p:ext uri="{BB962C8B-B14F-4D97-AF65-F5344CB8AC3E}">
        <p14:creationId xmlns:p14="http://schemas.microsoft.com/office/powerpoint/2010/main" val="3295487004"/>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userDrawn="1">
  <p:cSld name="5_Title and Content">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08DD0829-95D3-46D8-B093-1413418E3970}"/>
              </a:ext>
            </a:extLst>
          </p:cNvPr>
          <p:cNvSpPr>
            <a:spLocks noGrp="1"/>
          </p:cNvSpPr>
          <p:nvPr>
            <p:ph type="title"/>
          </p:nvPr>
        </p:nvSpPr>
        <p:spPr>
          <a:xfrm>
            <a:off x="1671782" y="681037"/>
            <a:ext cx="10154446" cy="538163"/>
          </a:xfrm>
        </p:spPr>
        <p:txBody>
          <a:bodyPr>
            <a:noAutofit/>
          </a:bodyPr>
          <a:lstStyle>
            <a:lvl1pPr algn="l">
              <a:defRPr sz="3200" b="1">
                <a:solidFill>
                  <a:schemeClr val="tx1">
                    <a:lumMod val="65000"/>
                    <a:lumOff val="35000"/>
                  </a:schemeClr>
                </a:solidFill>
                <a:latin typeface="+mn-lt"/>
              </a:defRPr>
            </a:lvl1pPr>
          </a:lstStyle>
          <a:p>
            <a:r>
              <a:rPr lang="en-US" dirty="0"/>
              <a:t>Click to edit Master title style</a:t>
            </a:r>
            <a:endParaRPr lang="en-IN" dirty="0"/>
          </a:p>
        </p:txBody>
      </p:sp>
      <p:cxnSp>
        <p:nvCxnSpPr>
          <p:cNvPr id="10" name="Straight Connector 9">
            <a:extLst>
              <a:ext uri="{FF2B5EF4-FFF2-40B4-BE49-F238E27FC236}">
                <a16:creationId xmlns:a16="http://schemas.microsoft.com/office/drawing/2014/main" id="{EE6C835F-8A38-40CA-AD16-1AC58DCCF624}"/>
              </a:ext>
            </a:extLst>
          </p:cNvPr>
          <p:cNvCxnSpPr>
            <a:cxnSpLocks/>
          </p:cNvCxnSpPr>
          <p:nvPr userDrawn="1"/>
        </p:nvCxnSpPr>
        <p:spPr>
          <a:xfrm>
            <a:off x="411480" y="1386840"/>
            <a:ext cx="11414760" cy="0"/>
          </a:xfrm>
          <a:prstGeom prst="line">
            <a:avLst/>
          </a:prstGeom>
          <a:ln w="38100">
            <a:solidFill>
              <a:schemeClr val="bg1">
                <a:lumMod val="5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BEC412C6-39F5-496E-BCF2-BBC24EBFE035}"/>
              </a:ext>
            </a:extLst>
          </p:cNvPr>
          <p:cNvCxnSpPr>
            <a:cxnSpLocks/>
          </p:cNvCxnSpPr>
          <p:nvPr userDrawn="1"/>
        </p:nvCxnSpPr>
        <p:spPr>
          <a:xfrm>
            <a:off x="404656" y="1310640"/>
            <a:ext cx="0" cy="152400"/>
          </a:xfrm>
          <a:prstGeom prst="line">
            <a:avLst/>
          </a:prstGeom>
          <a:ln w="381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C1B64A70-1DD2-468E-A83F-96EFAC819EF3}"/>
              </a:ext>
            </a:extLst>
          </p:cNvPr>
          <p:cNvCxnSpPr>
            <a:cxnSpLocks/>
          </p:cNvCxnSpPr>
          <p:nvPr userDrawn="1"/>
        </p:nvCxnSpPr>
        <p:spPr>
          <a:xfrm>
            <a:off x="11826240" y="1310640"/>
            <a:ext cx="0" cy="152400"/>
          </a:xfrm>
          <a:prstGeom prst="line">
            <a:avLst/>
          </a:prstGeom>
          <a:ln w="381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4" name="Freeform: Shape 13">
            <a:extLst>
              <a:ext uri="{FF2B5EF4-FFF2-40B4-BE49-F238E27FC236}">
                <a16:creationId xmlns:a16="http://schemas.microsoft.com/office/drawing/2014/main" id="{9D3495B4-D984-4156-B4D8-0E6BDBEBDF5A}"/>
              </a:ext>
            </a:extLst>
          </p:cNvPr>
          <p:cNvSpPr/>
          <p:nvPr userDrawn="1"/>
        </p:nvSpPr>
        <p:spPr>
          <a:xfrm>
            <a:off x="0" y="681037"/>
            <a:ext cx="1549400" cy="538163"/>
          </a:xfrm>
          <a:custGeom>
            <a:avLst/>
            <a:gdLst>
              <a:gd name="connsiteX0" fmla="*/ 0 w 1549400"/>
              <a:gd name="connsiteY0" fmla="*/ 0 h 538163"/>
              <a:gd name="connsiteX1" fmla="*/ 1359525 w 1549400"/>
              <a:gd name="connsiteY1" fmla="*/ 0 h 538163"/>
              <a:gd name="connsiteX2" fmla="*/ 1549400 w 1549400"/>
              <a:gd name="connsiteY2" fmla="*/ 189875 h 538163"/>
              <a:gd name="connsiteX3" fmla="*/ 1549400 w 1549400"/>
              <a:gd name="connsiteY3" fmla="*/ 348288 h 538163"/>
              <a:gd name="connsiteX4" fmla="*/ 1359525 w 1549400"/>
              <a:gd name="connsiteY4" fmla="*/ 538163 h 538163"/>
              <a:gd name="connsiteX5" fmla="*/ 0 w 1549400"/>
              <a:gd name="connsiteY5" fmla="*/ 538163 h 538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49400" h="538163">
                <a:moveTo>
                  <a:pt x="0" y="0"/>
                </a:moveTo>
                <a:lnTo>
                  <a:pt x="1359525" y="0"/>
                </a:lnTo>
                <a:cubicBezTo>
                  <a:pt x="1464390" y="0"/>
                  <a:pt x="1549400" y="85010"/>
                  <a:pt x="1549400" y="189875"/>
                </a:cubicBezTo>
                <a:lnTo>
                  <a:pt x="1549400" y="348288"/>
                </a:lnTo>
                <a:cubicBezTo>
                  <a:pt x="1549400" y="453153"/>
                  <a:pt x="1464390" y="538163"/>
                  <a:pt x="1359525" y="538163"/>
                </a:cubicBezTo>
                <a:lnTo>
                  <a:pt x="0" y="538163"/>
                </a:lnTo>
                <a:close/>
              </a:path>
            </a:pathLst>
          </a:custGeom>
          <a:solidFill>
            <a:srgbClr val="A8261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IN"/>
          </a:p>
        </p:txBody>
      </p:sp>
    </p:spTree>
    <p:extLst>
      <p:ext uri="{BB962C8B-B14F-4D97-AF65-F5344CB8AC3E}">
        <p14:creationId xmlns:p14="http://schemas.microsoft.com/office/powerpoint/2010/main" val="1830534073"/>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userDrawn="1">
  <p:cSld name="8_Title and Content">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2FEF7DE1-51DA-4A3C-9EA8-305BF43A5597}"/>
              </a:ext>
            </a:extLst>
          </p:cNvPr>
          <p:cNvSpPr>
            <a:spLocks noGrp="1"/>
          </p:cNvSpPr>
          <p:nvPr>
            <p:ph type="title"/>
          </p:nvPr>
        </p:nvSpPr>
        <p:spPr>
          <a:xfrm>
            <a:off x="1671782" y="681037"/>
            <a:ext cx="10154446" cy="538163"/>
          </a:xfrm>
        </p:spPr>
        <p:txBody>
          <a:bodyPr>
            <a:noAutofit/>
          </a:bodyPr>
          <a:lstStyle>
            <a:lvl1pPr>
              <a:defRPr sz="3200" b="1">
                <a:solidFill>
                  <a:schemeClr val="tx1">
                    <a:lumMod val="65000"/>
                    <a:lumOff val="35000"/>
                  </a:schemeClr>
                </a:solidFill>
                <a:latin typeface="+mn-lt"/>
              </a:defRPr>
            </a:lvl1pPr>
          </a:lstStyle>
          <a:p>
            <a:r>
              <a:rPr lang="en-US" dirty="0"/>
              <a:t>Click to edit Master title style</a:t>
            </a:r>
            <a:endParaRPr lang="en-IN" dirty="0"/>
          </a:p>
        </p:txBody>
      </p:sp>
      <p:sp>
        <p:nvSpPr>
          <p:cNvPr id="9" name="Content Placeholder 2">
            <a:extLst>
              <a:ext uri="{FF2B5EF4-FFF2-40B4-BE49-F238E27FC236}">
                <a16:creationId xmlns:a16="http://schemas.microsoft.com/office/drawing/2014/main" id="{0F818502-EE7D-47C5-BAC6-32E7714A0F0B}"/>
              </a:ext>
            </a:extLst>
          </p:cNvPr>
          <p:cNvSpPr>
            <a:spLocks noGrp="1"/>
          </p:cNvSpPr>
          <p:nvPr>
            <p:ph idx="1"/>
          </p:nvPr>
        </p:nvSpPr>
        <p:spPr>
          <a:xfrm>
            <a:off x="411480" y="1630680"/>
            <a:ext cx="11414754" cy="4546283"/>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cxnSp>
        <p:nvCxnSpPr>
          <p:cNvPr id="10" name="Straight Connector 9">
            <a:extLst>
              <a:ext uri="{FF2B5EF4-FFF2-40B4-BE49-F238E27FC236}">
                <a16:creationId xmlns:a16="http://schemas.microsoft.com/office/drawing/2014/main" id="{C0782BCD-4510-4937-9C1E-F95F6544E965}"/>
              </a:ext>
            </a:extLst>
          </p:cNvPr>
          <p:cNvCxnSpPr>
            <a:cxnSpLocks/>
          </p:cNvCxnSpPr>
          <p:nvPr userDrawn="1"/>
        </p:nvCxnSpPr>
        <p:spPr>
          <a:xfrm>
            <a:off x="411480" y="1386840"/>
            <a:ext cx="11414760" cy="0"/>
          </a:xfrm>
          <a:prstGeom prst="line">
            <a:avLst/>
          </a:prstGeom>
          <a:ln w="38100">
            <a:solidFill>
              <a:schemeClr val="bg1">
                <a:lumMod val="5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322E42A-9523-4852-99DB-67E76B0D404D}"/>
              </a:ext>
            </a:extLst>
          </p:cNvPr>
          <p:cNvCxnSpPr>
            <a:cxnSpLocks/>
          </p:cNvCxnSpPr>
          <p:nvPr userDrawn="1"/>
        </p:nvCxnSpPr>
        <p:spPr>
          <a:xfrm>
            <a:off x="404656" y="1310640"/>
            <a:ext cx="0" cy="152400"/>
          </a:xfrm>
          <a:prstGeom prst="line">
            <a:avLst/>
          </a:prstGeom>
          <a:ln w="381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6DDDE1E1-2256-42EE-8EA5-A7A3D716556A}"/>
              </a:ext>
            </a:extLst>
          </p:cNvPr>
          <p:cNvCxnSpPr>
            <a:cxnSpLocks/>
          </p:cNvCxnSpPr>
          <p:nvPr userDrawn="1"/>
        </p:nvCxnSpPr>
        <p:spPr>
          <a:xfrm>
            <a:off x="11826240" y="1310640"/>
            <a:ext cx="0" cy="152400"/>
          </a:xfrm>
          <a:prstGeom prst="line">
            <a:avLst/>
          </a:prstGeom>
          <a:ln w="381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3" name="Freeform: Shape 12">
            <a:extLst>
              <a:ext uri="{FF2B5EF4-FFF2-40B4-BE49-F238E27FC236}">
                <a16:creationId xmlns:a16="http://schemas.microsoft.com/office/drawing/2014/main" id="{47E4FA80-BAA4-4EE2-BE37-23B240E6BBE0}"/>
              </a:ext>
            </a:extLst>
          </p:cNvPr>
          <p:cNvSpPr/>
          <p:nvPr userDrawn="1"/>
        </p:nvSpPr>
        <p:spPr>
          <a:xfrm>
            <a:off x="0" y="681037"/>
            <a:ext cx="1549400" cy="538163"/>
          </a:xfrm>
          <a:custGeom>
            <a:avLst/>
            <a:gdLst>
              <a:gd name="connsiteX0" fmla="*/ 0 w 1549400"/>
              <a:gd name="connsiteY0" fmla="*/ 0 h 538163"/>
              <a:gd name="connsiteX1" fmla="*/ 1359525 w 1549400"/>
              <a:gd name="connsiteY1" fmla="*/ 0 h 538163"/>
              <a:gd name="connsiteX2" fmla="*/ 1549400 w 1549400"/>
              <a:gd name="connsiteY2" fmla="*/ 189875 h 538163"/>
              <a:gd name="connsiteX3" fmla="*/ 1549400 w 1549400"/>
              <a:gd name="connsiteY3" fmla="*/ 348288 h 538163"/>
              <a:gd name="connsiteX4" fmla="*/ 1359525 w 1549400"/>
              <a:gd name="connsiteY4" fmla="*/ 538163 h 538163"/>
              <a:gd name="connsiteX5" fmla="*/ 0 w 1549400"/>
              <a:gd name="connsiteY5" fmla="*/ 538163 h 538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49400" h="538163">
                <a:moveTo>
                  <a:pt x="0" y="0"/>
                </a:moveTo>
                <a:lnTo>
                  <a:pt x="1359525" y="0"/>
                </a:lnTo>
                <a:cubicBezTo>
                  <a:pt x="1464390" y="0"/>
                  <a:pt x="1549400" y="85010"/>
                  <a:pt x="1549400" y="189875"/>
                </a:cubicBezTo>
                <a:lnTo>
                  <a:pt x="1549400" y="348288"/>
                </a:lnTo>
                <a:cubicBezTo>
                  <a:pt x="1549400" y="453153"/>
                  <a:pt x="1464390" y="538163"/>
                  <a:pt x="1359525" y="538163"/>
                </a:cubicBezTo>
                <a:lnTo>
                  <a:pt x="0" y="538163"/>
                </a:lnTo>
                <a:close/>
              </a:path>
            </a:pathLst>
          </a:custGeom>
          <a:solidFill>
            <a:srgbClr val="A8261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IN"/>
          </a:p>
        </p:txBody>
      </p:sp>
    </p:spTree>
    <p:extLst>
      <p:ext uri="{BB962C8B-B14F-4D97-AF65-F5344CB8AC3E}">
        <p14:creationId xmlns:p14="http://schemas.microsoft.com/office/powerpoint/2010/main" val="1374246178"/>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500341739"/>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twoObj">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57F155-3AC9-74B8-182F-F78DE7AC5DB0}"/>
              </a:ext>
            </a:extLst>
          </p:cNvPr>
          <p:cNvSpPr>
            <a:spLocks noGrp="1"/>
          </p:cNvSpPr>
          <p:nvPr>
            <p:ph type="title"/>
          </p:nvPr>
        </p:nvSpPr>
        <p:spPr/>
        <p:txBody>
          <a:bodyPr/>
          <a:lstStyle/>
          <a:p>
            <a:r>
              <a:rPr lang="en-US" dirty="0"/>
              <a:t>Click to edit Master title style</a:t>
            </a:r>
            <a:endParaRPr lang="en-IN" dirty="0"/>
          </a:p>
        </p:txBody>
      </p:sp>
      <p:sp>
        <p:nvSpPr>
          <p:cNvPr id="3" name="Content Placeholder 2">
            <a:extLst>
              <a:ext uri="{FF2B5EF4-FFF2-40B4-BE49-F238E27FC236}">
                <a16:creationId xmlns:a16="http://schemas.microsoft.com/office/drawing/2014/main" id="{863F9265-2FFD-0FDE-7AB6-CA2C2424655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240C91D0-81F3-C1DE-D627-0F15E6AA3BA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extLst>
      <p:ext uri="{BB962C8B-B14F-4D97-AF65-F5344CB8AC3E}">
        <p14:creationId xmlns:p14="http://schemas.microsoft.com/office/powerpoint/2010/main" val="2323152667"/>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AACAEC-7662-442B-DE97-E02FBC40ADF1}"/>
              </a:ext>
            </a:extLst>
          </p:cNvPr>
          <p:cNvSpPr txBox="1">
            <a:spLocks noGrp="1"/>
          </p:cNvSpPr>
          <p:nvPr>
            <p:ph type="title"/>
          </p:nvPr>
        </p:nvSpPr>
        <p:spPr/>
        <p:txBody>
          <a:bodyPr/>
          <a:lstStyle>
            <a:lvl1pPr>
              <a:defRPr/>
            </a:lvl1pPr>
          </a:lstStyle>
          <a:p>
            <a:pPr lvl="0"/>
            <a:r>
              <a:rPr lang="en-US"/>
              <a:t>Click to edit Master title style</a:t>
            </a:r>
            <a:endParaRPr lang="en-IN"/>
          </a:p>
        </p:txBody>
      </p:sp>
      <p:sp>
        <p:nvSpPr>
          <p:cNvPr id="3" name="Content Placeholder 2">
            <a:extLst>
              <a:ext uri="{FF2B5EF4-FFF2-40B4-BE49-F238E27FC236}">
                <a16:creationId xmlns:a16="http://schemas.microsoft.com/office/drawing/2014/main" id="{161BB7E5-A757-F0A4-DCA3-4C3AA8BC32E6}"/>
              </a:ext>
            </a:extLst>
          </p:cNvPr>
          <p:cNvSpPr txBox="1">
            <a:spLocks noGrp="1"/>
          </p:cNvSpPr>
          <p:nvPr>
            <p:ph idx="1"/>
          </p:nvPr>
        </p:nvSpPr>
        <p:spPr/>
        <p:txBody>
          <a:bodyPr/>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extLst>
      <p:ext uri="{BB962C8B-B14F-4D97-AF65-F5344CB8AC3E}">
        <p14:creationId xmlns:p14="http://schemas.microsoft.com/office/powerpoint/2010/main" val="3205420654"/>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
        <p:nvSpPr>
          <p:cNvPr id="8" name="Rectangle 7"/>
          <p:cNvSpPr/>
          <p:nvPr userDrawn="1"/>
        </p:nvSpPr>
        <p:spPr>
          <a:xfrm rot="5400000">
            <a:off x="5638332" y="-5410667"/>
            <a:ext cx="914402" cy="1219293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31" name="Content Placeholder 30"/>
          <p:cNvSpPr>
            <a:spLocks noGrp="1"/>
          </p:cNvSpPr>
          <p:nvPr>
            <p:ph sz="quarter" idx="13"/>
          </p:nvPr>
        </p:nvSpPr>
        <p:spPr>
          <a:xfrm>
            <a:off x="365760" y="1298448"/>
            <a:ext cx="11460480" cy="4937760"/>
          </a:xfrm>
        </p:spPr>
        <p:txBody>
          <a:bodyPr/>
          <a:lstStyle>
            <a:lvl1pPr>
              <a:buClr>
                <a:srgbClr val="A9432B"/>
              </a:buClr>
              <a:defRPr>
                <a:solidFill>
                  <a:srgbClr val="000000"/>
                </a:solidFill>
              </a:defRPr>
            </a:lvl1pPr>
            <a:lvl2pPr>
              <a:buClr>
                <a:srgbClr val="A9432B"/>
              </a:buClr>
              <a:defRPr>
                <a:solidFill>
                  <a:srgbClr val="000000"/>
                </a:solidFill>
              </a:defRPr>
            </a:lvl2pPr>
            <a:lvl3pPr>
              <a:buClr>
                <a:srgbClr val="A9432B"/>
              </a:buClr>
              <a:defRPr>
                <a:solidFill>
                  <a:srgbClr val="000000"/>
                </a:solidFill>
              </a:defRPr>
            </a:lvl3pPr>
            <a:lvl4pPr>
              <a:buClr>
                <a:srgbClr val="A9432B"/>
              </a:buClr>
              <a:defRPr>
                <a:solidFill>
                  <a:srgbClr val="000000"/>
                </a:solidFill>
              </a:defRPr>
            </a:lvl4pPr>
            <a:lvl5pPr>
              <a:buClr>
                <a:srgbClr val="A9432B"/>
              </a:buClr>
              <a:defRPr>
                <a:solidFill>
                  <a:srgbClr val="000000"/>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Title Placeholder 1"/>
          <p:cNvSpPr>
            <a:spLocks noGrp="1"/>
          </p:cNvSpPr>
          <p:nvPr>
            <p:ph type="title"/>
          </p:nvPr>
        </p:nvSpPr>
        <p:spPr>
          <a:xfrm>
            <a:off x="368300" y="228602"/>
            <a:ext cx="11455400" cy="838199"/>
          </a:xfrm>
          <a:prstGeom prst="rect">
            <a:avLst/>
          </a:prstGeom>
        </p:spPr>
        <p:txBody>
          <a:bodyPr vert="horz" lIns="91440" tIns="45720" rIns="91440" bIns="45720" rtlCol="0" anchor="b" anchorCtr="0">
            <a:normAutofit/>
          </a:bodyPr>
          <a:lstStyle>
            <a:lvl1pPr algn="ctr">
              <a:defRPr b="1">
                <a:solidFill>
                  <a:srgbClr val="A9432B"/>
                </a:solidFill>
              </a:defRPr>
            </a:lvl1pPr>
          </a:lstStyle>
          <a:p>
            <a:r>
              <a:rPr lang="en-US" dirty="0"/>
              <a:t>Click to edit Master title style</a:t>
            </a:r>
          </a:p>
        </p:txBody>
      </p:sp>
    </p:spTree>
    <p:extLst>
      <p:ext uri="{BB962C8B-B14F-4D97-AF65-F5344CB8AC3E}">
        <p14:creationId xmlns:p14="http://schemas.microsoft.com/office/powerpoint/2010/main" val="3948394055"/>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userDrawn="1">
  <p:cSld name="2_Title and Content">
    <p:spTree>
      <p:nvGrpSpPr>
        <p:cNvPr id="1" name=""/>
        <p:cNvGrpSpPr/>
        <p:nvPr/>
      </p:nvGrpSpPr>
      <p:grpSpPr>
        <a:xfrm>
          <a:off x="0" y="0"/>
          <a:ext cx="0" cy="0"/>
          <a:chOff x="0" y="0"/>
          <a:chExt cx="0" cy="0"/>
        </a:xfrm>
      </p:grpSpPr>
      <p:sp>
        <p:nvSpPr>
          <p:cNvPr id="8" name="Rectangle 7"/>
          <p:cNvSpPr/>
          <p:nvPr userDrawn="1"/>
        </p:nvSpPr>
        <p:spPr>
          <a:xfrm rot="5400000">
            <a:off x="5638332" y="-5410667"/>
            <a:ext cx="914402" cy="1219293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31" name="Content Placeholder 30"/>
          <p:cNvSpPr>
            <a:spLocks noGrp="1"/>
          </p:cNvSpPr>
          <p:nvPr>
            <p:ph sz="quarter" idx="13"/>
          </p:nvPr>
        </p:nvSpPr>
        <p:spPr>
          <a:xfrm>
            <a:off x="365760" y="1298448"/>
            <a:ext cx="11460480" cy="4937760"/>
          </a:xfrm>
        </p:spPr>
        <p:txBody>
          <a:bodyPr/>
          <a:lstStyle>
            <a:lvl1pPr>
              <a:buClr>
                <a:srgbClr val="A9432B"/>
              </a:buClr>
              <a:defRPr>
                <a:solidFill>
                  <a:srgbClr val="000000"/>
                </a:solidFill>
              </a:defRPr>
            </a:lvl1pPr>
            <a:lvl2pPr>
              <a:buClr>
                <a:srgbClr val="A9432B"/>
              </a:buClr>
              <a:defRPr>
                <a:solidFill>
                  <a:srgbClr val="000000"/>
                </a:solidFill>
              </a:defRPr>
            </a:lvl2pPr>
            <a:lvl3pPr>
              <a:buClr>
                <a:srgbClr val="A9432B"/>
              </a:buClr>
              <a:defRPr>
                <a:solidFill>
                  <a:srgbClr val="000000"/>
                </a:solidFill>
              </a:defRPr>
            </a:lvl3pPr>
            <a:lvl4pPr>
              <a:buClr>
                <a:srgbClr val="A9432B"/>
              </a:buClr>
              <a:defRPr>
                <a:solidFill>
                  <a:srgbClr val="000000"/>
                </a:solidFill>
              </a:defRPr>
            </a:lvl4pPr>
            <a:lvl5pPr>
              <a:buClr>
                <a:srgbClr val="A9432B"/>
              </a:buClr>
              <a:defRPr>
                <a:solidFill>
                  <a:srgbClr val="000000"/>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Title Placeholder 1"/>
          <p:cNvSpPr>
            <a:spLocks noGrp="1"/>
          </p:cNvSpPr>
          <p:nvPr>
            <p:ph type="title"/>
          </p:nvPr>
        </p:nvSpPr>
        <p:spPr>
          <a:xfrm>
            <a:off x="368300" y="228601"/>
            <a:ext cx="11455400" cy="914402"/>
          </a:xfrm>
          <a:prstGeom prst="rect">
            <a:avLst/>
          </a:prstGeom>
        </p:spPr>
        <p:txBody>
          <a:bodyPr vert="horz" lIns="91440" tIns="45720" rIns="91440" bIns="45720" rtlCol="0" anchor="b" anchorCtr="0">
            <a:normAutofit/>
          </a:bodyPr>
          <a:lstStyle>
            <a:lvl1pPr algn="ctr">
              <a:defRPr b="1">
                <a:solidFill>
                  <a:srgbClr val="A9432B"/>
                </a:solidFill>
              </a:defRPr>
            </a:lvl1pPr>
          </a:lstStyle>
          <a:p>
            <a:r>
              <a:rPr lang="en-US" dirty="0"/>
              <a:t>Click to edit Master title style</a:t>
            </a:r>
          </a:p>
        </p:txBody>
      </p:sp>
    </p:spTree>
    <p:extLst>
      <p:ext uri="{BB962C8B-B14F-4D97-AF65-F5344CB8AC3E}">
        <p14:creationId xmlns:p14="http://schemas.microsoft.com/office/powerpoint/2010/main" val="789263400"/>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3C9F88-86E9-5CC4-3D6C-657D402BE1B8}"/>
              </a:ext>
            </a:extLst>
          </p:cNvPr>
          <p:cNvSpPr txBox="1">
            <a:spLocks noGrp="1"/>
          </p:cNvSpPr>
          <p:nvPr>
            <p:ph type="ctrTitle"/>
          </p:nvPr>
        </p:nvSpPr>
        <p:spPr>
          <a:xfrm>
            <a:off x="1524003" y="1122361"/>
            <a:ext cx="9144000" cy="2387598"/>
          </a:xfrm>
        </p:spPr>
        <p:txBody>
          <a:bodyPr anchor="b" anchorCtr="1"/>
          <a:lstStyle>
            <a:lvl1pPr algn="ctr">
              <a:defRPr sz="6000"/>
            </a:lvl1pPr>
          </a:lstStyle>
          <a:p>
            <a:pPr lvl="0"/>
            <a:r>
              <a:rPr lang="en-US"/>
              <a:t>Click to edit Master title style</a:t>
            </a:r>
            <a:endParaRPr lang="en-IN"/>
          </a:p>
        </p:txBody>
      </p:sp>
      <p:sp>
        <p:nvSpPr>
          <p:cNvPr id="3" name="Subtitle 2">
            <a:extLst>
              <a:ext uri="{FF2B5EF4-FFF2-40B4-BE49-F238E27FC236}">
                <a16:creationId xmlns:a16="http://schemas.microsoft.com/office/drawing/2014/main" id="{A8129D42-6E05-6030-F80E-A6FABF9DC6E1}"/>
              </a:ext>
            </a:extLst>
          </p:cNvPr>
          <p:cNvSpPr txBox="1">
            <a:spLocks noGrp="1"/>
          </p:cNvSpPr>
          <p:nvPr>
            <p:ph type="subTitle" idx="1"/>
          </p:nvPr>
        </p:nvSpPr>
        <p:spPr>
          <a:xfrm>
            <a:off x="1524003" y="3602041"/>
            <a:ext cx="9144000" cy="1655758"/>
          </a:xfrm>
        </p:spPr>
        <p:txBody>
          <a:bodyPr anchorCtr="1"/>
          <a:lstStyle>
            <a:lvl1pPr marL="0" indent="0" algn="ctr">
              <a:buNone/>
              <a:defRPr sz="2400"/>
            </a:lvl1pPr>
          </a:lstStyle>
          <a:p>
            <a:pPr lvl="0"/>
            <a:r>
              <a:rPr lang="en-US"/>
              <a:t>Click to edit Master subtitle style</a:t>
            </a:r>
            <a:endParaRPr lang="en-IN"/>
          </a:p>
        </p:txBody>
      </p:sp>
    </p:spTree>
    <p:extLst>
      <p:ext uri="{BB962C8B-B14F-4D97-AF65-F5344CB8AC3E}">
        <p14:creationId xmlns:p14="http://schemas.microsoft.com/office/powerpoint/2010/main" val="2594218761"/>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AACAEC-7662-442B-DE97-E02FBC40ADF1}"/>
              </a:ext>
            </a:extLst>
          </p:cNvPr>
          <p:cNvSpPr txBox="1">
            <a:spLocks noGrp="1"/>
          </p:cNvSpPr>
          <p:nvPr>
            <p:ph type="title"/>
          </p:nvPr>
        </p:nvSpPr>
        <p:spPr/>
        <p:txBody>
          <a:bodyPr/>
          <a:lstStyle>
            <a:lvl1pPr>
              <a:defRPr/>
            </a:lvl1pPr>
          </a:lstStyle>
          <a:p>
            <a:pPr lvl="0"/>
            <a:r>
              <a:rPr lang="en-US"/>
              <a:t>Click to edit Master title style</a:t>
            </a:r>
            <a:endParaRPr lang="en-IN"/>
          </a:p>
        </p:txBody>
      </p:sp>
      <p:sp>
        <p:nvSpPr>
          <p:cNvPr id="3" name="Content Placeholder 2">
            <a:extLst>
              <a:ext uri="{FF2B5EF4-FFF2-40B4-BE49-F238E27FC236}">
                <a16:creationId xmlns:a16="http://schemas.microsoft.com/office/drawing/2014/main" id="{161BB7E5-A757-F0A4-DCA3-4C3AA8BC32E6}"/>
              </a:ext>
            </a:extLst>
          </p:cNvPr>
          <p:cNvSpPr txBox="1">
            <a:spLocks noGrp="1"/>
          </p:cNvSpPr>
          <p:nvPr>
            <p:ph idx="1"/>
          </p:nvPr>
        </p:nvSpPr>
        <p:spPr/>
        <p:txBody>
          <a:bodyPr/>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extLst>
      <p:ext uri="{BB962C8B-B14F-4D97-AF65-F5344CB8AC3E}">
        <p14:creationId xmlns:p14="http://schemas.microsoft.com/office/powerpoint/2010/main" val="3380076450"/>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0E6725-11C7-8AC7-11E5-AAC81764F01B}"/>
              </a:ext>
            </a:extLst>
          </p:cNvPr>
          <p:cNvSpPr txBox="1">
            <a:spLocks noGrp="1"/>
          </p:cNvSpPr>
          <p:nvPr>
            <p:ph type="title"/>
          </p:nvPr>
        </p:nvSpPr>
        <p:spPr>
          <a:xfrm>
            <a:off x="831847" y="1709735"/>
            <a:ext cx="10515600" cy="2852735"/>
          </a:xfrm>
        </p:spPr>
        <p:txBody>
          <a:bodyPr anchor="b"/>
          <a:lstStyle>
            <a:lvl1pPr>
              <a:defRPr sz="6000"/>
            </a:lvl1pPr>
          </a:lstStyle>
          <a:p>
            <a:pPr lvl="0"/>
            <a:r>
              <a:rPr lang="en-US"/>
              <a:t>Click to edit Master title style</a:t>
            </a:r>
            <a:endParaRPr lang="en-IN"/>
          </a:p>
        </p:txBody>
      </p:sp>
      <p:sp>
        <p:nvSpPr>
          <p:cNvPr id="3" name="Text Placeholder 2">
            <a:extLst>
              <a:ext uri="{FF2B5EF4-FFF2-40B4-BE49-F238E27FC236}">
                <a16:creationId xmlns:a16="http://schemas.microsoft.com/office/drawing/2014/main" id="{1078B3E4-BD1E-2992-E55E-6E622068171C}"/>
              </a:ext>
            </a:extLst>
          </p:cNvPr>
          <p:cNvSpPr txBox="1">
            <a:spLocks noGrp="1"/>
          </p:cNvSpPr>
          <p:nvPr>
            <p:ph type="body" idx="1"/>
          </p:nvPr>
        </p:nvSpPr>
        <p:spPr>
          <a:xfrm>
            <a:off x="831847" y="4589465"/>
            <a:ext cx="10515600" cy="1500182"/>
          </a:xfrm>
        </p:spPr>
        <p:txBody>
          <a:bodyPr/>
          <a:lstStyle>
            <a:lvl1pPr marL="0" indent="0">
              <a:buNone/>
              <a:defRPr sz="2400">
                <a:solidFill>
                  <a:srgbClr val="767676"/>
                </a:solidFill>
              </a:defRPr>
            </a:lvl1pPr>
          </a:lstStyle>
          <a:p>
            <a:pPr lvl="0"/>
            <a:r>
              <a:rPr lang="en-US"/>
              <a:t>Click to edit Master text styles</a:t>
            </a:r>
          </a:p>
        </p:txBody>
      </p:sp>
    </p:spTree>
    <p:extLst>
      <p:ext uri="{BB962C8B-B14F-4D97-AF65-F5344CB8AC3E}">
        <p14:creationId xmlns:p14="http://schemas.microsoft.com/office/powerpoint/2010/main" val="3440083921"/>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2A615A-0748-F8E8-2B93-7AC67AD50D2B}"/>
              </a:ext>
            </a:extLst>
          </p:cNvPr>
          <p:cNvSpPr txBox="1">
            <a:spLocks noGrp="1"/>
          </p:cNvSpPr>
          <p:nvPr>
            <p:ph type="title"/>
          </p:nvPr>
        </p:nvSpPr>
        <p:spPr/>
        <p:txBody>
          <a:bodyPr/>
          <a:lstStyle>
            <a:lvl1pPr>
              <a:defRPr/>
            </a:lvl1pPr>
          </a:lstStyle>
          <a:p>
            <a:pPr lvl="0"/>
            <a:r>
              <a:rPr lang="en-US"/>
              <a:t>Click to edit Master title style</a:t>
            </a:r>
            <a:endParaRPr lang="en-IN"/>
          </a:p>
        </p:txBody>
      </p:sp>
      <p:sp>
        <p:nvSpPr>
          <p:cNvPr id="3" name="Content Placeholder 2">
            <a:extLst>
              <a:ext uri="{FF2B5EF4-FFF2-40B4-BE49-F238E27FC236}">
                <a16:creationId xmlns:a16="http://schemas.microsoft.com/office/drawing/2014/main" id="{F9589835-CA8A-4EF0-5B61-52276E32F0E6}"/>
              </a:ext>
            </a:extLst>
          </p:cNvPr>
          <p:cNvSpPr txBox="1">
            <a:spLocks noGrp="1"/>
          </p:cNvSpPr>
          <p:nvPr>
            <p:ph idx="1"/>
          </p:nvPr>
        </p:nvSpPr>
        <p:spPr>
          <a:xfrm>
            <a:off x="838203" y="1825627"/>
            <a:ext cx="5181603" cy="4351336"/>
          </a:xfrm>
        </p:spPr>
        <p:txBody>
          <a:bodyPr/>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6E66D794-E860-6C81-5A60-35231154E1DA}"/>
              </a:ext>
            </a:extLst>
          </p:cNvPr>
          <p:cNvSpPr txBox="1">
            <a:spLocks noGrp="1"/>
          </p:cNvSpPr>
          <p:nvPr>
            <p:ph idx="2"/>
          </p:nvPr>
        </p:nvSpPr>
        <p:spPr>
          <a:xfrm>
            <a:off x="6172200" y="1825627"/>
            <a:ext cx="5181603" cy="4351336"/>
          </a:xfrm>
        </p:spPr>
        <p:txBody>
          <a:bodyPr/>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extLst>
      <p:ext uri="{BB962C8B-B14F-4D97-AF65-F5344CB8AC3E}">
        <p14:creationId xmlns:p14="http://schemas.microsoft.com/office/powerpoint/2010/main" val="2971983420"/>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FA5897-1ECD-873E-84D3-41BFF8AF3FEE}"/>
              </a:ext>
            </a:extLst>
          </p:cNvPr>
          <p:cNvSpPr txBox="1">
            <a:spLocks noGrp="1"/>
          </p:cNvSpPr>
          <p:nvPr>
            <p:ph type="title"/>
          </p:nvPr>
        </p:nvSpPr>
        <p:spPr>
          <a:xfrm>
            <a:off x="839784" y="365129"/>
            <a:ext cx="10515600" cy="1325559"/>
          </a:xfrm>
        </p:spPr>
        <p:txBody>
          <a:bodyPr/>
          <a:lstStyle>
            <a:lvl1pPr>
              <a:defRPr/>
            </a:lvl1pPr>
          </a:lstStyle>
          <a:p>
            <a:pPr lvl="0"/>
            <a:r>
              <a:rPr lang="en-US"/>
              <a:t>Click to edit Master title style</a:t>
            </a:r>
            <a:endParaRPr lang="en-IN"/>
          </a:p>
        </p:txBody>
      </p:sp>
      <p:sp>
        <p:nvSpPr>
          <p:cNvPr id="3" name="Text Placeholder 2">
            <a:extLst>
              <a:ext uri="{FF2B5EF4-FFF2-40B4-BE49-F238E27FC236}">
                <a16:creationId xmlns:a16="http://schemas.microsoft.com/office/drawing/2014/main" id="{33ECCF8A-8FFE-B9BF-52CE-5454D38EEAFA}"/>
              </a:ext>
            </a:extLst>
          </p:cNvPr>
          <p:cNvSpPr txBox="1">
            <a:spLocks noGrp="1"/>
          </p:cNvSpPr>
          <p:nvPr>
            <p:ph type="body" idx="1"/>
          </p:nvPr>
        </p:nvSpPr>
        <p:spPr>
          <a:xfrm>
            <a:off x="839784" y="1681160"/>
            <a:ext cx="5157782" cy="823910"/>
          </a:xfrm>
        </p:spPr>
        <p:txBody>
          <a:bodyPr anchor="b"/>
          <a:lstStyle>
            <a:lvl1pPr marL="0" indent="0">
              <a:buNone/>
              <a:defRPr sz="2400" b="1"/>
            </a:lvl1pPr>
          </a:lstStyle>
          <a:p>
            <a:pPr lvl="0"/>
            <a:r>
              <a:rPr lang="en-US"/>
              <a:t>Click to edit Master text styles</a:t>
            </a:r>
          </a:p>
        </p:txBody>
      </p:sp>
      <p:sp>
        <p:nvSpPr>
          <p:cNvPr id="4" name="Content Placeholder 3">
            <a:extLst>
              <a:ext uri="{FF2B5EF4-FFF2-40B4-BE49-F238E27FC236}">
                <a16:creationId xmlns:a16="http://schemas.microsoft.com/office/drawing/2014/main" id="{7080B978-03DA-B019-265D-0BAE53546179}"/>
              </a:ext>
            </a:extLst>
          </p:cNvPr>
          <p:cNvSpPr txBox="1">
            <a:spLocks noGrp="1"/>
          </p:cNvSpPr>
          <p:nvPr>
            <p:ph idx="2"/>
          </p:nvPr>
        </p:nvSpPr>
        <p:spPr>
          <a:xfrm>
            <a:off x="839784" y="2505071"/>
            <a:ext cx="5157782" cy="3684583"/>
          </a:xfrm>
        </p:spPr>
        <p:txBody>
          <a:bodyPr/>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2011E5E9-54B5-1CB7-85AA-72865A708F4F}"/>
              </a:ext>
            </a:extLst>
          </p:cNvPr>
          <p:cNvSpPr txBox="1">
            <a:spLocks noGrp="1"/>
          </p:cNvSpPr>
          <p:nvPr>
            <p:ph type="body" idx="3"/>
          </p:nvPr>
        </p:nvSpPr>
        <p:spPr>
          <a:xfrm>
            <a:off x="6172200" y="1681160"/>
            <a:ext cx="5183184" cy="823910"/>
          </a:xfrm>
        </p:spPr>
        <p:txBody>
          <a:bodyPr anchor="b"/>
          <a:lstStyle>
            <a:lvl1pPr marL="0" indent="0">
              <a:buNone/>
              <a:defRPr sz="2400" b="1"/>
            </a:lvl1pPr>
          </a:lstStyle>
          <a:p>
            <a:pPr lvl="0"/>
            <a:r>
              <a:rPr lang="en-US"/>
              <a:t>Click to edit Master text styles</a:t>
            </a:r>
          </a:p>
        </p:txBody>
      </p:sp>
      <p:sp>
        <p:nvSpPr>
          <p:cNvPr id="6" name="Content Placeholder 5">
            <a:extLst>
              <a:ext uri="{FF2B5EF4-FFF2-40B4-BE49-F238E27FC236}">
                <a16:creationId xmlns:a16="http://schemas.microsoft.com/office/drawing/2014/main" id="{9F48F26A-AB96-0F7E-6D39-692237F77A55}"/>
              </a:ext>
            </a:extLst>
          </p:cNvPr>
          <p:cNvSpPr txBox="1">
            <a:spLocks noGrp="1"/>
          </p:cNvSpPr>
          <p:nvPr>
            <p:ph idx="4"/>
          </p:nvPr>
        </p:nvSpPr>
        <p:spPr>
          <a:xfrm>
            <a:off x="6172200" y="2505071"/>
            <a:ext cx="5183184" cy="3684583"/>
          </a:xfrm>
        </p:spPr>
        <p:txBody>
          <a:bodyPr/>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extLst>
      <p:ext uri="{BB962C8B-B14F-4D97-AF65-F5344CB8AC3E}">
        <p14:creationId xmlns:p14="http://schemas.microsoft.com/office/powerpoint/2010/main" val="4127401766"/>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62DE27-564F-909C-2474-F9B9D491ABE6}"/>
              </a:ext>
            </a:extLst>
          </p:cNvPr>
          <p:cNvSpPr txBox="1">
            <a:spLocks noGrp="1"/>
          </p:cNvSpPr>
          <p:nvPr>
            <p:ph type="title"/>
          </p:nvPr>
        </p:nvSpPr>
        <p:spPr/>
        <p:txBody>
          <a:bodyPr/>
          <a:lstStyle>
            <a:lvl1pPr>
              <a:defRPr/>
            </a:lvl1pPr>
          </a:lstStyle>
          <a:p>
            <a:pPr lvl="0"/>
            <a:r>
              <a:rPr lang="en-US"/>
              <a:t>Click to edit Master title style</a:t>
            </a:r>
            <a:endParaRPr lang="en-IN"/>
          </a:p>
        </p:txBody>
      </p:sp>
    </p:spTree>
    <p:extLst>
      <p:ext uri="{BB962C8B-B14F-4D97-AF65-F5344CB8AC3E}">
        <p14:creationId xmlns:p14="http://schemas.microsoft.com/office/powerpoint/2010/main" val="3071036298"/>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104720555"/>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2C1298-7628-BFDD-D448-3ED5060CF335}"/>
              </a:ext>
            </a:extLst>
          </p:cNvPr>
          <p:cNvSpPr txBox="1">
            <a:spLocks noGrp="1"/>
          </p:cNvSpPr>
          <p:nvPr>
            <p:ph type="title"/>
          </p:nvPr>
        </p:nvSpPr>
        <p:spPr>
          <a:xfrm>
            <a:off x="839784" y="457200"/>
            <a:ext cx="3932240" cy="1600200"/>
          </a:xfrm>
        </p:spPr>
        <p:txBody>
          <a:bodyPr anchor="b"/>
          <a:lstStyle>
            <a:lvl1pPr>
              <a:defRPr sz="3200"/>
            </a:lvl1pPr>
          </a:lstStyle>
          <a:p>
            <a:pPr lvl="0"/>
            <a:r>
              <a:rPr lang="en-US"/>
              <a:t>Click to edit Master title style</a:t>
            </a:r>
            <a:endParaRPr lang="en-IN"/>
          </a:p>
        </p:txBody>
      </p:sp>
      <p:sp>
        <p:nvSpPr>
          <p:cNvPr id="3" name="Content Placeholder 2">
            <a:extLst>
              <a:ext uri="{FF2B5EF4-FFF2-40B4-BE49-F238E27FC236}">
                <a16:creationId xmlns:a16="http://schemas.microsoft.com/office/drawing/2014/main" id="{5625A0D2-6B79-78A9-264D-4051A8817D0E}"/>
              </a:ext>
            </a:extLst>
          </p:cNvPr>
          <p:cNvSpPr txBox="1">
            <a:spLocks noGrp="1"/>
          </p:cNvSpPr>
          <p:nvPr>
            <p:ph idx="1"/>
          </p:nvPr>
        </p:nvSpPr>
        <p:spPr>
          <a:xfrm>
            <a:off x="5183184" y="987423"/>
            <a:ext cx="6172200" cy="4873623"/>
          </a:xfrm>
        </p:spPr>
        <p:txBody>
          <a:bodyPr/>
          <a:lstStyle>
            <a:lvl1pPr>
              <a:defRPr sz="3200"/>
            </a:lvl1pPr>
            <a:lvl2pPr>
              <a:defRPr sz="2800"/>
            </a:lvl2pPr>
            <a:lvl3pPr>
              <a:defRPr sz="2400"/>
            </a:lvl3pPr>
            <a:lvl4pPr>
              <a:defRPr sz="2000"/>
            </a:lvl4pPr>
            <a:lvl5pPr>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317D71C3-71E0-D242-A6AD-90036E7E37A7}"/>
              </a:ext>
            </a:extLst>
          </p:cNvPr>
          <p:cNvSpPr txBox="1">
            <a:spLocks noGrp="1"/>
          </p:cNvSpPr>
          <p:nvPr>
            <p:ph type="body" idx="2"/>
          </p:nvPr>
        </p:nvSpPr>
        <p:spPr>
          <a:xfrm>
            <a:off x="839784" y="2057400"/>
            <a:ext cx="3932240" cy="3811584"/>
          </a:xfrm>
        </p:spPr>
        <p:txBody>
          <a:bodyPr/>
          <a:lstStyle>
            <a:lvl1pPr marL="0" indent="0">
              <a:buNone/>
              <a:defRPr sz="1600"/>
            </a:lvl1pPr>
          </a:lstStyle>
          <a:p>
            <a:pPr lvl="0"/>
            <a:r>
              <a:rPr lang="en-US"/>
              <a:t>Click to edit Master text styles</a:t>
            </a:r>
          </a:p>
        </p:txBody>
      </p:sp>
      <p:sp>
        <p:nvSpPr>
          <p:cNvPr id="5" name="Date Placeholder 4">
            <a:extLst>
              <a:ext uri="{FF2B5EF4-FFF2-40B4-BE49-F238E27FC236}">
                <a16:creationId xmlns:a16="http://schemas.microsoft.com/office/drawing/2014/main" id="{07CA37B5-D886-E370-2885-12BA7BE9BDEE}"/>
              </a:ext>
            </a:extLst>
          </p:cNvPr>
          <p:cNvSpPr txBox="1">
            <a:spLocks noGrp="1"/>
          </p:cNvSpPr>
          <p:nvPr>
            <p:ph type="dt" sz="half" idx="7"/>
          </p:nvPr>
        </p:nvSpPr>
        <p:spPr/>
        <p:txBody>
          <a:bodyPr/>
          <a:lstStyle>
            <a:lvl1pPr>
              <a:defRPr/>
            </a:lvl1pPr>
          </a:lstStyle>
          <a:p>
            <a:pPr lvl="0"/>
            <a:endParaRPr lang="en-IN"/>
          </a:p>
        </p:txBody>
      </p:sp>
      <p:sp>
        <p:nvSpPr>
          <p:cNvPr id="6" name="Footer Placeholder 5">
            <a:extLst>
              <a:ext uri="{FF2B5EF4-FFF2-40B4-BE49-F238E27FC236}">
                <a16:creationId xmlns:a16="http://schemas.microsoft.com/office/drawing/2014/main" id="{F9FD2DA2-D24D-6A82-7B14-AE6FABFF30D9}"/>
              </a:ext>
            </a:extLst>
          </p:cNvPr>
          <p:cNvSpPr txBox="1">
            <a:spLocks noGrp="1"/>
          </p:cNvSpPr>
          <p:nvPr>
            <p:ph type="ftr" sz="quarter" idx="9"/>
          </p:nvPr>
        </p:nvSpPr>
        <p:spPr/>
        <p:txBody>
          <a:bodyPr/>
          <a:lstStyle>
            <a:lvl1pPr>
              <a:defRPr/>
            </a:lvl1pPr>
          </a:lstStyle>
          <a:p>
            <a:pPr lvl="0"/>
            <a:endParaRPr lang="en-IN"/>
          </a:p>
        </p:txBody>
      </p:sp>
      <p:sp>
        <p:nvSpPr>
          <p:cNvPr id="7" name="Slide Number Placeholder 6">
            <a:extLst>
              <a:ext uri="{FF2B5EF4-FFF2-40B4-BE49-F238E27FC236}">
                <a16:creationId xmlns:a16="http://schemas.microsoft.com/office/drawing/2014/main" id="{E05E9A08-69FE-3525-F234-68C458DA827A}"/>
              </a:ext>
            </a:extLst>
          </p:cNvPr>
          <p:cNvSpPr txBox="1">
            <a:spLocks noGrp="1"/>
          </p:cNvSpPr>
          <p:nvPr>
            <p:ph type="sldNum" sz="quarter" idx="8"/>
          </p:nvPr>
        </p:nvSpPr>
        <p:spPr/>
        <p:txBody>
          <a:bodyPr/>
          <a:lstStyle>
            <a:lvl1pPr>
              <a:defRPr/>
            </a:lvl1pPr>
          </a:lstStyle>
          <a:p>
            <a:pPr lvl="0"/>
            <a:fld id="{AE1850F8-7832-4952-B4BD-14C3E99DE1D8}" type="slidenum">
              <a:t>‹#›</a:t>
            </a:fld>
            <a:endParaRPr lang="en-IN"/>
          </a:p>
        </p:txBody>
      </p:sp>
    </p:spTree>
    <p:extLst>
      <p:ext uri="{BB962C8B-B14F-4D97-AF65-F5344CB8AC3E}">
        <p14:creationId xmlns:p14="http://schemas.microsoft.com/office/powerpoint/2010/main" val="2343080886"/>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0382B1-7FB7-0AD0-C6A5-0AB70BAF624C}"/>
              </a:ext>
            </a:extLst>
          </p:cNvPr>
          <p:cNvSpPr txBox="1">
            <a:spLocks noGrp="1"/>
          </p:cNvSpPr>
          <p:nvPr>
            <p:ph type="title"/>
          </p:nvPr>
        </p:nvSpPr>
        <p:spPr>
          <a:xfrm>
            <a:off x="839784" y="457200"/>
            <a:ext cx="3932240" cy="1600200"/>
          </a:xfrm>
        </p:spPr>
        <p:txBody>
          <a:bodyPr anchor="b"/>
          <a:lstStyle>
            <a:lvl1pPr>
              <a:defRPr sz="3200"/>
            </a:lvl1pPr>
          </a:lstStyle>
          <a:p>
            <a:pPr lvl="0"/>
            <a:r>
              <a:rPr lang="en-US"/>
              <a:t>Click to edit Master title style</a:t>
            </a:r>
            <a:endParaRPr lang="en-IN"/>
          </a:p>
        </p:txBody>
      </p:sp>
      <p:sp>
        <p:nvSpPr>
          <p:cNvPr id="3" name="Picture Placeholder 2">
            <a:extLst>
              <a:ext uri="{FF2B5EF4-FFF2-40B4-BE49-F238E27FC236}">
                <a16:creationId xmlns:a16="http://schemas.microsoft.com/office/drawing/2014/main" id="{72F0B88E-3309-371B-8826-D39EB1724CD8}"/>
              </a:ext>
            </a:extLst>
          </p:cNvPr>
          <p:cNvSpPr txBox="1">
            <a:spLocks noGrp="1"/>
          </p:cNvSpPr>
          <p:nvPr>
            <p:ph type="pic" idx="1"/>
          </p:nvPr>
        </p:nvSpPr>
        <p:spPr>
          <a:xfrm>
            <a:off x="5183184" y="987423"/>
            <a:ext cx="6172200" cy="4873623"/>
          </a:xfrm>
        </p:spPr>
        <p:txBody>
          <a:bodyPr/>
          <a:lstStyle>
            <a:lvl1pPr marL="0" indent="0">
              <a:buNone/>
              <a:defRPr lang="en-IN" sz="3200"/>
            </a:lvl1pPr>
          </a:lstStyle>
          <a:p>
            <a:pPr lvl="0"/>
            <a:endParaRPr lang="en-IN"/>
          </a:p>
        </p:txBody>
      </p:sp>
      <p:sp>
        <p:nvSpPr>
          <p:cNvPr id="4" name="Text Placeholder 3">
            <a:extLst>
              <a:ext uri="{FF2B5EF4-FFF2-40B4-BE49-F238E27FC236}">
                <a16:creationId xmlns:a16="http://schemas.microsoft.com/office/drawing/2014/main" id="{50B053A5-672B-38C1-1923-B1F2ACB1B65A}"/>
              </a:ext>
            </a:extLst>
          </p:cNvPr>
          <p:cNvSpPr txBox="1">
            <a:spLocks noGrp="1"/>
          </p:cNvSpPr>
          <p:nvPr>
            <p:ph type="body" idx="2"/>
          </p:nvPr>
        </p:nvSpPr>
        <p:spPr>
          <a:xfrm>
            <a:off x="839784" y="2057400"/>
            <a:ext cx="3932240" cy="3811584"/>
          </a:xfrm>
        </p:spPr>
        <p:txBody>
          <a:bodyPr/>
          <a:lstStyle>
            <a:lvl1pPr marL="0" indent="0">
              <a:buNone/>
              <a:defRPr sz="1600"/>
            </a:lvl1pPr>
          </a:lstStyle>
          <a:p>
            <a:pPr lvl="0"/>
            <a:r>
              <a:rPr lang="en-US"/>
              <a:t>Click to edit Master text styles</a:t>
            </a:r>
          </a:p>
        </p:txBody>
      </p:sp>
    </p:spTree>
    <p:extLst>
      <p:ext uri="{BB962C8B-B14F-4D97-AF65-F5344CB8AC3E}">
        <p14:creationId xmlns:p14="http://schemas.microsoft.com/office/powerpoint/2010/main" val="129856987"/>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C1B396-7FE9-DBA8-015B-F373BB56C74D}"/>
              </a:ext>
            </a:extLst>
          </p:cNvPr>
          <p:cNvSpPr txBox="1">
            <a:spLocks noGrp="1"/>
          </p:cNvSpPr>
          <p:nvPr>
            <p:ph type="title"/>
          </p:nvPr>
        </p:nvSpPr>
        <p:spPr/>
        <p:txBody>
          <a:bodyPr/>
          <a:lstStyle>
            <a:lvl1pPr>
              <a:defRPr/>
            </a:lvl1pPr>
          </a:lstStyle>
          <a:p>
            <a:pPr lvl="0"/>
            <a:r>
              <a:rPr lang="en-US"/>
              <a:t>Click to edit Master title style</a:t>
            </a:r>
            <a:endParaRPr lang="en-IN"/>
          </a:p>
        </p:txBody>
      </p:sp>
      <p:sp>
        <p:nvSpPr>
          <p:cNvPr id="3" name="Vertical Text Placeholder 2">
            <a:extLst>
              <a:ext uri="{FF2B5EF4-FFF2-40B4-BE49-F238E27FC236}">
                <a16:creationId xmlns:a16="http://schemas.microsoft.com/office/drawing/2014/main" id="{A8618F8A-332B-1E08-CA2B-8890CB0E4CFA}"/>
              </a:ext>
            </a:extLst>
          </p:cNvPr>
          <p:cNvSpPr txBox="1">
            <a:spLocks noGrp="1"/>
          </p:cNvSpPr>
          <p:nvPr>
            <p:ph type="body" orient="vert" idx="1"/>
          </p:nvPr>
        </p:nvSpPr>
        <p:spPr/>
        <p:txBody>
          <a:bodyPr vert="eaVert"/>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extLst>
      <p:ext uri="{BB962C8B-B14F-4D97-AF65-F5344CB8AC3E}">
        <p14:creationId xmlns:p14="http://schemas.microsoft.com/office/powerpoint/2010/main" val="658133081"/>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C45EEB9-6A47-2E58-EC44-0FA558BC00EC}"/>
              </a:ext>
            </a:extLst>
          </p:cNvPr>
          <p:cNvSpPr txBox="1">
            <a:spLocks noGrp="1"/>
          </p:cNvSpPr>
          <p:nvPr>
            <p:ph type="title" orient="vert"/>
          </p:nvPr>
        </p:nvSpPr>
        <p:spPr>
          <a:xfrm>
            <a:off x="8724903" y="365129"/>
            <a:ext cx="2628899" cy="5811834"/>
          </a:xfrm>
        </p:spPr>
        <p:txBody>
          <a:bodyPr vert="eaVert"/>
          <a:lstStyle>
            <a:lvl1pPr>
              <a:defRPr/>
            </a:lvl1pPr>
          </a:lstStyle>
          <a:p>
            <a:pPr lvl="0"/>
            <a:r>
              <a:rPr lang="en-US"/>
              <a:t>Click to edit Master title style</a:t>
            </a:r>
            <a:endParaRPr lang="en-IN"/>
          </a:p>
        </p:txBody>
      </p:sp>
      <p:sp>
        <p:nvSpPr>
          <p:cNvPr id="3" name="Vertical Text Placeholder 2">
            <a:extLst>
              <a:ext uri="{FF2B5EF4-FFF2-40B4-BE49-F238E27FC236}">
                <a16:creationId xmlns:a16="http://schemas.microsoft.com/office/drawing/2014/main" id="{9F367C5A-CAC2-FCA2-7F34-F582BBEE0267}"/>
              </a:ext>
            </a:extLst>
          </p:cNvPr>
          <p:cNvSpPr txBox="1">
            <a:spLocks noGrp="1"/>
          </p:cNvSpPr>
          <p:nvPr>
            <p:ph type="body" orient="vert" idx="1"/>
          </p:nvPr>
        </p:nvSpPr>
        <p:spPr>
          <a:xfrm>
            <a:off x="838203" y="365129"/>
            <a:ext cx="7734296" cy="5811834"/>
          </a:xfrm>
        </p:spPr>
        <p:txBody>
          <a:bodyPr vert="eaVert"/>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extLst>
      <p:ext uri="{BB962C8B-B14F-4D97-AF65-F5344CB8AC3E}">
        <p14:creationId xmlns:p14="http://schemas.microsoft.com/office/powerpoint/2010/main" val="350170320"/>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showMasterSp="0" preserve="1">
  <p:cSld name="4_Title Slide">
    <p:spTree>
      <p:nvGrpSpPr>
        <p:cNvPr id="1" name=""/>
        <p:cNvGrpSpPr/>
        <p:nvPr/>
      </p:nvGrpSpPr>
      <p:grpSpPr>
        <a:xfrm>
          <a:off x="0" y="0"/>
          <a:ext cx="0" cy="0"/>
          <a:chOff x="0" y="0"/>
          <a:chExt cx="0" cy="0"/>
        </a:xfrm>
      </p:grpSpPr>
      <p:sp>
        <p:nvSpPr>
          <p:cNvPr id="2" name="Freeform 5">
            <a:extLst>
              <a:ext uri="{FF2B5EF4-FFF2-40B4-BE49-F238E27FC236}">
                <a16:creationId xmlns:a16="http://schemas.microsoft.com/office/drawing/2014/main" id="{D53AEF42-15E7-649A-BE0F-3BDA462B102A}"/>
              </a:ext>
            </a:extLst>
          </p:cNvPr>
          <p:cNvSpPr/>
          <p:nvPr/>
        </p:nvSpPr>
        <p:spPr>
          <a:xfrm>
            <a:off x="-1591" y="0"/>
            <a:ext cx="9312277" cy="6858000"/>
          </a:xfrm>
          <a:custGeom>
            <a:avLst/>
            <a:gdLst>
              <a:gd name="f0" fmla="val 10800000"/>
              <a:gd name="f1" fmla="val 5400000"/>
              <a:gd name="f2" fmla="val 180"/>
              <a:gd name="f3" fmla="val w"/>
              <a:gd name="f4" fmla="val h"/>
              <a:gd name="f5" fmla="val 0"/>
              <a:gd name="f6" fmla="val 5867"/>
              <a:gd name="f7" fmla="val 4320"/>
              <a:gd name="f8" fmla="val 3187"/>
              <a:gd name="f9" fmla="val 3717"/>
              <a:gd name="f10" fmla="val 3993"/>
              <a:gd name="f11" fmla="val 4197"/>
              <a:gd name="f12" fmla="val 3574"/>
              <a:gd name="f13" fmla="val 4630"/>
              <a:gd name="f14" fmla="val 3063"/>
              <a:gd name="f15" fmla="val 5097"/>
              <a:gd name="f16" fmla="val 2509"/>
              <a:gd name="f17" fmla="val 5447"/>
              <a:gd name="f18" fmla="val 1824"/>
              <a:gd name="f19" fmla="val 5669"/>
              <a:gd name="f20" fmla="val 1003"/>
              <a:gd name="f21" fmla="val 5752"/>
              <a:gd name="f22" fmla="val 692"/>
              <a:gd name="f23" fmla="val 5818"/>
              <a:gd name="f24" fmla="val 357"/>
              <a:gd name="f25" fmla="+- 0 0 -90"/>
              <a:gd name="f26" fmla="*/ f3 1 5867"/>
              <a:gd name="f27" fmla="*/ f4 1 4320"/>
              <a:gd name="f28" fmla="+- f7 0 f5"/>
              <a:gd name="f29" fmla="+- f6 0 f5"/>
              <a:gd name="f30" fmla="*/ f25 f0 1"/>
              <a:gd name="f31" fmla="*/ f29 1 5867"/>
              <a:gd name="f32" fmla="*/ f28 1 4320"/>
              <a:gd name="f33" fmla="*/ 0 f29 1"/>
              <a:gd name="f34" fmla="*/ 0 f28 1"/>
              <a:gd name="f35" fmla="*/ 4320 f28 1"/>
              <a:gd name="f36" fmla="*/ 3187 f29 1"/>
              <a:gd name="f37" fmla="*/ 4630 f29 1"/>
              <a:gd name="f38" fmla="*/ 3063 f28 1"/>
              <a:gd name="f39" fmla="*/ 5669 f29 1"/>
              <a:gd name="f40" fmla="*/ 1003 f28 1"/>
              <a:gd name="f41" fmla="*/ 5867 f29 1"/>
              <a:gd name="f42" fmla="*/ f30 1 f2"/>
              <a:gd name="f43" fmla="*/ f33 1 5867"/>
              <a:gd name="f44" fmla="*/ f34 1 4320"/>
              <a:gd name="f45" fmla="*/ f35 1 4320"/>
              <a:gd name="f46" fmla="*/ f36 1 5867"/>
              <a:gd name="f47" fmla="*/ f37 1 5867"/>
              <a:gd name="f48" fmla="*/ f38 1 4320"/>
              <a:gd name="f49" fmla="*/ f39 1 5867"/>
              <a:gd name="f50" fmla="*/ f40 1 4320"/>
              <a:gd name="f51" fmla="*/ f41 1 5867"/>
              <a:gd name="f52" fmla="*/ 0 1 f31"/>
              <a:gd name="f53" fmla="*/ f6 1 f31"/>
              <a:gd name="f54" fmla="*/ 0 1 f32"/>
              <a:gd name="f55" fmla="*/ f7 1 f32"/>
              <a:gd name="f56" fmla="+- f42 0 f1"/>
              <a:gd name="f57" fmla="*/ f43 1 f31"/>
              <a:gd name="f58" fmla="*/ f44 1 f32"/>
              <a:gd name="f59" fmla="*/ f45 1 f32"/>
              <a:gd name="f60" fmla="*/ f46 1 f31"/>
              <a:gd name="f61" fmla="*/ f47 1 f31"/>
              <a:gd name="f62" fmla="*/ f48 1 f32"/>
              <a:gd name="f63" fmla="*/ f49 1 f31"/>
              <a:gd name="f64" fmla="*/ f50 1 f32"/>
              <a:gd name="f65" fmla="*/ f51 1 f31"/>
              <a:gd name="f66" fmla="*/ f52 f26 1"/>
              <a:gd name="f67" fmla="*/ f53 f26 1"/>
              <a:gd name="f68" fmla="*/ f55 f27 1"/>
              <a:gd name="f69" fmla="*/ f54 f27 1"/>
              <a:gd name="f70" fmla="*/ f57 f26 1"/>
              <a:gd name="f71" fmla="*/ f58 f27 1"/>
              <a:gd name="f72" fmla="*/ f59 f27 1"/>
              <a:gd name="f73" fmla="*/ f60 f26 1"/>
              <a:gd name="f74" fmla="*/ f61 f26 1"/>
              <a:gd name="f75" fmla="*/ f62 f27 1"/>
              <a:gd name="f76" fmla="*/ f63 f26 1"/>
              <a:gd name="f77" fmla="*/ f64 f27 1"/>
              <a:gd name="f78" fmla="*/ f65 f26 1"/>
            </a:gdLst>
            <a:ahLst/>
            <a:cxnLst>
              <a:cxn ang="3cd4">
                <a:pos x="hc" y="t"/>
              </a:cxn>
              <a:cxn ang="0">
                <a:pos x="r" y="vc"/>
              </a:cxn>
              <a:cxn ang="cd4">
                <a:pos x="hc" y="b"/>
              </a:cxn>
              <a:cxn ang="cd2">
                <a:pos x="l" y="vc"/>
              </a:cxn>
              <a:cxn ang="f56">
                <a:pos x="f70" y="f71"/>
              </a:cxn>
              <a:cxn ang="f56">
                <a:pos x="f70" y="f72"/>
              </a:cxn>
              <a:cxn ang="f56">
                <a:pos x="f73" y="f72"/>
              </a:cxn>
              <a:cxn ang="f56">
                <a:pos x="f74" y="f75"/>
              </a:cxn>
              <a:cxn ang="f56">
                <a:pos x="f76" y="f77"/>
              </a:cxn>
              <a:cxn ang="f56">
                <a:pos x="f78" y="f71"/>
              </a:cxn>
              <a:cxn ang="f56">
                <a:pos x="f70" y="f71"/>
              </a:cxn>
            </a:cxnLst>
            <a:rect l="f66" t="f69" r="f67" b="f68"/>
            <a:pathLst>
              <a:path w="5867" h="4320">
                <a:moveTo>
                  <a:pt x="f5" y="f5"/>
                </a:moveTo>
                <a:cubicBezTo>
                  <a:pt x="f5" y="f7"/>
                  <a:pt x="f5" y="f7"/>
                  <a:pt x="f5" y="f7"/>
                </a:cubicBezTo>
                <a:cubicBezTo>
                  <a:pt x="f8" y="f7"/>
                  <a:pt x="f8" y="f7"/>
                  <a:pt x="f8" y="f7"/>
                </a:cubicBezTo>
                <a:cubicBezTo>
                  <a:pt x="f9" y="f10"/>
                  <a:pt x="f11" y="f12"/>
                  <a:pt x="f13" y="f14"/>
                </a:cubicBezTo>
                <a:cubicBezTo>
                  <a:pt x="f15" y="f16"/>
                  <a:pt x="f17" y="f18"/>
                  <a:pt x="f19" y="f20"/>
                </a:cubicBezTo>
                <a:cubicBezTo>
                  <a:pt x="f21" y="f22"/>
                  <a:pt x="f23" y="f24"/>
                  <a:pt x="f6" y="f5"/>
                </a:cubicBezTo>
                <a:lnTo>
                  <a:pt x="f5" y="f5"/>
                </a:lnTo>
                <a:close/>
              </a:path>
            </a:pathLst>
          </a:custGeom>
          <a:solidFill>
            <a:srgbClr val="00667D"/>
          </a:solidFill>
          <a:ln cap="flat">
            <a:noFill/>
            <a:prstDash val="solid"/>
          </a:ln>
        </p:spPr>
        <p:txBody>
          <a:bodyPr vert="horz" wrap="square" lIns="91440" tIns="45720" rIns="91440" bIns="4572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IE" sz="1800" b="0" i="0" u="none" strike="noStrike" kern="1200" cap="none" spc="0" baseline="0">
              <a:solidFill>
                <a:srgbClr val="000000"/>
              </a:solidFill>
              <a:uFillTx/>
              <a:latin typeface="Aptos"/>
            </a:endParaRPr>
          </a:p>
        </p:txBody>
      </p:sp>
    </p:spTree>
    <p:extLst>
      <p:ext uri="{BB962C8B-B14F-4D97-AF65-F5344CB8AC3E}">
        <p14:creationId xmlns:p14="http://schemas.microsoft.com/office/powerpoint/2010/main" val="2455129793"/>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showMasterSp="0" preserve="1">
  <p:cSld name="5_Title and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1971745154"/>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pic>
        <p:nvPicPr>
          <p:cNvPr id="2" name="Picture 12">
            <a:extLst>
              <a:ext uri="{FF2B5EF4-FFF2-40B4-BE49-F238E27FC236}">
                <a16:creationId xmlns:a16="http://schemas.microsoft.com/office/drawing/2014/main" id="{3CC45D23-C112-4CD7-62D5-4A6E79A16513}"/>
              </a:ext>
            </a:extLst>
          </p:cNvPr>
          <p:cNvPicPr>
            <a:picLocks noChangeAspect="1"/>
          </p:cNvPicPr>
          <p:nvPr/>
        </p:nvPicPr>
        <p:blipFill>
          <a:blip r:embed="rId2"/>
          <a:stretch>
            <a:fillRect/>
          </a:stretch>
        </p:blipFill>
        <p:spPr>
          <a:xfrm>
            <a:off x="0" y="0"/>
            <a:ext cx="9308985" cy="6858000"/>
          </a:xfrm>
          <a:prstGeom prst="rect">
            <a:avLst/>
          </a:prstGeom>
          <a:noFill/>
          <a:ln cap="flat">
            <a:noFill/>
          </a:ln>
        </p:spPr>
      </p:pic>
      <p:sp>
        <p:nvSpPr>
          <p:cNvPr id="3" name="Title 1">
            <a:extLst>
              <a:ext uri="{FF2B5EF4-FFF2-40B4-BE49-F238E27FC236}">
                <a16:creationId xmlns:a16="http://schemas.microsoft.com/office/drawing/2014/main" id="{636CA3EB-8B7D-F2D9-5F80-59E1BB963205}"/>
              </a:ext>
            </a:extLst>
          </p:cNvPr>
          <p:cNvSpPr txBox="1">
            <a:spLocks noGrp="1"/>
          </p:cNvSpPr>
          <p:nvPr>
            <p:ph type="title"/>
          </p:nvPr>
        </p:nvSpPr>
        <p:spPr>
          <a:xfrm>
            <a:off x="631594" y="436561"/>
            <a:ext cx="5064349" cy="2482852"/>
          </a:xfrm>
        </p:spPr>
        <p:txBody>
          <a:bodyPr anchor="b"/>
          <a:lstStyle>
            <a:lvl1pPr>
              <a:lnSpc>
                <a:spcPct val="85000"/>
              </a:lnSpc>
              <a:defRPr sz="4400"/>
            </a:lvl1pPr>
          </a:lstStyle>
          <a:p>
            <a:pPr lvl="0"/>
            <a:r>
              <a:rPr lang="en-US"/>
              <a:t>Click to edit Master title style</a:t>
            </a:r>
            <a:endParaRPr lang="en-IE"/>
          </a:p>
        </p:txBody>
      </p:sp>
      <p:sp>
        <p:nvSpPr>
          <p:cNvPr id="4" name="Subtitle 2">
            <a:extLst>
              <a:ext uri="{FF2B5EF4-FFF2-40B4-BE49-F238E27FC236}">
                <a16:creationId xmlns:a16="http://schemas.microsoft.com/office/drawing/2014/main" id="{3F1AB2C8-8615-D21C-243F-5F34F55C769F}"/>
              </a:ext>
            </a:extLst>
          </p:cNvPr>
          <p:cNvSpPr txBox="1">
            <a:spLocks noGrp="1"/>
          </p:cNvSpPr>
          <p:nvPr>
            <p:ph type="subTitle" idx="4294967295"/>
          </p:nvPr>
        </p:nvSpPr>
        <p:spPr>
          <a:xfrm>
            <a:off x="631594" y="3257550"/>
            <a:ext cx="5064349" cy="385767"/>
          </a:xfrm>
        </p:spPr>
        <p:txBody>
          <a:bodyPr>
            <a:noAutofit/>
          </a:bodyPr>
          <a:lstStyle>
            <a:lvl1pPr marL="0" indent="0">
              <a:buNone/>
              <a:defRPr b="1">
                <a:solidFill>
                  <a:srgbClr val="00667D"/>
                </a:solidFill>
              </a:defRPr>
            </a:lvl1pPr>
          </a:lstStyle>
          <a:p>
            <a:pPr lvl="0"/>
            <a:r>
              <a:rPr lang="en-US"/>
              <a:t>Click to edit Master subtitle style</a:t>
            </a:r>
            <a:endParaRPr lang="en-IE"/>
          </a:p>
        </p:txBody>
      </p:sp>
      <p:sp>
        <p:nvSpPr>
          <p:cNvPr id="7" name="Text Placeholder 10">
            <a:extLst>
              <a:ext uri="{FF2B5EF4-FFF2-40B4-BE49-F238E27FC236}">
                <a16:creationId xmlns:a16="http://schemas.microsoft.com/office/drawing/2014/main" id="{26EDFD50-C74E-C5A3-69E8-3B0FAC282308}"/>
              </a:ext>
            </a:extLst>
          </p:cNvPr>
          <p:cNvSpPr txBox="1">
            <a:spLocks noGrp="1"/>
          </p:cNvSpPr>
          <p:nvPr>
            <p:ph type="body" idx="4294967295"/>
          </p:nvPr>
        </p:nvSpPr>
        <p:spPr>
          <a:xfrm>
            <a:off x="631822" y="3657600"/>
            <a:ext cx="5064120" cy="1228725"/>
          </a:xfrm>
        </p:spPr>
        <p:txBody>
          <a:bodyPr>
            <a:noAutofit/>
          </a:bodyPr>
          <a:lstStyle>
            <a:lvl1pPr marL="0" indent="0">
              <a:spcBef>
                <a:spcPts val="0"/>
              </a:spcBef>
              <a:buNone/>
              <a:defRPr b="1">
                <a:solidFill>
                  <a:srgbClr val="FFFFFF"/>
                </a:solidFill>
              </a:defRPr>
            </a:lvl1pPr>
          </a:lstStyle>
          <a:p>
            <a:pPr lvl="0"/>
            <a:r>
              <a:rPr lang="en-US"/>
              <a:t>Edit Master text styles</a:t>
            </a:r>
          </a:p>
        </p:txBody>
      </p:sp>
      <p:pic>
        <p:nvPicPr>
          <p:cNvPr id="8" name="Picture 13">
            <a:extLst>
              <a:ext uri="{FF2B5EF4-FFF2-40B4-BE49-F238E27FC236}">
                <a16:creationId xmlns:a16="http://schemas.microsoft.com/office/drawing/2014/main" id="{A1A0F650-68B9-562D-8D12-B3A867861C9D}"/>
              </a:ext>
            </a:extLst>
          </p:cNvPr>
          <p:cNvPicPr>
            <a:picLocks noChangeAspect="1"/>
          </p:cNvPicPr>
          <p:nvPr/>
        </p:nvPicPr>
        <p:blipFill>
          <a:blip r:embed="rId3"/>
          <a:stretch>
            <a:fillRect/>
          </a:stretch>
        </p:blipFill>
        <p:spPr>
          <a:xfrm>
            <a:off x="631594" y="6232843"/>
            <a:ext cx="1677603" cy="111840"/>
          </a:xfrm>
          <a:prstGeom prst="rect">
            <a:avLst/>
          </a:prstGeom>
          <a:noFill/>
          <a:ln cap="flat">
            <a:noFill/>
          </a:ln>
        </p:spPr>
      </p:pic>
    </p:spTree>
    <p:extLst>
      <p:ext uri="{BB962C8B-B14F-4D97-AF65-F5344CB8AC3E}">
        <p14:creationId xmlns:p14="http://schemas.microsoft.com/office/powerpoint/2010/main" val="1478012269"/>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showMasterSp="0" preserve="1">
  <p:cSld name="1_Title Slide">
    <p:spTree>
      <p:nvGrpSpPr>
        <p:cNvPr id="1" name=""/>
        <p:cNvGrpSpPr/>
        <p:nvPr/>
      </p:nvGrpSpPr>
      <p:grpSpPr>
        <a:xfrm>
          <a:off x="0" y="0"/>
          <a:ext cx="0" cy="0"/>
          <a:chOff x="0" y="0"/>
          <a:chExt cx="0" cy="0"/>
        </a:xfrm>
      </p:grpSpPr>
      <p:sp>
        <p:nvSpPr>
          <p:cNvPr id="2" name="Freeform 5">
            <a:extLst>
              <a:ext uri="{FF2B5EF4-FFF2-40B4-BE49-F238E27FC236}">
                <a16:creationId xmlns:a16="http://schemas.microsoft.com/office/drawing/2014/main" id="{6A1F6C06-3DAF-30D4-CED4-9CD4BC33DD72}"/>
              </a:ext>
            </a:extLst>
          </p:cNvPr>
          <p:cNvSpPr/>
          <p:nvPr/>
        </p:nvSpPr>
        <p:spPr>
          <a:xfrm>
            <a:off x="-1591" y="0"/>
            <a:ext cx="9312277" cy="6858000"/>
          </a:xfrm>
          <a:custGeom>
            <a:avLst/>
            <a:gdLst>
              <a:gd name="f0" fmla="val 10800000"/>
              <a:gd name="f1" fmla="val 5400000"/>
              <a:gd name="f2" fmla="val 180"/>
              <a:gd name="f3" fmla="val w"/>
              <a:gd name="f4" fmla="val h"/>
              <a:gd name="f5" fmla="val 0"/>
              <a:gd name="f6" fmla="val 5867"/>
              <a:gd name="f7" fmla="val 4320"/>
              <a:gd name="f8" fmla="val 3187"/>
              <a:gd name="f9" fmla="val 3717"/>
              <a:gd name="f10" fmla="val 3993"/>
              <a:gd name="f11" fmla="val 4197"/>
              <a:gd name="f12" fmla="val 3574"/>
              <a:gd name="f13" fmla="val 4630"/>
              <a:gd name="f14" fmla="val 3063"/>
              <a:gd name="f15" fmla="val 5097"/>
              <a:gd name="f16" fmla="val 2509"/>
              <a:gd name="f17" fmla="val 5447"/>
              <a:gd name="f18" fmla="val 1824"/>
              <a:gd name="f19" fmla="val 5669"/>
              <a:gd name="f20" fmla="val 1003"/>
              <a:gd name="f21" fmla="val 5752"/>
              <a:gd name="f22" fmla="val 692"/>
              <a:gd name="f23" fmla="val 5818"/>
              <a:gd name="f24" fmla="val 357"/>
              <a:gd name="f25" fmla="+- 0 0 -90"/>
              <a:gd name="f26" fmla="*/ f3 1 5867"/>
              <a:gd name="f27" fmla="*/ f4 1 4320"/>
              <a:gd name="f28" fmla="+- f7 0 f5"/>
              <a:gd name="f29" fmla="+- f6 0 f5"/>
              <a:gd name="f30" fmla="*/ f25 f0 1"/>
              <a:gd name="f31" fmla="*/ f29 1 5867"/>
              <a:gd name="f32" fmla="*/ f28 1 4320"/>
              <a:gd name="f33" fmla="*/ 0 f29 1"/>
              <a:gd name="f34" fmla="*/ 0 f28 1"/>
              <a:gd name="f35" fmla="*/ 4320 f28 1"/>
              <a:gd name="f36" fmla="*/ 3187 f29 1"/>
              <a:gd name="f37" fmla="*/ 4630 f29 1"/>
              <a:gd name="f38" fmla="*/ 3063 f28 1"/>
              <a:gd name="f39" fmla="*/ 5669 f29 1"/>
              <a:gd name="f40" fmla="*/ 1003 f28 1"/>
              <a:gd name="f41" fmla="*/ 5867 f29 1"/>
              <a:gd name="f42" fmla="*/ f30 1 f2"/>
              <a:gd name="f43" fmla="*/ f33 1 5867"/>
              <a:gd name="f44" fmla="*/ f34 1 4320"/>
              <a:gd name="f45" fmla="*/ f35 1 4320"/>
              <a:gd name="f46" fmla="*/ f36 1 5867"/>
              <a:gd name="f47" fmla="*/ f37 1 5867"/>
              <a:gd name="f48" fmla="*/ f38 1 4320"/>
              <a:gd name="f49" fmla="*/ f39 1 5867"/>
              <a:gd name="f50" fmla="*/ f40 1 4320"/>
              <a:gd name="f51" fmla="*/ f41 1 5867"/>
              <a:gd name="f52" fmla="*/ 0 1 f31"/>
              <a:gd name="f53" fmla="*/ f6 1 f31"/>
              <a:gd name="f54" fmla="*/ 0 1 f32"/>
              <a:gd name="f55" fmla="*/ f7 1 f32"/>
              <a:gd name="f56" fmla="+- f42 0 f1"/>
              <a:gd name="f57" fmla="*/ f43 1 f31"/>
              <a:gd name="f58" fmla="*/ f44 1 f32"/>
              <a:gd name="f59" fmla="*/ f45 1 f32"/>
              <a:gd name="f60" fmla="*/ f46 1 f31"/>
              <a:gd name="f61" fmla="*/ f47 1 f31"/>
              <a:gd name="f62" fmla="*/ f48 1 f32"/>
              <a:gd name="f63" fmla="*/ f49 1 f31"/>
              <a:gd name="f64" fmla="*/ f50 1 f32"/>
              <a:gd name="f65" fmla="*/ f51 1 f31"/>
              <a:gd name="f66" fmla="*/ f52 f26 1"/>
              <a:gd name="f67" fmla="*/ f53 f26 1"/>
              <a:gd name="f68" fmla="*/ f55 f27 1"/>
              <a:gd name="f69" fmla="*/ f54 f27 1"/>
              <a:gd name="f70" fmla="*/ f57 f26 1"/>
              <a:gd name="f71" fmla="*/ f58 f27 1"/>
              <a:gd name="f72" fmla="*/ f59 f27 1"/>
              <a:gd name="f73" fmla="*/ f60 f26 1"/>
              <a:gd name="f74" fmla="*/ f61 f26 1"/>
              <a:gd name="f75" fmla="*/ f62 f27 1"/>
              <a:gd name="f76" fmla="*/ f63 f26 1"/>
              <a:gd name="f77" fmla="*/ f64 f27 1"/>
              <a:gd name="f78" fmla="*/ f65 f26 1"/>
            </a:gdLst>
            <a:ahLst/>
            <a:cxnLst>
              <a:cxn ang="3cd4">
                <a:pos x="hc" y="t"/>
              </a:cxn>
              <a:cxn ang="0">
                <a:pos x="r" y="vc"/>
              </a:cxn>
              <a:cxn ang="cd4">
                <a:pos x="hc" y="b"/>
              </a:cxn>
              <a:cxn ang="cd2">
                <a:pos x="l" y="vc"/>
              </a:cxn>
              <a:cxn ang="f56">
                <a:pos x="f70" y="f71"/>
              </a:cxn>
              <a:cxn ang="f56">
                <a:pos x="f70" y="f72"/>
              </a:cxn>
              <a:cxn ang="f56">
                <a:pos x="f73" y="f72"/>
              </a:cxn>
              <a:cxn ang="f56">
                <a:pos x="f74" y="f75"/>
              </a:cxn>
              <a:cxn ang="f56">
                <a:pos x="f76" y="f77"/>
              </a:cxn>
              <a:cxn ang="f56">
                <a:pos x="f78" y="f71"/>
              </a:cxn>
              <a:cxn ang="f56">
                <a:pos x="f70" y="f71"/>
              </a:cxn>
            </a:cxnLst>
            <a:rect l="f66" t="f69" r="f67" b="f68"/>
            <a:pathLst>
              <a:path w="5867" h="4320">
                <a:moveTo>
                  <a:pt x="f5" y="f5"/>
                </a:moveTo>
                <a:cubicBezTo>
                  <a:pt x="f5" y="f7"/>
                  <a:pt x="f5" y="f7"/>
                  <a:pt x="f5" y="f7"/>
                </a:cubicBezTo>
                <a:cubicBezTo>
                  <a:pt x="f8" y="f7"/>
                  <a:pt x="f8" y="f7"/>
                  <a:pt x="f8" y="f7"/>
                </a:cubicBezTo>
                <a:cubicBezTo>
                  <a:pt x="f9" y="f10"/>
                  <a:pt x="f11" y="f12"/>
                  <a:pt x="f13" y="f14"/>
                </a:cubicBezTo>
                <a:cubicBezTo>
                  <a:pt x="f15" y="f16"/>
                  <a:pt x="f17" y="f18"/>
                  <a:pt x="f19" y="f20"/>
                </a:cubicBezTo>
                <a:cubicBezTo>
                  <a:pt x="f21" y="f22"/>
                  <a:pt x="f23" y="f24"/>
                  <a:pt x="f6" y="f5"/>
                </a:cubicBezTo>
                <a:lnTo>
                  <a:pt x="f5" y="f5"/>
                </a:lnTo>
                <a:close/>
              </a:path>
            </a:pathLst>
          </a:custGeom>
          <a:solidFill>
            <a:srgbClr val="00667D"/>
          </a:solidFill>
          <a:ln cap="flat">
            <a:noFill/>
            <a:prstDash val="solid"/>
          </a:ln>
        </p:spPr>
        <p:txBody>
          <a:bodyPr vert="horz" wrap="square" lIns="91440" tIns="45720" rIns="91440" bIns="4572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IE" sz="1800" b="0" i="0" u="none" strike="noStrike" kern="1200" cap="none" spc="0" baseline="0">
              <a:solidFill>
                <a:srgbClr val="000000"/>
              </a:solidFill>
              <a:uFillTx/>
              <a:latin typeface="Calibri"/>
            </a:endParaRPr>
          </a:p>
        </p:txBody>
      </p:sp>
      <p:sp>
        <p:nvSpPr>
          <p:cNvPr id="3" name="Title 1">
            <a:extLst>
              <a:ext uri="{FF2B5EF4-FFF2-40B4-BE49-F238E27FC236}">
                <a16:creationId xmlns:a16="http://schemas.microsoft.com/office/drawing/2014/main" id="{64A21FE4-21AC-7C61-C60B-9B41566BD443}"/>
              </a:ext>
            </a:extLst>
          </p:cNvPr>
          <p:cNvSpPr txBox="1">
            <a:spLocks noGrp="1"/>
          </p:cNvSpPr>
          <p:nvPr>
            <p:ph type="title"/>
          </p:nvPr>
        </p:nvSpPr>
        <p:spPr>
          <a:xfrm>
            <a:off x="631594" y="436561"/>
            <a:ext cx="6416902" cy="1957849"/>
          </a:xfrm>
        </p:spPr>
        <p:txBody>
          <a:bodyPr anchor="b"/>
          <a:lstStyle>
            <a:lvl1pPr>
              <a:lnSpc>
                <a:spcPct val="85000"/>
              </a:lnSpc>
              <a:defRPr sz="4400">
                <a:solidFill>
                  <a:srgbClr val="FFFFFF"/>
                </a:solidFill>
              </a:defRPr>
            </a:lvl1pPr>
          </a:lstStyle>
          <a:p>
            <a:pPr lvl="0"/>
            <a:r>
              <a:rPr lang="en-US"/>
              <a:t>Click to edit Master title style</a:t>
            </a:r>
            <a:endParaRPr lang="en-IE"/>
          </a:p>
        </p:txBody>
      </p:sp>
      <p:sp>
        <p:nvSpPr>
          <p:cNvPr id="4" name="Subtitle 2">
            <a:extLst>
              <a:ext uri="{FF2B5EF4-FFF2-40B4-BE49-F238E27FC236}">
                <a16:creationId xmlns:a16="http://schemas.microsoft.com/office/drawing/2014/main" id="{F8107EA4-A580-208A-18B3-1347912116AD}"/>
              </a:ext>
            </a:extLst>
          </p:cNvPr>
          <p:cNvSpPr txBox="1">
            <a:spLocks noGrp="1"/>
          </p:cNvSpPr>
          <p:nvPr>
            <p:ph type="subTitle" idx="4294967295"/>
          </p:nvPr>
        </p:nvSpPr>
        <p:spPr>
          <a:xfrm>
            <a:off x="631594" y="2349495"/>
            <a:ext cx="6416902" cy="1847846"/>
          </a:xfrm>
        </p:spPr>
        <p:txBody>
          <a:bodyPr>
            <a:noAutofit/>
          </a:bodyPr>
          <a:lstStyle>
            <a:lvl1pPr marL="0" indent="0">
              <a:lnSpc>
                <a:spcPct val="85000"/>
              </a:lnSpc>
              <a:buNone/>
              <a:defRPr sz="4400">
                <a:solidFill>
                  <a:srgbClr val="FFFFFF"/>
                </a:solidFill>
              </a:defRPr>
            </a:lvl1pPr>
          </a:lstStyle>
          <a:p>
            <a:pPr lvl="0"/>
            <a:r>
              <a:rPr lang="en-US"/>
              <a:t>Click to edit Master subtitle style</a:t>
            </a:r>
            <a:endParaRPr lang="en-IE"/>
          </a:p>
        </p:txBody>
      </p:sp>
      <p:sp>
        <p:nvSpPr>
          <p:cNvPr id="5" name="Text Placeholder 10">
            <a:extLst>
              <a:ext uri="{FF2B5EF4-FFF2-40B4-BE49-F238E27FC236}">
                <a16:creationId xmlns:a16="http://schemas.microsoft.com/office/drawing/2014/main" id="{86B1D2C4-9FDE-0681-35D2-67C0F95881E9}"/>
              </a:ext>
            </a:extLst>
          </p:cNvPr>
          <p:cNvSpPr txBox="1">
            <a:spLocks noGrp="1"/>
          </p:cNvSpPr>
          <p:nvPr>
            <p:ph type="body" idx="4294967295"/>
          </p:nvPr>
        </p:nvSpPr>
        <p:spPr>
          <a:xfrm>
            <a:off x="631822" y="4458879"/>
            <a:ext cx="5064120" cy="1228725"/>
          </a:xfrm>
        </p:spPr>
        <p:txBody>
          <a:bodyPr>
            <a:noAutofit/>
          </a:bodyPr>
          <a:lstStyle>
            <a:lvl1pPr marL="0" indent="0">
              <a:spcBef>
                <a:spcPts val="0"/>
              </a:spcBef>
              <a:buNone/>
              <a:defRPr b="1">
                <a:solidFill>
                  <a:srgbClr val="26CAD3"/>
                </a:solidFill>
              </a:defRPr>
            </a:lvl1pPr>
          </a:lstStyle>
          <a:p>
            <a:pPr lvl="0"/>
            <a:r>
              <a:rPr lang="en-US"/>
              <a:t>Edit Master text styles</a:t>
            </a:r>
          </a:p>
        </p:txBody>
      </p:sp>
    </p:spTree>
    <p:extLst>
      <p:ext uri="{BB962C8B-B14F-4D97-AF65-F5344CB8AC3E}">
        <p14:creationId xmlns:p14="http://schemas.microsoft.com/office/powerpoint/2010/main" val="3732116103"/>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showMasterSp="0" preserve="1">
  <p:cSld name="2_Title Slide">
    <p:spTree>
      <p:nvGrpSpPr>
        <p:cNvPr id="1" name=""/>
        <p:cNvGrpSpPr/>
        <p:nvPr/>
      </p:nvGrpSpPr>
      <p:grpSpPr>
        <a:xfrm>
          <a:off x="0" y="0"/>
          <a:ext cx="0" cy="0"/>
          <a:chOff x="0" y="0"/>
          <a:chExt cx="0" cy="0"/>
        </a:xfrm>
      </p:grpSpPr>
      <p:sp>
        <p:nvSpPr>
          <p:cNvPr id="2" name="Freeform 5">
            <a:extLst>
              <a:ext uri="{FF2B5EF4-FFF2-40B4-BE49-F238E27FC236}">
                <a16:creationId xmlns:a16="http://schemas.microsoft.com/office/drawing/2014/main" id="{13006703-B28E-F11B-D929-1081890B8289}"/>
              </a:ext>
            </a:extLst>
          </p:cNvPr>
          <p:cNvSpPr/>
          <p:nvPr/>
        </p:nvSpPr>
        <p:spPr>
          <a:xfrm>
            <a:off x="-1591" y="0"/>
            <a:ext cx="9312277" cy="6858000"/>
          </a:xfrm>
          <a:custGeom>
            <a:avLst/>
            <a:gdLst>
              <a:gd name="f0" fmla="val 10800000"/>
              <a:gd name="f1" fmla="val 5400000"/>
              <a:gd name="f2" fmla="val 180"/>
              <a:gd name="f3" fmla="val w"/>
              <a:gd name="f4" fmla="val h"/>
              <a:gd name="f5" fmla="val 0"/>
              <a:gd name="f6" fmla="val 5867"/>
              <a:gd name="f7" fmla="val 4320"/>
              <a:gd name="f8" fmla="val 3187"/>
              <a:gd name="f9" fmla="val 3717"/>
              <a:gd name="f10" fmla="val 3993"/>
              <a:gd name="f11" fmla="val 4197"/>
              <a:gd name="f12" fmla="val 3574"/>
              <a:gd name="f13" fmla="val 4630"/>
              <a:gd name="f14" fmla="val 3063"/>
              <a:gd name="f15" fmla="val 5097"/>
              <a:gd name="f16" fmla="val 2509"/>
              <a:gd name="f17" fmla="val 5447"/>
              <a:gd name="f18" fmla="val 1824"/>
              <a:gd name="f19" fmla="val 5669"/>
              <a:gd name="f20" fmla="val 1003"/>
              <a:gd name="f21" fmla="val 5752"/>
              <a:gd name="f22" fmla="val 692"/>
              <a:gd name="f23" fmla="val 5818"/>
              <a:gd name="f24" fmla="val 357"/>
              <a:gd name="f25" fmla="+- 0 0 -90"/>
              <a:gd name="f26" fmla="*/ f3 1 5867"/>
              <a:gd name="f27" fmla="*/ f4 1 4320"/>
              <a:gd name="f28" fmla="+- f7 0 f5"/>
              <a:gd name="f29" fmla="+- f6 0 f5"/>
              <a:gd name="f30" fmla="*/ f25 f0 1"/>
              <a:gd name="f31" fmla="*/ f29 1 5867"/>
              <a:gd name="f32" fmla="*/ f28 1 4320"/>
              <a:gd name="f33" fmla="*/ 0 f29 1"/>
              <a:gd name="f34" fmla="*/ 0 f28 1"/>
              <a:gd name="f35" fmla="*/ 4320 f28 1"/>
              <a:gd name="f36" fmla="*/ 3187 f29 1"/>
              <a:gd name="f37" fmla="*/ 4630 f29 1"/>
              <a:gd name="f38" fmla="*/ 3063 f28 1"/>
              <a:gd name="f39" fmla="*/ 5669 f29 1"/>
              <a:gd name="f40" fmla="*/ 1003 f28 1"/>
              <a:gd name="f41" fmla="*/ 5867 f29 1"/>
              <a:gd name="f42" fmla="*/ f30 1 f2"/>
              <a:gd name="f43" fmla="*/ f33 1 5867"/>
              <a:gd name="f44" fmla="*/ f34 1 4320"/>
              <a:gd name="f45" fmla="*/ f35 1 4320"/>
              <a:gd name="f46" fmla="*/ f36 1 5867"/>
              <a:gd name="f47" fmla="*/ f37 1 5867"/>
              <a:gd name="f48" fmla="*/ f38 1 4320"/>
              <a:gd name="f49" fmla="*/ f39 1 5867"/>
              <a:gd name="f50" fmla="*/ f40 1 4320"/>
              <a:gd name="f51" fmla="*/ f41 1 5867"/>
              <a:gd name="f52" fmla="*/ 0 1 f31"/>
              <a:gd name="f53" fmla="*/ f6 1 f31"/>
              <a:gd name="f54" fmla="*/ 0 1 f32"/>
              <a:gd name="f55" fmla="*/ f7 1 f32"/>
              <a:gd name="f56" fmla="+- f42 0 f1"/>
              <a:gd name="f57" fmla="*/ f43 1 f31"/>
              <a:gd name="f58" fmla="*/ f44 1 f32"/>
              <a:gd name="f59" fmla="*/ f45 1 f32"/>
              <a:gd name="f60" fmla="*/ f46 1 f31"/>
              <a:gd name="f61" fmla="*/ f47 1 f31"/>
              <a:gd name="f62" fmla="*/ f48 1 f32"/>
              <a:gd name="f63" fmla="*/ f49 1 f31"/>
              <a:gd name="f64" fmla="*/ f50 1 f32"/>
              <a:gd name="f65" fmla="*/ f51 1 f31"/>
              <a:gd name="f66" fmla="*/ f52 f26 1"/>
              <a:gd name="f67" fmla="*/ f53 f26 1"/>
              <a:gd name="f68" fmla="*/ f55 f27 1"/>
              <a:gd name="f69" fmla="*/ f54 f27 1"/>
              <a:gd name="f70" fmla="*/ f57 f26 1"/>
              <a:gd name="f71" fmla="*/ f58 f27 1"/>
              <a:gd name="f72" fmla="*/ f59 f27 1"/>
              <a:gd name="f73" fmla="*/ f60 f26 1"/>
              <a:gd name="f74" fmla="*/ f61 f26 1"/>
              <a:gd name="f75" fmla="*/ f62 f27 1"/>
              <a:gd name="f76" fmla="*/ f63 f26 1"/>
              <a:gd name="f77" fmla="*/ f64 f27 1"/>
              <a:gd name="f78" fmla="*/ f65 f26 1"/>
            </a:gdLst>
            <a:ahLst/>
            <a:cxnLst>
              <a:cxn ang="3cd4">
                <a:pos x="hc" y="t"/>
              </a:cxn>
              <a:cxn ang="0">
                <a:pos x="r" y="vc"/>
              </a:cxn>
              <a:cxn ang="cd4">
                <a:pos x="hc" y="b"/>
              </a:cxn>
              <a:cxn ang="cd2">
                <a:pos x="l" y="vc"/>
              </a:cxn>
              <a:cxn ang="f56">
                <a:pos x="f70" y="f71"/>
              </a:cxn>
              <a:cxn ang="f56">
                <a:pos x="f70" y="f72"/>
              </a:cxn>
              <a:cxn ang="f56">
                <a:pos x="f73" y="f72"/>
              </a:cxn>
              <a:cxn ang="f56">
                <a:pos x="f74" y="f75"/>
              </a:cxn>
              <a:cxn ang="f56">
                <a:pos x="f76" y="f77"/>
              </a:cxn>
              <a:cxn ang="f56">
                <a:pos x="f78" y="f71"/>
              </a:cxn>
              <a:cxn ang="f56">
                <a:pos x="f70" y="f71"/>
              </a:cxn>
            </a:cxnLst>
            <a:rect l="f66" t="f69" r="f67" b="f68"/>
            <a:pathLst>
              <a:path w="5867" h="4320">
                <a:moveTo>
                  <a:pt x="f5" y="f5"/>
                </a:moveTo>
                <a:cubicBezTo>
                  <a:pt x="f5" y="f7"/>
                  <a:pt x="f5" y="f7"/>
                  <a:pt x="f5" y="f7"/>
                </a:cubicBezTo>
                <a:cubicBezTo>
                  <a:pt x="f8" y="f7"/>
                  <a:pt x="f8" y="f7"/>
                  <a:pt x="f8" y="f7"/>
                </a:cubicBezTo>
                <a:cubicBezTo>
                  <a:pt x="f9" y="f10"/>
                  <a:pt x="f11" y="f12"/>
                  <a:pt x="f13" y="f14"/>
                </a:cubicBezTo>
                <a:cubicBezTo>
                  <a:pt x="f15" y="f16"/>
                  <a:pt x="f17" y="f18"/>
                  <a:pt x="f19" y="f20"/>
                </a:cubicBezTo>
                <a:cubicBezTo>
                  <a:pt x="f21" y="f22"/>
                  <a:pt x="f23" y="f24"/>
                  <a:pt x="f6" y="f5"/>
                </a:cubicBezTo>
                <a:lnTo>
                  <a:pt x="f5" y="f5"/>
                </a:lnTo>
                <a:close/>
              </a:path>
            </a:pathLst>
          </a:custGeom>
          <a:solidFill>
            <a:srgbClr val="00667D"/>
          </a:solidFill>
          <a:ln cap="flat">
            <a:noFill/>
            <a:prstDash val="solid"/>
          </a:ln>
        </p:spPr>
        <p:txBody>
          <a:bodyPr vert="horz" wrap="square" lIns="91440" tIns="45720" rIns="91440" bIns="4572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IE" sz="1800" b="0" i="0" u="none" strike="noStrike" kern="1200" cap="none" spc="0" baseline="0">
              <a:solidFill>
                <a:srgbClr val="000000"/>
              </a:solidFill>
              <a:uFillTx/>
              <a:latin typeface="Calibri"/>
            </a:endParaRPr>
          </a:p>
        </p:txBody>
      </p:sp>
      <p:sp>
        <p:nvSpPr>
          <p:cNvPr id="3" name="Title 1">
            <a:extLst>
              <a:ext uri="{FF2B5EF4-FFF2-40B4-BE49-F238E27FC236}">
                <a16:creationId xmlns:a16="http://schemas.microsoft.com/office/drawing/2014/main" id="{8E34227F-2ACD-4335-5633-346161E3F392}"/>
              </a:ext>
            </a:extLst>
          </p:cNvPr>
          <p:cNvSpPr txBox="1">
            <a:spLocks noGrp="1"/>
          </p:cNvSpPr>
          <p:nvPr>
            <p:ph type="title"/>
          </p:nvPr>
        </p:nvSpPr>
        <p:spPr>
          <a:xfrm>
            <a:off x="631594" y="436561"/>
            <a:ext cx="6416902" cy="1957849"/>
          </a:xfrm>
        </p:spPr>
        <p:txBody>
          <a:bodyPr anchor="b"/>
          <a:lstStyle>
            <a:lvl1pPr>
              <a:lnSpc>
                <a:spcPct val="85000"/>
              </a:lnSpc>
              <a:defRPr sz="4400">
                <a:solidFill>
                  <a:srgbClr val="FFFFFF"/>
                </a:solidFill>
              </a:defRPr>
            </a:lvl1pPr>
          </a:lstStyle>
          <a:p>
            <a:pPr lvl="0"/>
            <a:r>
              <a:rPr lang="en-US"/>
              <a:t>Click to edit Master title style</a:t>
            </a:r>
            <a:endParaRPr lang="en-IE"/>
          </a:p>
        </p:txBody>
      </p:sp>
      <p:sp>
        <p:nvSpPr>
          <p:cNvPr id="4" name="Subtitle 2">
            <a:extLst>
              <a:ext uri="{FF2B5EF4-FFF2-40B4-BE49-F238E27FC236}">
                <a16:creationId xmlns:a16="http://schemas.microsoft.com/office/drawing/2014/main" id="{F9332E11-87B4-67B6-3231-AF88218A3658}"/>
              </a:ext>
            </a:extLst>
          </p:cNvPr>
          <p:cNvSpPr txBox="1">
            <a:spLocks noGrp="1"/>
          </p:cNvSpPr>
          <p:nvPr>
            <p:ph type="subTitle" idx="4294967295"/>
          </p:nvPr>
        </p:nvSpPr>
        <p:spPr>
          <a:xfrm>
            <a:off x="631594" y="2349495"/>
            <a:ext cx="6416902" cy="1847846"/>
          </a:xfrm>
        </p:spPr>
        <p:txBody>
          <a:bodyPr>
            <a:noAutofit/>
          </a:bodyPr>
          <a:lstStyle>
            <a:lvl1pPr marL="0" indent="0">
              <a:lnSpc>
                <a:spcPct val="85000"/>
              </a:lnSpc>
              <a:buNone/>
              <a:defRPr sz="4400">
                <a:solidFill>
                  <a:srgbClr val="FFFFFF"/>
                </a:solidFill>
              </a:defRPr>
            </a:lvl1pPr>
          </a:lstStyle>
          <a:p>
            <a:pPr lvl="0"/>
            <a:r>
              <a:rPr lang="en-US"/>
              <a:t>Click to edit Master subtitle style</a:t>
            </a:r>
            <a:endParaRPr lang="en-IE"/>
          </a:p>
        </p:txBody>
      </p:sp>
      <p:sp>
        <p:nvSpPr>
          <p:cNvPr id="5" name="Text Placeholder 10">
            <a:extLst>
              <a:ext uri="{FF2B5EF4-FFF2-40B4-BE49-F238E27FC236}">
                <a16:creationId xmlns:a16="http://schemas.microsoft.com/office/drawing/2014/main" id="{B59DD7D8-489B-89CE-AE41-0F432FA4A7EF}"/>
              </a:ext>
            </a:extLst>
          </p:cNvPr>
          <p:cNvSpPr txBox="1">
            <a:spLocks noGrp="1"/>
          </p:cNvSpPr>
          <p:nvPr>
            <p:ph type="body" idx="4294967295"/>
          </p:nvPr>
        </p:nvSpPr>
        <p:spPr>
          <a:xfrm>
            <a:off x="631822" y="4458879"/>
            <a:ext cx="5064120" cy="1228725"/>
          </a:xfrm>
        </p:spPr>
        <p:txBody>
          <a:bodyPr>
            <a:noAutofit/>
          </a:bodyPr>
          <a:lstStyle>
            <a:lvl1pPr marL="0" indent="0">
              <a:spcBef>
                <a:spcPts val="0"/>
              </a:spcBef>
              <a:buNone/>
              <a:defRPr b="1">
                <a:solidFill>
                  <a:srgbClr val="26CAD3"/>
                </a:solidFill>
              </a:defRPr>
            </a:lvl1pPr>
          </a:lstStyle>
          <a:p>
            <a:pPr lvl="0"/>
            <a:r>
              <a:rPr lang="en-US"/>
              <a:t>Edit Master text styles</a:t>
            </a:r>
          </a:p>
        </p:txBody>
      </p:sp>
      <p:pic>
        <p:nvPicPr>
          <p:cNvPr id="6" name="Picture 15">
            <a:extLst>
              <a:ext uri="{FF2B5EF4-FFF2-40B4-BE49-F238E27FC236}">
                <a16:creationId xmlns:a16="http://schemas.microsoft.com/office/drawing/2014/main" id="{93571DC0-72B7-89C4-3E34-22F617D157BD}"/>
              </a:ext>
            </a:extLst>
          </p:cNvPr>
          <p:cNvPicPr>
            <a:picLocks noChangeAspect="1"/>
          </p:cNvPicPr>
          <p:nvPr/>
        </p:nvPicPr>
        <p:blipFill>
          <a:blip r:embed="rId2"/>
          <a:stretch>
            <a:fillRect/>
          </a:stretch>
        </p:blipFill>
        <p:spPr>
          <a:xfrm>
            <a:off x="631594" y="6232843"/>
            <a:ext cx="1677603" cy="111840"/>
          </a:xfrm>
          <a:prstGeom prst="rect">
            <a:avLst/>
          </a:prstGeom>
          <a:noFill/>
          <a:ln cap="flat">
            <a:noFill/>
          </a:ln>
        </p:spPr>
      </p:pic>
    </p:spTree>
    <p:extLst>
      <p:ext uri="{BB962C8B-B14F-4D97-AF65-F5344CB8AC3E}">
        <p14:creationId xmlns:p14="http://schemas.microsoft.com/office/powerpoint/2010/main" val="3645373376"/>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showMasterSp="0" preserve="1">
  <p:cSld name="3_Title Slide">
    <p:bg>
      <p:bgPr>
        <a:blipFill>
          <a:blip r:embed="rId2"/>
          <a:stretch>
            <a:fillRect/>
          </a:stretch>
        </a:blipFill>
        <a:effectLst/>
      </p:bgPr>
    </p:bg>
    <p:spTree>
      <p:nvGrpSpPr>
        <p:cNvPr id="1" name=""/>
        <p:cNvGrpSpPr/>
        <p:nvPr/>
      </p:nvGrpSpPr>
      <p:grpSpPr>
        <a:xfrm>
          <a:off x="0" y="0"/>
          <a:ext cx="0" cy="0"/>
          <a:chOff x="0" y="0"/>
          <a:chExt cx="0" cy="0"/>
        </a:xfrm>
      </p:grpSpPr>
      <p:sp>
        <p:nvSpPr>
          <p:cNvPr id="2" name="Freeform 5">
            <a:extLst>
              <a:ext uri="{FF2B5EF4-FFF2-40B4-BE49-F238E27FC236}">
                <a16:creationId xmlns:a16="http://schemas.microsoft.com/office/drawing/2014/main" id="{9A45FBA7-6C8A-BCA8-BC2D-72EADDA9C099}"/>
              </a:ext>
            </a:extLst>
          </p:cNvPr>
          <p:cNvSpPr/>
          <p:nvPr/>
        </p:nvSpPr>
        <p:spPr>
          <a:xfrm>
            <a:off x="0" y="0"/>
            <a:ext cx="7029449" cy="6858000"/>
          </a:xfrm>
          <a:custGeom>
            <a:avLst/>
            <a:gdLst>
              <a:gd name="f0" fmla="val 10800000"/>
              <a:gd name="f1" fmla="val 5400000"/>
              <a:gd name="f2" fmla="val 180"/>
              <a:gd name="f3" fmla="val w"/>
              <a:gd name="f4" fmla="val h"/>
              <a:gd name="f5" fmla="val 0"/>
              <a:gd name="f6" fmla="val 4428"/>
              <a:gd name="f7" fmla="val 4320"/>
              <a:gd name="f8" fmla="val 4150"/>
              <a:gd name="f9" fmla="val 4333"/>
              <a:gd name="f10" fmla="val 3814"/>
              <a:gd name="f11" fmla="val 3278"/>
              <a:gd name="f12" fmla="val 2715"/>
              <a:gd name="f13" fmla="val 1447"/>
              <a:gd name="f14" fmla="val 3970"/>
              <a:gd name="f15" fmla="val 524"/>
              <a:gd name="f16" fmla="val 3271"/>
              <a:gd name="f17" fmla="+- 0 0 -90"/>
              <a:gd name="f18" fmla="*/ f3 1 4428"/>
              <a:gd name="f19" fmla="*/ f4 1 4320"/>
              <a:gd name="f20" fmla="+- f7 0 f5"/>
              <a:gd name="f21" fmla="+- f6 0 f5"/>
              <a:gd name="f22" fmla="*/ f17 f0 1"/>
              <a:gd name="f23" fmla="*/ f21 1 4428"/>
              <a:gd name="f24" fmla="*/ f20 1 4320"/>
              <a:gd name="f25" fmla="*/ 0 f21 1"/>
              <a:gd name="f26" fmla="*/ 4320 f20 1"/>
              <a:gd name="f27" fmla="*/ 4150 f21 1"/>
              <a:gd name="f28" fmla="*/ 4428 f21 1"/>
              <a:gd name="f29" fmla="*/ 2715 f20 1"/>
              <a:gd name="f30" fmla="*/ 3271 f21 1"/>
              <a:gd name="f31" fmla="*/ 0 f20 1"/>
              <a:gd name="f32" fmla="*/ f22 1 f2"/>
              <a:gd name="f33" fmla="*/ f25 1 4428"/>
              <a:gd name="f34" fmla="*/ f26 1 4320"/>
              <a:gd name="f35" fmla="*/ f27 1 4428"/>
              <a:gd name="f36" fmla="*/ f28 1 4428"/>
              <a:gd name="f37" fmla="*/ f29 1 4320"/>
              <a:gd name="f38" fmla="*/ f30 1 4428"/>
              <a:gd name="f39" fmla="*/ f31 1 4320"/>
              <a:gd name="f40" fmla="*/ 0 1 f23"/>
              <a:gd name="f41" fmla="*/ f6 1 f23"/>
              <a:gd name="f42" fmla="*/ 0 1 f24"/>
              <a:gd name="f43" fmla="*/ f7 1 f24"/>
              <a:gd name="f44" fmla="+- f32 0 f1"/>
              <a:gd name="f45" fmla="*/ f33 1 f23"/>
              <a:gd name="f46" fmla="*/ f34 1 f24"/>
              <a:gd name="f47" fmla="*/ f35 1 f23"/>
              <a:gd name="f48" fmla="*/ f36 1 f23"/>
              <a:gd name="f49" fmla="*/ f37 1 f24"/>
              <a:gd name="f50" fmla="*/ f38 1 f23"/>
              <a:gd name="f51" fmla="*/ f39 1 f24"/>
              <a:gd name="f52" fmla="*/ f40 f18 1"/>
              <a:gd name="f53" fmla="*/ f41 f18 1"/>
              <a:gd name="f54" fmla="*/ f43 f19 1"/>
              <a:gd name="f55" fmla="*/ f42 f19 1"/>
              <a:gd name="f56" fmla="*/ f45 f18 1"/>
              <a:gd name="f57" fmla="*/ f46 f19 1"/>
              <a:gd name="f58" fmla="*/ f47 f18 1"/>
              <a:gd name="f59" fmla="*/ f48 f18 1"/>
              <a:gd name="f60" fmla="*/ f49 f19 1"/>
              <a:gd name="f61" fmla="*/ f50 f18 1"/>
              <a:gd name="f62" fmla="*/ f51 f19 1"/>
            </a:gdLst>
            <a:ahLst/>
            <a:cxnLst>
              <a:cxn ang="3cd4">
                <a:pos x="hc" y="t"/>
              </a:cxn>
              <a:cxn ang="0">
                <a:pos x="r" y="vc"/>
              </a:cxn>
              <a:cxn ang="cd4">
                <a:pos x="hc" y="b"/>
              </a:cxn>
              <a:cxn ang="cd2">
                <a:pos x="l" y="vc"/>
              </a:cxn>
              <a:cxn ang="f44">
                <a:pos x="f56" y="f57"/>
              </a:cxn>
              <a:cxn ang="f44">
                <a:pos x="f58" y="f57"/>
              </a:cxn>
              <a:cxn ang="f44">
                <a:pos x="f59" y="f60"/>
              </a:cxn>
              <a:cxn ang="f44">
                <a:pos x="f61" y="f62"/>
              </a:cxn>
              <a:cxn ang="f44">
                <a:pos x="f56" y="f62"/>
              </a:cxn>
              <a:cxn ang="f44">
                <a:pos x="f56" y="f57"/>
              </a:cxn>
            </a:cxnLst>
            <a:rect l="f52" t="f55" r="f53" b="f54"/>
            <a:pathLst>
              <a:path w="4428" h="4320">
                <a:moveTo>
                  <a:pt x="f5" y="f7"/>
                </a:moveTo>
                <a:cubicBezTo>
                  <a:pt x="f8" y="f7"/>
                  <a:pt x="f8" y="f7"/>
                  <a:pt x="f8" y="f7"/>
                </a:cubicBezTo>
                <a:cubicBezTo>
                  <a:pt x="f9" y="f10"/>
                  <a:pt x="f6" y="f11"/>
                  <a:pt x="f6" y="f12"/>
                </a:cubicBezTo>
                <a:cubicBezTo>
                  <a:pt x="f6" y="f13"/>
                  <a:pt x="f14" y="f15"/>
                  <a:pt x="f16" y="f5"/>
                </a:cubicBezTo>
                <a:cubicBezTo>
                  <a:pt x="f5" y="f5"/>
                  <a:pt x="f5" y="f5"/>
                  <a:pt x="f5" y="f5"/>
                </a:cubicBezTo>
                <a:lnTo>
                  <a:pt x="f5" y="f7"/>
                </a:lnTo>
                <a:close/>
              </a:path>
            </a:pathLst>
          </a:custGeom>
          <a:solidFill>
            <a:srgbClr val="FFFFFF"/>
          </a:solidFill>
          <a:ln cap="flat">
            <a:noFill/>
            <a:prstDash val="solid"/>
          </a:ln>
        </p:spPr>
        <p:txBody>
          <a:bodyPr vert="horz" wrap="square" lIns="91440" tIns="45720" rIns="91440" bIns="4572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IE" sz="1800" b="0" i="0" u="none" strike="noStrike" kern="1200" cap="none" spc="0" baseline="0">
              <a:solidFill>
                <a:srgbClr val="000000"/>
              </a:solidFill>
              <a:uFillTx/>
              <a:latin typeface="Calibri"/>
            </a:endParaRPr>
          </a:p>
        </p:txBody>
      </p:sp>
      <p:sp>
        <p:nvSpPr>
          <p:cNvPr id="3" name="Title 1">
            <a:extLst>
              <a:ext uri="{FF2B5EF4-FFF2-40B4-BE49-F238E27FC236}">
                <a16:creationId xmlns:a16="http://schemas.microsoft.com/office/drawing/2014/main" id="{2DBF3618-DAA6-10EB-423C-97C038864E52}"/>
              </a:ext>
            </a:extLst>
          </p:cNvPr>
          <p:cNvSpPr txBox="1">
            <a:spLocks noGrp="1"/>
          </p:cNvSpPr>
          <p:nvPr>
            <p:ph type="title"/>
          </p:nvPr>
        </p:nvSpPr>
        <p:spPr>
          <a:xfrm>
            <a:off x="631594" y="1972854"/>
            <a:ext cx="5441539" cy="1401628"/>
          </a:xfrm>
        </p:spPr>
        <p:txBody>
          <a:bodyPr anchor="b"/>
          <a:lstStyle>
            <a:lvl1pPr>
              <a:lnSpc>
                <a:spcPct val="85000"/>
              </a:lnSpc>
              <a:defRPr sz="3400"/>
            </a:lvl1pPr>
          </a:lstStyle>
          <a:p>
            <a:pPr lvl="0"/>
            <a:r>
              <a:rPr lang="en-US"/>
              <a:t>Click to edit Master title style</a:t>
            </a:r>
            <a:endParaRPr lang="en-IE"/>
          </a:p>
        </p:txBody>
      </p:sp>
      <p:sp>
        <p:nvSpPr>
          <p:cNvPr id="4" name="Subtitle 2">
            <a:extLst>
              <a:ext uri="{FF2B5EF4-FFF2-40B4-BE49-F238E27FC236}">
                <a16:creationId xmlns:a16="http://schemas.microsoft.com/office/drawing/2014/main" id="{12C92BA2-A637-A4A9-3337-346AF8565499}"/>
              </a:ext>
            </a:extLst>
          </p:cNvPr>
          <p:cNvSpPr txBox="1">
            <a:spLocks noGrp="1"/>
          </p:cNvSpPr>
          <p:nvPr>
            <p:ph type="subTitle" idx="4294967295"/>
          </p:nvPr>
        </p:nvSpPr>
        <p:spPr>
          <a:xfrm>
            <a:off x="631594" y="3281955"/>
            <a:ext cx="5441539" cy="1454179"/>
          </a:xfrm>
        </p:spPr>
        <p:txBody>
          <a:bodyPr>
            <a:noAutofit/>
          </a:bodyPr>
          <a:lstStyle>
            <a:lvl1pPr marL="0" indent="0">
              <a:lnSpc>
                <a:spcPct val="85000"/>
              </a:lnSpc>
              <a:buNone/>
              <a:defRPr sz="3400">
                <a:solidFill>
                  <a:srgbClr val="00667D"/>
                </a:solidFill>
              </a:defRPr>
            </a:lvl1pPr>
          </a:lstStyle>
          <a:p>
            <a:pPr lvl="0"/>
            <a:r>
              <a:rPr lang="en-US"/>
              <a:t>Click to edit Master subtitle style</a:t>
            </a:r>
            <a:endParaRPr lang="en-IE"/>
          </a:p>
        </p:txBody>
      </p:sp>
      <p:sp>
        <p:nvSpPr>
          <p:cNvPr id="5" name="Text Placeholder 10">
            <a:extLst>
              <a:ext uri="{FF2B5EF4-FFF2-40B4-BE49-F238E27FC236}">
                <a16:creationId xmlns:a16="http://schemas.microsoft.com/office/drawing/2014/main" id="{122D4199-90D5-18E8-BD7B-13DA11943A31}"/>
              </a:ext>
            </a:extLst>
          </p:cNvPr>
          <p:cNvSpPr txBox="1">
            <a:spLocks noGrp="1"/>
          </p:cNvSpPr>
          <p:nvPr>
            <p:ph type="body" idx="4294967295"/>
          </p:nvPr>
        </p:nvSpPr>
        <p:spPr>
          <a:xfrm>
            <a:off x="631822" y="5032372"/>
            <a:ext cx="3803017" cy="901698"/>
          </a:xfrm>
        </p:spPr>
        <p:txBody>
          <a:bodyPr>
            <a:noAutofit/>
          </a:bodyPr>
          <a:lstStyle>
            <a:lvl1pPr marL="0" indent="0">
              <a:spcBef>
                <a:spcPts val="0"/>
              </a:spcBef>
              <a:buNone/>
              <a:defRPr sz="1500" b="1"/>
            </a:lvl1pPr>
          </a:lstStyle>
          <a:p>
            <a:pPr lvl="0"/>
            <a:r>
              <a:rPr lang="en-US"/>
              <a:t>Edit Master text styles</a:t>
            </a:r>
          </a:p>
        </p:txBody>
      </p:sp>
      <p:pic>
        <p:nvPicPr>
          <p:cNvPr id="7" name="Picture 17">
            <a:extLst>
              <a:ext uri="{FF2B5EF4-FFF2-40B4-BE49-F238E27FC236}">
                <a16:creationId xmlns:a16="http://schemas.microsoft.com/office/drawing/2014/main" id="{0493544F-A4AD-6882-0901-8CF58EC5EF5A}"/>
              </a:ext>
            </a:extLst>
          </p:cNvPr>
          <p:cNvPicPr>
            <a:picLocks noChangeAspect="1"/>
          </p:cNvPicPr>
          <p:nvPr/>
        </p:nvPicPr>
        <p:blipFill>
          <a:blip r:embed="rId3">
            <a:biLevel thresh="50000"/>
          </a:blip>
          <a:srcRect l="11982" t="16649" r="11982" b="16649"/>
          <a:stretch>
            <a:fillRect/>
          </a:stretch>
        </p:blipFill>
        <p:spPr>
          <a:xfrm>
            <a:off x="11010802" y="5993608"/>
            <a:ext cx="938302" cy="618244"/>
          </a:xfrm>
          <a:prstGeom prst="rect">
            <a:avLst/>
          </a:prstGeom>
          <a:noFill/>
          <a:ln cap="flat">
            <a:noFill/>
          </a:ln>
        </p:spPr>
      </p:pic>
      <p:pic>
        <p:nvPicPr>
          <p:cNvPr id="8" name="Picture 13">
            <a:extLst>
              <a:ext uri="{FF2B5EF4-FFF2-40B4-BE49-F238E27FC236}">
                <a16:creationId xmlns:a16="http://schemas.microsoft.com/office/drawing/2014/main" id="{AE8B770A-4B49-FE64-C2F6-C2E7ED80A039}"/>
              </a:ext>
            </a:extLst>
          </p:cNvPr>
          <p:cNvPicPr>
            <a:picLocks noChangeAspect="1"/>
          </p:cNvPicPr>
          <p:nvPr/>
        </p:nvPicPr>
        <p:blipFill>
          <a:blip r:embed="rId4"/>
          <a:stretch>
            <a:fillRect/>
          </a:stretch>
        </p:blipFill>
        <p:spPr>
          <a:xfrm>
            <a:off x="631594" y="6232843"/>
            <a:ext cx="1677603" cy="111840"/>
          </a:xfrm>
          <a:prstGeom prst="rect">
            <a:avLst/>
          </a:prstGeom>
          <a:noFill/>
          <a:ln cap="flat">
            <a:noFill/>
          </a:ln>
        </p:spPr>
      </p:pic>
    </p:spTree>
    <p:extLst>
      <p:ext uri="{BB962C8B-B14F-4D97-AF65-F5344CB8AC3E}">
        <p14:creationId xmlns:p14="http://schemas.microsoft.com/office/powerpoint/2010/main" val="1111680920"/>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3259E-702F-ED73-90BE-A6345F828FCF}"/>
              </a:ext>
            </a:extLst>
          </p:cNvPr>
          <p:cNvSpPr txBox="1">
            <a:spLocks noGrp="1"/>
          </p:cNvSpPr>
          <p:nvPr>
            <p:ph type="title"/>
          </p:nvPr>
        </p:nvSpPr>
        <p:spPr/>
        <p:txBody>
          <a:bodyPr/>
          <a:lstStyle>
            <a:lvl1pPr>
              <a:defRPr/>
            </a:lvl1pPr>
          </a:lstStyle>
          <a:p>
            <a:pPr lvl="0"/>
            <a:r>
              <a:rPr lang="en-US"/>
              <a:t>Click to edit Master title style</a:t>
            </a:r>
            <a:endParaRPr lang="en-IE"/>
          </a:p>
        </p:txBody>
      </p:sp>
      <p:sp>
        <p:nvSpPr>
          <p:cNvPr id="3" name="Content Placeholder 2">
            <a:extLst>
              <a:ext uri="{FF2B5EF4-FFF2-40B4-BE49-F238E27FC236}">
                <a16:creationId xmlns:a16="http://schemas.microsoft.com/office/drawing/2014/main" id="{80662A64-D988-C1C4-C8A2-8CC0BD6DDED8}"/>
              </a:ext>
            </a:extLst>
          </p:cNvPr>
          <p:cNvSpPr txBox="1">
            <a:spLocks noGrp="1"/>
          </p:cNvSpPr>
          <p:nvPr>
            <p:ph idx="1"/>
          </p:nvPr>
        </p:nvSpPr>
        <p:spPr/>
        <p:txBody>
          <a:bodyPr/>
          <a:lstStyle>
            <a:lvl1pPr>
              <a:defRPr/>
            </a:lvl1pPr>
            <a:lvl2pPr marL="442917" lvl="1" indent="-198433">
              <a:spcBef>
                <a:spcPts val="500"/>
              </a:spcBef>
              <a:buFont typeface="Calibri" pitchFamily="34"/>
              <a:buChar char="›"/>
              <a:defRPr sz="1800"/>
            </a:lvl2pPr>
            <a:lvl3pPr marL="663570" lvl="2" indent="-212726">
              <a:spcBef>
                <a:spcPts val="500"/>
              </a:spcBef>
              <a:buFont typeface="Calibri" pitchFamily="34"/>
              <a:buChar char="»"/>
              <a:defRPr sz="1600"/>
            </a:lvl3pPr>
          </a:lstStyle>
          <a:p>
            <a:pPr lvl="0"/>
            <a:r>
              <a:rPr lang="en-US"/>
              <a:t>Edit Master text styles</a:t>
            </a:r>
          </a:p>
          <a:p>
            <a:pPr lvl="1"/>
            <a:r>
              <a:rPr lang="en-US"/>
              <a:t>Second level</a:t>
            </a:r>
          </a:p>
          <a:p>
            <a:pPr lvl="2"/>
            <a:r>
              <a:rPr lang="en-US"/>
              <a:t>Third level</a:t>
            </a:r>
          </a:p>
        </p:txBody>
      </p:sp>
    </p:spTree>
    <p:extLst>
      <p:ext uri="{BB962C8B-B14F-4D97-AF65-F5344CB8AC3E}">
        <p14:creationId xmlns:p14="http://schemas.microsoft.com/office/powerpoint/2010/main" val="3439406648"/>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type="obj" preserve="1">
  <p:cSld name="Title and Content Wi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2A614C-625B-05B0-3B53-76601251CE6E}"/>
              </a:ext>
            </a:extLst>
          </p:cNvPr>
          <p:cNvSpPr txBox="1">
            <a:spLocks noGrp="1"/>
          </p:cNvSpPr>
          <p:nvPr>
            <p:ph type="title"/>
          </p:nvPr>
        </p:nvSpPr>
        <p:spPr/>
        <p:txBody>
          <a:bodyPr/>
          <a:lstStyle>
            <a:lvl1pPr>
              <a:defRPr/>
            </a:lvl1pPr>
          </a:lstStyle>
          <a:p>
            <a:pPr lvl="0"/>
            <a:r>
              <a:rPr lang="en-US"/>
              <a:t>Click to edit Master title style</a:t>
            </a:r>
            <a:endParaRPr lang="en-IE"/>
          </a:p>
        </p:txBody>
      </p:sp>
      <p:sp>
        <p:nvSpPr>
          <p:cNvPr id="3" name="Content Placeholder 2">
            <a:extLst>
              <a:ext uri="{FF2B5EF4-FFF2-40B4-BE49-F238E27FC236}">
                <a16:creationId xmlns:a16="http://schemas.microsoft.com/office/drawing/2014/main" id="{89966167-0D7E-D130-B4D9-B71C887CE159}"/>
              </a:ext>
            </a:extLst>
          </p:cNvPr>
          <p:cNvSpPr txBox="1">
            <a:spLocks noGrp="1"/>
          </p:cNvSpPr>
          <p:nvPr>
            <p:ph idx="1"/>
          </p:nvPr>
        </p:nvSpPr>
        <p:spPr>
          <a:xfrm>
            <a:off x="631594" y="1904996"/>
            <a:ext cx="9115717" cy="4271967"/>
          </a:xfrm>
        </p:spPr>
        <p:txBody>
          <a:bodyPr/>
          <a:lstStyle>
            <a:lvl1pPr>
              <a:defRPr/>
            </a:lvl1pPr>
            <a:lvl2pPr marL="442917" lvl="1" indent="-198433">
              <a:spcBef>
                <a:spcPts val="500"/>
              </a:spcBef>
              <a:buFont typeface="Calibri" pitchFamily="34"/>
              <a:buChar char="›"/>
              <a:defRPr sz="1800"/>
            </a:lvl2pPr>
            <a:lvl3pPr marL="663570" lvl="2" indent="-212726">
              <a:spcBef>
                <a:spcPts val="500"/>
              </a:spcBef>
              <a:buFont typeface="Calibri" pitchFamily="34"/>
              <a:buChar char="»"/>
              <a:defRPr sz="1600"/>
            </a:lvl3pPr>
          </a:lstStyle>
          <a:p>
            <a:pPr lvl="0"/>
            <a:r>
              <a:rPr lang="en-US"/>
              <a:t>Edit Master text styles</a:t>
            </a:r>
          </a:p>
          <a:p>
            <a:pPr lvl="1"/>
            <a:r>
              <a:rPr lang="en-US"/>
              <a:t>Second level</a:t>
            </a:r>
          </a:p>
          <a:p>
            <a:pPr lvl="2"/>
            <a:r>
              <a:rPr lang="en-US"/>
              <a:t>Third level</a:t>
            </a:r>
          </a:p>
        </p:txBody>
      </p:sp>
    </p:spTree>
    <p:extLst>
      <p:ext uri="{BB962C8B-B14F-4D97-AF65-F5344CB8AC3E}">
        <p14:creationId xmlns:p14="http://schemas.microsoft.com/office/powerpoint/2010/main" val="1890802171"/>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showMasterSp="0" type="secHead" preserve="1">
  <p:cSld name="Divider Slide">
    <p:bg>
      <p:bgPr>
        <a:blipFill>
          <a:blip r:embed="rId2"/>
          <a:stretch>
            <a:fillRect/>
          </a:stretch>
        </a:blipFill>
        <a:effectLst/>
      </p:bgPr>
    </p:bg>
    <p:spTree>
      <p:nvGrpSpPr>
        <p:cNvPr id="1" name=""/>
        <p:cNvGrpSpPr/>
        <p:nvPr/>
      </p:nvGrpSpPr>
      <p:grpSpPr>
        <a:xfrm>
          <a:off x="0" y="0"/>
          <a:ext cx="0" cy="0"/>
          <a:chOff x="0" y="0"/>
          <a:chExt cx="0" cy="0"/>
        </a:xfrm>
      </p:grpSpPr>
      <p:pic>
        <p:nvPicPr>
          <p:cNvPr id="2" name="Picture 8">
            <a:extLst>
              <a:ext uri="{FF2B5EF4-FFF2-40B4-BE49-F238E27FC236}">
                <a16:creationId xmlns:a16="http://schemas.microsoft.com/office/drawing/2014/main" id="{E5B143AE-91AF-3B47-44FE-63325EE14E2F}"/>
              </a:ext>
            </a:extLst>
          </p:cNvPr>
          <p:cNvPicPr>
            <a:picLocks noChangeAspect="1"/>
          </p:cNvPicPr>
          <p:nvPr/>
        </p:nvPicPr>
        <p:blipFill>
          <a:blip r:embed="rId3"/>
          <a:stretch>
            <a:fillRect/>
          </a:stretch>
        </p:blipFill>
        <p:spPr>
          <a:xfrm>
            <a:off x="0" y="0"/>
            <a:ext cx="5448296" cy="4538660"/>
          </a:xfrm>
          <a:prstGeom prst="rect">
            <a:avLst/>
          </a:prstGeom>
          <a:noFill/>
          <a:ln cap="flat">
            <a:noFill/>
          </a:ln>
        </p:spPr>
      </p:pic>
      <p:sp>
        <p:nvSpPr>
          <p:cNvPr id="3" name="Title 1">
            <a:extLst>
              <a:ext uri="{FF2B5EF4-FFF2-40B4-BE49-F238E27FC236}">
                <a16:creationId xmlns:a16="http://schemas.microsoft.com/office/drawing/2014/main" id="{74204F10-954C-B383-07B0-27B2459E8725}"/>
              </a:ext>
            </a:extLst>
          </p:cNvPr>
          <p:cNvSpPr txBox="1">
            <a:spLocks noGrp="1"/>
          </p:cNvSpPr>
          <p:nvPr>
            <p:ph type="title"/>
          </p:nvPr>
        </p:nvSpPr>
        <p:spPr>
          <a:xfrm>
            <a:off x="633505" y="358143"/>
            <a:ext cx="3940405" cy="1765935"/>
          </a:xfrm>
        </p:spPr>
        <p:txBody>
          <a:bodyPr anchor="b"/>
          <a:lstStyle>
            <a:lvl1pPr>
              <a:lnSpc>
                <a:spcPct val="85000"/>
              </a:lnSpc>
              <a:defRPr sz="4400"/>
            </a:lvl1pPr>
          </a:lstStyle>
          <a:p>
            <a:pPr lvl="0"/>
            <a:r>
              <a:rPr lang="en-US"/>
              <a:t>Click to edit Master title style</a:t>
            </a:r>
            <a:endParaRPr lang="en-IE"/>
          </a:p>
        </p:txBody>
      </p:sp>
      <p:sp>
        <p:nvSpPr>
          <p:cNvPr id="4" name="Text Placeholder 2">
            <a:extLst>
              <a:ext uri="{FF2B5EF4-FFF2-40B4-BE49-F238E27FC236}">
                <a16:creationId xmlns:a16="http://schemas.microsoft.com/office/drawing/2014/main" id="{F1D64489-A629-32AD-A625-EE2CF20E4B73}"/>
              </a:ext>
            </a:extLst>
          </p:cNvPr>
          <p:cNvSpPr txBox="1">
            <a:spLocks noGrp="1"/>
          </p:cNvSpPr>
          <p:nvPr>
            <p:ph type="body" idx="1"/>
          </p:nvPr>
        </p:nvSpPr>
        <p:spPr>
          <a:xfrm>
            <a:off x="633505" y="2151061"/>
            <a:ext cx="3940405" cy="1500182"/>
          </a:xfrm>
        </p:spPr>
        <p:txBody>
          <a:bodyPr>
            <a:noAutofit/>
          </a:bodyPr>
          <a:lstStyle>
            <a:lvl1pPr marL="0" indent="0">
              <a:lnSpc>
                <a:spcPct val="85000"/>
              </a:lnSpc>
              <a:buNone/>
              <a:defRPr sz="2400">
                <a:solidFill>
                  <a:srgbClr val="898989"/>
                </a:solidFill>
              </a:defRPr>
            </a:lvl1pPr>
          </a:lstStyle>
          <a:p>
            <a:pPr lvl="0"/>
            <a:r>
              <a:rPr lang="en-US"/>
              <a:t>Edit Master text styles</a:t>
            </a:r>
          </a:p>
        </p:txBody>
      </p:sp>
      <p:pic>
        <p:nvPicPr>
          <p:cNvPr id="8" name="Picture 7">
            <a:extLst>
              <a:ext uri="{FF2B5EF4-FFF2-40B4-BE49-F238E27FC236}">
                <a16:creationId xmlns:a16="http://schemas.microsoft.com/office/drawing/2014/main" id="{6D4B1766-6724-1A5E-0B3D-8BA201C10FF9}"/>
              </a:ext>
            </a:extLst>
          </p:cNvPr>
          <p:cNvPicPr>
            <a:picLocks noChangeAspect="1"/>
          </p:cNvPicPr>
          <p:nvPr/>
        </p:nvPicPr>
        <p:blipFill>
          <a:blip r:embed="rId4">
            <a:biLevel thresh="50000"/>
          </a:blip>
          <a:srcRect l="11982" t="16649" r="11982" b="16649"/>
          <a:stretch>
            <a:fillRect/>
          </a:stretch>
        </p:blipFill>
        <p:spPr>
          <a:xfrm>
            <a:off x="11010802" y="5993608"/>
            <a:ext cx="938302" cy="618244"/>
          </a:xfrm>
          <a:prstGeom prst="rect">
            <a:avLst/>
          </a:prstGeom>
          <a:noFill/>
          <a:ln cap="flat">
            <a:noFill/>
          </a:ln>
        </p:spPr>
      </p:pic>
    </p:spTree>
    <p:extLst>
      <p:ext uri="{BB962C8B-B14F-4D97-AF65-F5344CB8AC3E}">
        <p14:creationId xmlns:p14="http://schemas.microsoft.com/office/powerpoint/2010/main" val="2778317762"/>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showMasterSp="0" type="secHead" preserve="1">
  <p:cSld name="1_Divider Slide">
    <p:bg>
      <p:bgPr>
        <a:blipFill>
          <a:blip r:embed="rId2"/>
          <a:stretch>
            <a:fillRect/>
          </a:stretch>
        </a:blipFill>
        <a:effectLst/>
      </p:bgPr>
    </p:bg>
    <p:spTree>
      <p:nvGrpSpPr>
        <p:cNvPr id="1" name=""/>
        <p:cNvGrpSpPr/>
        <p:nvPr/>
      </p:nvGrpSpPr>
      <p:grpSpPr>
        <a:xfrm>
          <a:off x="0" y="0"/>
          <a:ext cx="0" cy="0"/>
          <a:chOff x="0" y="0"/>
          <a:chExt cx="0" cy="0"/>
        </a:xfrm>
      </p:grpSpPr>
      <p:pic>
        <p:nvPicPr>
          <p:cNvPr id="2" name="Picture 8">
            <a:extLst>
              <a:ext uri="{FF2B5EF4-FFF2-40B4-BE49-F238E27FC236}">
                <a16:creationId xmlns:a16="http://schemas.microsoft.com/office/drawing/2014/main" id="{5A99B41E-A7F3-FFDA-7BE6-5CF5A0FFFE2A}"/>
              </a:ext>
            </a:extLst>
          </p:cNvPr>
          <p:cNvPicPr>
            <a:picLocks noChangeAspect="1"/>
          </p:cNvPicPr>
          <p:nvPr/>
        </p:nvPicPr>
        <p:blipFill>
          <a:blip r:embed="rId3"/>
          <a:stretch>
            <a:fillRect/>
          </a:stretch>
        </p:blipFill>
        <p:spPr>
          <a:xfrm flipH="1">
            <a:off x="6743700" y="0"/>
            <a:ext cx="5448296" cy="4538660"/>
          </a:xfrm>
          <a:prstGeom prst="rect">
            <a:avLst/>
          </a:prstGeom>
          <a:noFill/>
          <a:ln cap="flat">
            <a:noFill/>
          </a:ln>
        </p:spPr>
      </p:pic>
      <p:sp>
        <p:nvSpPr>
          <p:cNvPr id="3" name="Title 1">
            <a:extLst>
              <a:ext uri="{FF2B5EF4-FFF2-40B4-BE49-F238E27FC236}">
                <a16:creationId xmlns:a16="http://schemas.microsoft.com/office/drawing/2014/main" id="{8489F9FF-30CD-C651-42AB-BCE11C8AE2FD}"/>
              </a:ext>
            </a:extLst>
          </p:cNvPr>
          <p:cNvSpPr txBox="1">
            <a:spLocks noGrp="1"/>
          </p:cNvSpPr>
          <p:nvPr>
            <p:ph type="title"/>
          </p:nvPr>
        </p:nvSpPr>
        <p:spPr>
          <a:xfrm>
            <a:off x="7986799" y="358143"/>
            <a:ext cx="3940405" cy="1765935"/>
          </a:xfrm>
        </p:spPr>
        <p:txBody>
          <a:bodyPr anchor="b"/>
          <a:lstStyle>
            <a:lvl1pPr>
              <a:lnSpc>
                <a:spcPct val="85000"/>
              </a:lnSpc>
              <a:defRPr sz="4400"/>
            </a:lvl1pPr>
          </a:lstStyle>
          <a:p>
            <a:pPr lvl="0"/>
            <a:r>
              <a:rPr lang="en-US"/>
              <a:t>Click to edit Master title style</a:t>
            </a:r>
            <a:endParaRPr lang="en-IE"/>
          </a:p>
        </p:txBody>
      </p:sp>
      <p:sp>
        <p:nvSpPr>
          <p:cNvPr id="4" name="Text Placeholder 2">
            <a:extLst>
              <a:ext uri="{FF2B5EF4-FFF2-40B4-BE49-F238E27FC236}">
                <a16:creationId xmlns:a16="http://schemas.microsoft.com/office/drawing/2014/main" id="{7E2B0095-F0FC-5CB7-D504-4804E559507D}"/>
              </a:ext>
            </a:extLst>
          </p:cNvPr>
          <p:cNvSpPr txBox="1">
            <a:spLocks noGrp="1"/>
          </p:cNvSpPr>
          <p:nvPr>
            <p:ph type="body" idx="1"/>
          </p:nvPr>
        </p:nvSpPr>
        <p:spPr>
          <a:xfrm>
            <a:off x="7986799" y="2151061"/>
            <a:ext cx="3940405" cy="1500182"/>
          </a:xfrm>
        </p:spPr>
        <p:txBody>
          <a:bodyPr>
            <a:noAutofit/>
          </a:bodyPr>
          <a:lstStyle>
            <a:lvl1pPr marL="0" indent="0">
              <a:lnSpc>
                <a:spcPct val="85000"/>
              </a:lnSpc>
              <a:buNone/>
              <a:defRPr sz="2400">
                <a:solidFill>
                  <a:srgbClr val="898989"/>
                </a:solidFill>
              </a:defRPr>
            </a:lvl1pPr>
          </a:lstStyle>
          <a:p>
            <a:pPr lvl="0"/>
            <a:r>
              <a:rPr lang="en-US"/>
              <a:t>Edit Master text styles</a:t>
            </a:r>
          </a:p>
        </p:txBody>
      </p:sp>
      <p:pic>
        <p:nvPicPr>
          <p:cNvPr id="8" name="Picture 7">
            <a:extLst>
              <a:ext uri="{FF2B5EF4-FFF2-40B4-BE49-F238E27FC236}">
                <a16:creationId xmlns:a16="http://schemas.microsoft.com/office/drawing/2014/main" id="{2F7D6655-6894-869A-86BC-2260156BB153}"/>
              </a:ext>
            </a:extLst>
          </p:cNvPr>
          <p:cNvPicPr>
            <a:picLocks noChangeAspect="1"/>
          </p:cNvPicPr>
          <p:nvPr/>
        </p:nvPicPr>
        <p:blipFill>
          <a:blip r:embed="rId4">
            <a:biLevel thresh="50000"/>
          </a:blip>
          <a:srcRect l="11982" t="16649" r="11982" b="16649"/>
          <a:stretch>
            <a:fillRect/>
          </a:stretch>
        </p:blipFill>
        <p:spPr>
          <a:xfrm>
            <a:off x="11010802" y="5993608"/>
            <a:ext cx="938302" cy="618244"/>
          </a:xfrm>
          <a:prstGeom prst="rect">
            <a:avLst/>
          </a:prstGeom>
          <a:noFill/>
          <a:ln cap="flat">
            <a:noFill/>
          </a:ln>
        </p:spPr>
      </p:pic>
    </p:spTree>
    <p:extLst>
      <p:ext uri="{BB962C8B-B14F-4D97-AF65-F5344CB8AC3E}">
        <p14:creationId xmlns:p14="http://schemas.microsoft.com/office/powerpoint/2010/main" val="3695478005"/>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showMasterSp="0" preserve="1">
  <p:cSld name="2_Divider Slide">
    <p:bg>
      <p:bgPr>
        <a:solidFill>
          <a:srgbClr val="00667D"/>
        </a:solidFill>
        <a:effectLst/>
      </p:bgPr>
    </p:bg>
    <p:spTree>
      <p:nvGrpSpPr>
        <p:cNvPr id="1" name=""/>
        <p:cNvGrpSpPr/>
        <p:nvPr/>
      </p:nvGrpSpPr>
      <p:grpSpPr>
        <a:xfrm>
          <a:off x="0" y="0"/>
          <a:ext cx="0" cy="0"/>
          <a:chOff x="0" y="0"/>
          <a:chExt cx="0" cy="0"/>
        </a:xfrm>
      </p:grpSpPr>
      <p:sp>
        <p:nvSpPr>
          <p:cNvPr id="2" name="Freeform 5">
            <a:extLst>
              <a:ext uri="{FF2B5EF4-FFF2-40B4-BE49-F238E27FC236}">
                <a16:creationId xmlns:a16="http://schemas.microsoft.com/office/drawing/2014/main" id="{EC86076B-2C5A-8EAC-83E2-36529320FE2B}"/>
              </a:ext>
            </a:extLst>
          </p:cNvPr>
          <p:cNvSpPr/>
          <p:nvPr/>
        </p:nvSpPr>
        <p:spPr>
          <a:xfrm flipV="1">
            <a:off x="0" y="1693861"/>
            <a:ext cx="6199183" cy="5162546"/>
          </a:xfrm>
          <a:custGeom>
            <a:avLst/>
            <a:gdLst>
              <a:gd name="f0" fmla="val 10800000"/>
              <a:gd name="f1" fmla="val 5400000"/>
              <a:gd name="f2" fmla="val 180"/>
              <a:gd name="f3" fmla="val w"/>
              <a:gd name="f4" fmla="val h"/>
              <a:gd name="f5" fmla="val 0"/>
              <a:gd name="f6" fmla="val 3430"/>
              <a:gd name="f7" fmla="val 2856"/>
              <a:gd name="f8" fmla="val 2730"/>
              <a:gd name="f9" fmla="val 2244"/>
              <a:gd name="f10" fmla="val 3196"/>
              <a:gd name="f11" fmla="val 1836"/>
              <a:gd name="f12" fmla="val 1281"/>
              <a:gd name="f13" fmla="val 578"/>
              <a:gd name="f14" fmla="val 373"/>
              <a:gd name="f15" fmla="val 3410"/>
              <a:gd name="f16" fmla="val 181"/>
              <a:gd name="f17" fmla="val 3370"/>
              <a:gd name="f18" fmla="val 2664"/>
              <a:gd name="f19" fmla="val 311"/>
              <a:gd name="f20" fmla="val 2792"/>
              <a:gd name="f21" fmla="val 654"/>
              <a:gd name="f22" fmla="val 1029"/>
              <a:gd name="f23" fmla="val 1699"/>
              <a:gd name="f24" fmla="val 2266"/>
              <a:gd name="f25" fmla="val 2652"/>
              <a:gd name="f26" fmla="+- 0 0 -90"/>
              <a:gd name="f27" fmla="*/ f3 1 3430"/>
              <a:gd name="f28" fmla="*/ f4 1 2856"/>
              <a:gd name="f29" fmla="+- f7 0 f5"/>
              <a:gd name="f30" fmla="+- f6 0 f5"/>
              <a:gd name="f31" fmla="*/ f26 f0 1"/>
              <a:gd name="f32" fmla="*/ f30 1 3430"/>
              <a:gd name="f33" fmla="*/ f29 1 2856"/>
              <a:gd name="f34" fmla="*/ 2730 f30 1"/>
              <a:gd name="f35" fmla="*/ 2244 f29 1"/>
              <a:gd name="f36" fmla="*/ 3430 f30 1"/>
              <a:gd name="f37" fmla="*/ 578 f29 1"/>
              <a:gd name="f38" fmla="*/ 3370 f30 1"/>
              <a:gd name="f39" fmla="*/ 0 f29 1"/>
              <a:gd name="f40" fmla="*/ 0 f30 1"/>
              <a:gd name="f41" fmla="*/ 2664 f29 1"/>
              <a:gd name="f42" fmla="*/ 1029 f30 1"/>
              <a:gd name="f43" fmla="*/ 2856 f29 1"/>
              <a:gd name="f44" fmla="*/ f31 1 f2"/>
              <a:gd name="f45" fmla="*/ f34 1 3430"/>
              <a:gd name="f46" fmla="*/ f35 1 2856"/>
              <a:gd name="f47" fmla="*/ f36 1 3430"/>
              <a:gd name="f48" fmla="*/ f37 1 2856"/>
              <a:gd name="f49" fmla="*/ f38 1 3430"/>
              <a:gd name="f50" fmla="*/ f39 1 2856"/>
              <a:gd name="f51" fmla="*/ f40 1 3430"/>
              <a:gd name="f52" fmla="*/ f41 1 2856"/>
              <a:gd name="f53" fmla="*/ f42 1 3430"/>
              <a:gd name="f54" fmla="*/ f43 1 2856"/>
              <a:gd name="f55" fmla="*/ 0 1 f32"/>
              <a:gd name="f56" fmla="*/ f6 1 f32"/>
              <a:gd name="f57" fmla="*/ 0 1 f33"/>
              <a:gd name="f58" fmla="*/ f7 1 f33"/>
              <a:gd name="f59" fmla="+- f44 0 f1"/>
              <a:gd name="f60" fmla="*/ f45 1 f32"/>
              <a:gd name="f61" fmla="*/ f46 1 f33"/>
              <a:gd name="f62" fmla="*/ f47 1 f32"/>
              <a:gd name="f63" fmla="*/ f48 1 f33"/>
              <a:gd name="f64" fmla="*/ f49 1 f32"/>
              <a:gd name="f65" fmla="*/ f50 1 f33"/>
              <a:gd name="f66" fmla="*/ f51 1 f32"/>
              <a:gd name="f67" fmla="*/ f52 1 f33"/>
              <a:gd name="f68" fmla="*/ f53 1 f32"/>
              <a:gd name="f69" fmla="*/ f54 1 f33"/>
              <a:gd name="f70" fmla="*/ f55 f27 1"/>
              <a:gd name="f71" fmla="*/ f56 f27 1"/>
              <a:gd name="f72" fmla="*/ f58 f28 1"/>
              <a:gd name="f73" fmla="*/ f57 f28 1"/>
              <a:gd name="f74" fmla="*/ f60 f27 1"/>
              <a:gd name="f75" fmla="*/ f61 f28 1"/>
              <a:gd name="f76" fmla="*/ f62 f27 1"/>
              <a:gd name="f77" fmla="*/ f63 f28 1"/>
              <a:gd name="f78" fmla="*/ f64 f27 1"/>
              <a:gd name="f79" fmla="*/ f65 f28 1"/>
              <a:gd name="f80" fmla="*/ f66 f27 1"/>
              <a:gd name="f81" fmla="*/ f67 f28 1"/>
              <a:gd name="f82" fmla="*/ f68 f27 1"/>
              <a:gd name="f83" fmla="*/ f69 f28 1"/>
            </a:gdLst>
            <a:ahLst/>
            <a:cxnLst>
              <a:cxn ang="3cd4">
                <a:pos x="hc" y="t"/>
              </a:cxn>
              <a:cxn ang="0">
                <a:pos x="r" y="vc"/>
              </a:cxn>
              <a:cxn ang="cd4">
                <a:pos x="hc" y="b"/>
              </a:cxn>
              <a:cxn ang="cd2">
                <a:pos x="l" y="vc"/>
              </a:cxn>
              <a:cxn ang="f59">
                <a:pos x="f74" y="f75"/>
              </a:cxn>
              <a:cxn ang="f59">
                <a:pos x="f76" y="f77"/>
              </a:cxn>
              <a:cxn ang="f59">
                <a:pos x="f78" y="f79"/>
              </a:cxn>
              <a:cxn ang="f59">
                <a:pos x="f80" y="f79"/>
              </a:cxn>
              <a:cxn ang="f59">
                <a:pos x="f80" y="f81"/>
              </a:cxn>
              <a:cxn ang="f59">
                <a:pos x="f82" y="f83"/>
              </a:cxn>
              <a:cxn ang="f59">
                <a:pos x="f74" y="f75"/>
              </a:cxn>
            </a:cxnLst>
            <a:rect l="f70" t="f73" r="f71" b="f72"/>
            <a:pathLst>
              <a:path w="3430" h="2856">
                <a:moveTo>
                  <a:pt x="f8" y="f9"/>
                </a:moveTo>
                <a:cubicBezTo>
                  <a:pt x="f10" y="f11"/>
                  <a:pt x="f6" y="f12"/>
                  <a:pt x="f6" y="f13"/>
                </a:cubicBezTo>
                <a:cubicBezTo>
                  <a:pt x="f6" y="f14"/>
                  <a:pt x="f15" y="f16"/>
                  <a:pt x="f17" y="f5"/>
                </a:cubicBezTo>
                <a:cubicBezTo>
                  <a:pt x="f5" y="f5"/>
                  <a:pt x="f5" y="f5"/>
                  <a:pt x="f5" y="f5"/>
                </a:cubicBezTo>
                <a:cubicBezTo>
                  <a:pt x="f5" y="f18"/>
                  <a:pt x="f5" y="f18"/>
                  <a:pt x="f5" y="f18"/>
                </a:cubicBezTo>
                <a:cubicBezTo>
                  <a:pt x="f19" y="f20"/>
                  <a:pt x="f21" y="f7"/>
                  <a:pt x="f22" y="f7"/>
                </a:cubicBezTo>
                <a:cubicBezTo>
                  <a:pt x="f23" y="f7"/>
                  <a:pt x="f24" y="f25"/>
                  <a:pt x="f8" y="f9"/>
                </a:cubicBezTo>
                <a:close/>
              </a:path>
            </a:pathLst>
          </a:custGeom>
          <a:solidFill>
            <a:srgbClr val="FFFFFF"/>
          </a:solidFill>
          <a:ln cap="flat">
            <a:noFill/>
            <a:prstDash val="solid"/>
          </a:ln>
        </p:spPr>
        <p:txBody>
          <a:bodyPr vert="horz" wrap="square" lIns="91440" tIns="45720" rIns="91440" bIns="4572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IE" sz="1800" b="0" i="0" u="none" strike="noStrike" kern="1200" cap="none" spc="0" baseline="0">
              <a:solidFill>
                <a:srgbClr val="000000"/>
              </a:solidFill>
              <a:uFillTx/>
              <a:latin typeface="Calibri"/>
            </a:endParaRPr>
          </a:p>
        </p:txBody>
      </p:sp>
      <p:sp>
        <p:nvSpPr>
          <p:cNvPr id="3" name="Title 1">
            <a:extLst>
              <a:ext uri="{FF2B5EF4-FFF2-40B4-BE49-F238E27FC236}">
                <a16:creationId xmlns:a16="http://schemas.microsoft.com/office/drawing/2014/main" id="{27BEE4A8-6D71-8D3F-99C4-30E678509CF1}"/>
              </a:ext>
            </a:extLst>
          </p:cNvPr>
          <p:cNvSpPr txBox="1">
            <a:spLocks noGrp="1"/>
          </p:cNvSpPr>
          <p:nvPr>
            <p:ph type="title"/>
          </p:nvPr>
        </p:nvSpPr>
        <p:spPr>
          <a:xfrm>
            <a:off x="631594" y="3285786"/>
            <a:ext cx="3940405" cy="1765935"/>
          </a:xfrm>
        </p:spPr>
        <p:txBody>
          <a:bodyPr anchor="ctr"/>
          <a:lstStyle>
            <a:lvl1pPr>
              <a:lnSpc>
                <a:spcPct val="85000"/>
              </a:lnSpc>
              <a:defRPr sz="4400"/>
            </a:lvl1pPr>
          </a:lstStyle>
          <a:p>
            <a:pPr lvl="0"/>
            <a:r>
              <a:rPr lang="en-US"/>
              <a:t>Click to edit Master title style</a:t>
            </a:r>
            <a:endParaRPr lang="en-IE"/>
          </a:p>
        </p:txBody>
      </p:sp>
      <p:pic>
        <p:nvPicPr>
          <p:cNvPr id="7" name="Picture 13">
            <a:extLst>
              <a:ext uri="{FF2B5EF4-FFF2-40B4-BE49-F238E27FC236}">
                <a16:creationId xmlns:a16="http://schemas.microsoft.com/office/drawing/2014/main" id="{55EB8B96-1EC1-0D30-1AEA-B67C189CDA27}"/>
              </a:ext>
            </a:extLst>
          </p:cNvPr>
          <p:cNvPicPr>
            <a:picLocks noChangeAspect="1"/>
          </p:cNvPicPr>
          <p:nvPr/>
        </p:nvPicPr>
        <p:blipFill>
          <a:blip r:embed="rId2"/>
          <a:stretch>
            <a:fillRect/>
          </a:stretch>
        </p:blipFill>
        <p:spPr>
          <a:xfrm>
            <a:off x="6424610" y="667292"/>
            <a:ext cx="5029200" cy="1587416"/>
          </a:xfrm>
          <a:prstGeom prst="rect">
            <a:avLst/>
          </a:prstGeom>
          <a:noFill/>
          <a:ln cap="flat">
            <a:noFill/>
          </a:ln>
        </p:spPr>
      </p:pic>
    </p:spTree>
    <p:extLst>
      <p:ext uri="{BB962C8B-B14F-4D97-AF65-F5344CB8AC3E}">
        <p14:creationId xmlns:p14="http://schemas.microsoft.com/office/powerpoint/2010/main" val="1971381792"/>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showMasterSp="0" preserve="1">
  <p:cSld name="3_Divider slide">
    <p:bg>
      <p:bgPr>
        <a:solidFill>
          <a:srgbClr val="00667D"/>
        </a:solidFill>
        <a:effectLst/>
      </p:bgPr>
    </p:bg>
    <p:spTree>
      <p:nvGrpSpPr>
        <p:cNvPr id="1" name=""/>
        <p:cNvGrpSpPr/>
        <p:nvPr/>
      </p:nvGrpSpPr>
      <p:grpSpPr>
        <a:xfrm>
          <a:off x="0" y="0"/>
          <a:ext cx="0" cy="0"/>
          <a:chOff x="0" y="0"/>
          <a:chExt cx="0" cy="0"/>
        </a:xfrm>
      </p:grpSpPr>
      <p:grpSp>
        <p:nvGrpSpPr>
          <p:cNvPr id="6" name="Group 4">
            <a:extLst>
              <a:ext uri="{FF2B5EF4-FFF2-40B4-BE49-F238E27FC236}">
                <a16:creationId xmlns:a16="http://schemas.microsoft.com/office/drawing/2014/main" id="{9FFE6A9D-9DFA-163F-0B05-B1A10BDCB0FE}"/>
              </a:ext>
            </a:extLst>
          </p:cNvPr>
          <p:cNvGrpSpPr/>
          <p:nvPr/>
        </p:nvGrpSpPr>
        <p:grpSpPr>
          <a:xfrm>
            <a:off x="9916997" y="301660"/>
            <a:ext cx="1940676" cy="3432063"/>
            <a:chOff x="9916997" y="301660"/>
            <a:chExt cx="1940676" cy="3432063"/>
          </a:xfrm>
        </p:grpSpPr>
        <p:sp>
          <p:nvSpPr>
            <p:cNvPr id="7" name="Freeform 5">
              <a:extLst>
                <a:ext uri="{FF2B5EF4-FFF2-40B4-BE49-F238E27FC236}">
                  <a16:creationId xmlns:a16="http://schemas.microsoft.com/office/drawing/2014/main" id="{A68D608F-2C77-EBC3-000F-3688DEDE20BA}"/>
                </a:ext>
              </a:extLst>
            </p:cNvPr>
            <p:cNvSpPr/>
            <p:nvPr/>
          </p:nvSpPr>
          <p:spPr>
            <a:xfrm>
              <a:off x="10334100" y="301660"/>
              <a:ext cx="705459" cy="670584"/>
            </a:xfrm>
            <a:custGeom>
              <a:avLst/>
              <a:gdLst>
                <a:gd name="f0" fmla="val 10800000"/>
                <a:gd name="f1" fmla="val 5400000"/>
                <a:gd name="f2" fmla="val 180"/>
                <a:gd name="f3" fmla="val w"/>
                <a:gd name="f4" fmla="val h"/>
                <a:gd name="f5" fmla="val 0"/>
                <a:gd name="f6" fmla="val 222"/>
                <a:gd name="f7" fmla="val 211"/>
                <a:gd name="f8" fmla="val 32"/>
                <a:gd name="f9" fmla="val 183"/>
                <a:gd name="f10" fmla="val 54"/>
                <a:gd name="f11" fmla="val 202"/>
                <a:gd name="f12" fmla="val 80"/>
                <a:gd name="f13" fmla="val 111"/>
                <a:gd name="f14" fmla="val 142"/>
                <a:gd name="f15" fmla="val 168"/>
                <a:gd name="f16" fmla="val 190"/>
                <a:gd name="f17" fmla="val 164"/>
                <a:gd name="f18" fmla="val 139"/>
                <a:gd name="f19" fmla="val 106"/>
                <a:gd name="f20" fmla="val 74"/>
                <a:gd name="f21" fmla="val 48"/>
                <a:gd name="f22" fmla="val 29"/>
                <a:gd name="f23" fmla="val 10"/>
                <a:gd name="f24" fmla="val 11"/>
                <a:gd name="f25" fmla="+- 0 0 -90"/>
                <a:gd name="f26" fmla="*/ f3 1 222"/>
                <a:gd name="f27" fmla="*/ f4 1 211"/>
                <a:gd name="f28" fmla="+- f7 0 f5"/>
                <a:gd name="f29" fmla="+- f6 0 f5"/>
                <a:gd name="f30" fmla="*/ f25 f0 1"/>
                <a:gd name="f31" fmla="*/ f29 1 222"/>
                <a:gd name="f32" fmla="*/ f28 1 211"/>
                <a:gd name="f33" fmla="*/ 32 f29 1"/>
                <a:gd name="f34" fmla="*/ 183 f28 1"/>
                <a:gd name="f35" fmla="*/ 111 f29 1"/>
                <a:gd name="f36" fmla="*/ 211 f28 1"/>
                <a:gd name="f37" fmla="*/ 190 f29 1"/>
                <a:gd name="f38" fmla="*/ 222 f29 1"/>
                <a:gd name="f39" fmla="*/ 106 f28 1"/>
                <a:gd name="f40" fmla="*/ 29 f28 1"/>
                <a:gd name="f41" fmla="*/ 0 f28 1"/>
                <a:gd name="f42" fmla="*/ 0 f29 1"/>
                <a:gd name="f43" fmla="*/ f30 1 f2"/>
                <a:gd name="f44" fmla="*/ f33 1 222"/>
                <a:gd name="f45" fmla="*/ f34 1 211"/>
                <a:gd name="f46" fmla="*/ f35 1 222"/>
                <a:gd name="f47" fmla="*/ f36 1 211"/>
                <a:gd name="f48" fmla="*/ f37 1 222"/>
                <a:gd name="f49" fmla="*/ f38 1 222"/>
                <a:gd name="f50" fmla="*/ f39 1 211"/>
                <a:gd name="f51" fmla="*/ f40 1 211"/>
                <a:gd name="f52" fmla="*/ f41 1 211"/>
                <a:gd name="f53" fmla="*/ f42 1 222"/>
                <a:gd name="f54" fmla="*/ 0 1 f31"/>
                <a:gd name="f55" fmla="*/ f6 1 f31"/>
                <a:gd name="f56" fmla="*/ 0 1 f32"/>
                <a:gd name="f57" fmla="*/ f7 1 f32"/>
                <a:gd name="f58" fmla="+- f43 0 f1"/>
                <a:gd name="f59" fmla="*/ f44 1 f31"/>
                <a:gd name="f60" fmla="*/ f45 1 f32"/>
                <a:gd name="f61" fmla="*/ f46 1 f31"/>
                <a:gd name="f62" fmla="*/ f47 1 f32"/>
                <a:gd name="f63" fmla="*/ f48 1 f31"/>
                <a:gd name="f64" fmla="*/ f49 1 f31"/>
                <a:gd name="f65" fmla="*/ f50 1 f32"/>
                <a:gd name="f66" fmla="*/ f51 1 f32"/>
                <a:gd name="f67" fmla="*/ f52 1 f32"/>
                <a:gd name="f68" fmla="*/ f53 1 f31"/>
                <a:gd name="f69" fmla="*/ f54 f26 1"/>
                <a:gd name="f70" fmla="*/ f55 f26 1"/>
                <a:gd name="f71" fmla="*/ f57 f27 1"/>
                <a:gd name="f72" fmla="*/ f56 f27 1"/>
                <a:gd name="f73" fmla="*/ f59 f26 1"/>
                <a:gd name="f74" fmla="*/ f60 f27 1"/>
                <a:gd name="f75" fmla="*/ f61 f26 1"/>
                <a:gd name="f76" fmla="*/ f62 f27 1"/>
                <a:gd name="f77" fmla="*/ f63 f26 1"/>
                <a:gd name="f78" fmla="*/ f64 f26 1"/>
                <a:gd name="f79" fmla="*/ f65 f27 1"/>
                <a:gd name="f80" fmla="*/ f66 f27 1"/>
                <a:gd name="f81" fmla="*/ f67 f27 1"/>
                <a:gd name="f82" fmla="*/ f68 f26 1"/>
              </a:gdLst>
              <a:ahLst/>
              <a:cxnLst>
                <a:cxn ang="3cd4">
                  <a:pos x="hc" y="t"/>
                </a:cxn>
                <a:cxn ang="0">
                  <a:pos x="r" y="vc"/>
                </a:cxn>
                <a:cxn ang="cd4">
                  <a:pos x="hc" y="b"/>
                </a:cxn>
                <a:cxn ang="cd2">
                  <a:pos x="l" y="vc"/>
                </a:cxn>
                <a:cxn ang="f58">
                  <a:pos x="f73" y="f74"/>
                </a:cxn>
                <a:cxn ang="f58">
                  <a:pos x="f75" y="f76"/>
                </a:cxn>
                <a:cxn ang="f58">
                  <a:pos x="f77" y="f74"/>
                </a:cxn>
                <a:cxn ang="f58">
                  <a:pos x="f78" y="f79"/>
                </a:cxn>
                <a:cxn ang="f58">
                  <a:pos x="f77" y="f80"/>
                </a:cxn>
                <a:cxn ang="f58">
                  <a:pos x="f75" y="f81"/>
                </a:cxn>
                <a:cxn ang="f58">
                  <a:pos x="f73" y="f80"/>
                </a:cxn>
                <a:cxn ang="f58">
                  <a:pos x="f82" y="f79"/>
                </a:cxn>
                <a:cxn ang="f58">
                  <a:pos x="f73" y="f74"/>
                </a:cxn>
              </a:cxnLst>
              <a:rect l="f69" t="f72" r="f70" b="f71"/>
              <a:pathLst>
                <a:path w="222" h="211">
                  <a:moveTo>
                    <a:pt x="f8" y="f9"/>
                  </a:moveTo>
                  <a:cubicBezTo>
                    <a:pt x="f10" y="f11"/>
                    <a:pt x="f12" y="f7"/>
                    <a:pt x="f13" y="f7"/>
                  </a:cubicBezTo>
                  <a:cubicBezTo>
                    <a:pt x="f14" y="f7"/>
                    <a:pt x="f15" y="f11"/>
                    <a:pt x="f16" y="f9"/>
                  </a:cubicBezTo>
                  <a:cubicBezTo>
                    <a:pt x="f7" y="f17"/>
                    <a:pt x="f6" y="f18"/>
                    <a:pt x="f6" y="f19"/>
                  </a:cubicBezTo>
                  <a:cubicBezTo>
                    <a:pt x="f6" y="f20"/>
                    <a:pt x="f7" y="f21"/>
                    <a:pt x="f16" y="f22"/>
                  </a:cubicBezTo>
                  <a:cubicBezTo>
                    <a:pt x="f15" y="f23"/>
                    <a:pt x="f14" y="f5"/>
                    <a:pt x="f13" y="f5"/>
                  </a:cubicBezTo>
                  <a:cubicBezTo>
                    <a:pt x="f12" y="f5"/>
                    <a:pt x="f10" y="f23"/>
                    <a:pt x="f8" y="f22"/>
                  </a:cubicBezTo>
                  <a:cubicBezTo>
                    <a:pt x="f24" y="f21"/>
                    <a:pt x="f5" y="f20"/>
                    <a:pt x="f5" y="f19"/>
                  </a:cubicBezTo>
                  <a:cubicBezTo>
                    <a:pt x="f5" y="f18"/>
                    <a:pt x="f24" y="f17"/>
                    <a:pt x="f8" y="f9"/>
                  </a:cubicBezTo>
                </a:path>
              </a:pathLst>
            </a:custGeom>
            <a:noFill/>
            <a:ln cap="flat">
              <a:noFill/>
              <a:prstDash val="solid"/>
            </a:ln>
          </p:spPr>
          <p:txBody>
            <a:bodyPr vert="horz" wrap="square" lIns="91440" tIns="45720" rIns="91440" bIns="4572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IE" sz="1800" b="0" i="0" u="none" strike="noStrike" kern="1200" cap="none" spc="0" baseline="0">
                <a:solidFill>
                  <a:srgbClr val="000000"/>
                </a:solidFill>
                <a:uFillTx/>
                <a:latin typeface="Calibri"/>
              </a:endParaRPr>
            </a:p>
          </p:txBody>
        </p:sp>
        <p:sp>
          <p:nvSpPr>
            <p:cNvPr id="8" name="Freeform 6">
              <a:extLst>
                <a:ext uri="{FF2B5EF4-FFF2-40B4-BE49-F238E27FC236}">
                  <a16:creationId xmlns:a16="http://schemas.microsoft.com/office/drawing/2014/main" id="{A204BF0E-86B3-0AC7-86A5-76076993F1E8}"/>
                </a:ext>
              </a:extLst>
            </p:cNvPr>
            <p:cNvSpPr/>
            <p:nvPr/>
          </p:nvSpPr>
          <p:spPr>
            <a:xfrm>
              <a:off x="11240737" y="1162696"/>
              <a:ext cx="616936" cy="587437"/>
            </a:xfrm>
            <a:custGeom>
              <a:avLst/>
              <a:gdLst>
                <a:gd name="f0" fmla="val 10800000"/>
                <a:gd name="f1" fmla="val 5400000"/>
                <a:gd name="f2" fmla="val 180"/>
                <a:gd name="f3" fmla="val w"/>
                <a:gd name="f4" fmla="val h"/>
                <a:gd name="f5" fmla="val 0"/>
                <a:gd name="f6" fmla="val 194"/>
                <a:gd name="f7" fmla="val 185"/>
                <a:gd name="f8" fmla="val 166"/>
                <a:gd name="f9" fmla="val 26"/>
                <a:gd name="f10" fmla="val 147"/>
                <a:gd name="f11" fmla="val 9"/>
                <a:gd name="f12" fmla="val 124"/>
                <a:gd name="f13" fmla="val 97"/>
                <a:gd name="f14" fmla="val 70"/>
                <a:gd name="f15" fmla="val 47"/>
                <a:gd name="f16" fmla="val 29"/>
                <a:gd name="f17" fmla="val 10"/>
                <a:gd name="f18" fmla="val 42"/>
                <a:gd name="f19" fmla="val 65"/>
                <a:gd name="f20" fmla="val 93"/>
                <a:gd name="f21" fmla="val 122"/>
                <a:gd name="f22" fmla="val 144"/>
                <a:gd name="f23" fmla="val 161"/>
                <a:gd name="f24" fmla="val 177"/>
                <a:gd name="f25" fmla="+- 0 0 -90"/>
                <a:gd name="f26" fmla="*/ f3 1 194"/>
                <a:gd name="f27" fmla="*/ f4 1 185"/>
                <a:gd name="f28" fmla="+- f7 0 f5"/>
                <a:gd name="f29" fmla="+- f6 0 f5"/>
                <a:gd name="f30" fmla="*/ f25 f0 1"/>
                <a:gd name="f31" fmla="*/ f29 1 194"/>
                <a:gd name="f32" fmla="*/ f28 1 185"/>
                <a:gd name="f33" fmla="*/ 166 f29 1"/>
                <a:gd name="f34" fmla="*/ 26 f28 1"/>
                <a:gd name="f35" fmla="*/ 97 f29 1"/>
                <a:gd name="f36" fmla="*/ 0 f28 1"/>
                <a:gd name="f37" fmla="*/ 29 f29 1"/>
                <a:gd name="f38" fmla="*/ 0 f29 1"/>
                <a:gd name="f39" fmla="*/ 93 f28 1"/>
                <a:gd name="f40" fmla="*/ 161 f28 1"/>
                <a:gd name="f41" fmla="*/ 185 f28 1"/>
                <a:gd name="f42" fmla="*/ 194 f29 1"/>
                <a:gd name="f43" fmla="*/ f30 1 f2"/>
                <a:gd name="f44" fmla="*/ f33 1 194"/>
                <a:gd name="f45" fmla="*/ f34 1 185"/>
                <a:gd name="f46" fmla="*/ f35 1 194"/>
                <a:gd name="f47" fmla="*/ f36 1 185"/>
                <a:gd name="f48" fmla="*/ f37 1 194"/>
                <a:gd name="f49" fmla="*/ f38 1 194"/>
                <a:gd name="f50" fmla="*/ f39 1 185"/>
                <a:gd name="f51" fmla="*/ f40 1 185"/>
                <a:gd name="f52" fmla="*/ f41 1 185"/>
                <a:gd name="f53" fmla="*/ f42 1 194"/>
                <a:gd name="f54" fmla="*/ 0 1 f31"/>
                <a:gd name="f55" fmla="*/ f6 1 f31"/>
                <a:gd name="f56" fmla="*/ 0 1 f32"/>
                <a:gd name="f57" fmla="*/ f7 1 f32"/>
                <a:gd name="f58" fmla="+- f43 0 f1"/>
                <a:gd name="f59" fmla="*/ f44 1 f31"/>
                <a:gd name="f60" fmla="*/ f45 1 f32"/>
                <a:gd name="f61" fmla="*/ f46 1 f31"/>
                <a:gd name="f62" fmla="*/ f47 1 f32"/>
                <a:gd name="f63" fmla="*/ f48 1 f31"/>
                <a:gd name="f64" fmla="*/ f49 1 f31"/>
                <a:gd name="f65" fmla="*/ f50 1 f32"/>
                <a:gd name="f66" fmla="*/ f51 1 f32"/>
                <a:gd name="f67" fmla="*/ f52 1 f32"/>
                <a:gd name="f68" fmla="*/ f53 1 f31"/>
                <a:gd name="f69" fmla="*/ f54 f26 1"/>
                <a:gd name="f70" fmla="*/ f55 f26 1"/>
                <a:gd name="f71" fmla="*/ f57 f27 1"/>
                <a:gd name="f72" fmla="*/ f56 f27 1"/>
                <a:gd name="f73" fmla="*/ f59 f26 1"/>
                <a:gd name="f74" fmla="*/ f60 f27 1"/>
                <a:gd name="f75" fmla="*/ f61 f26 1"/>
                <a:gd name="f76" fmla="*/ f62 f27 1"/>
                <a:gd name="f77" fmla="*/ f63 f26 1"/>
                <a:gd name="f78" fmla="*/ f64 f26 1"/>
                <a:gd name="f79" fmla="*/ f65 f27 1"/>
                <a:gd name="f80" fmla="*/ f66 f27 1"/>
                <a:gd name="f81" fmla="*/ f67 f27 1"/>
                <a:gd name="f82" fmla="*/ f68 f26 1"/>
              </a:gdLst>
              <a:ahLst/>
              <a:cxnLst>
                <a:cxn ang="3cd4">
                  <a:pos x="hc" y="t"/>
                </a:cxn>
                <a:cxn ang="0">
                  <a:pos x="r" y="vc"/>
                </a:cxn>
                <a:cxn ang="cd4">
                  <a:pos x="hc" y="b"/>
                </a:cxn>
                <a:cxn ang="cd2">
                  <a:pos x="l" y="vc"/>
                </a:cxn>
                <a:cxn ang="f58">
                  <a:pos x="f73" y="f74"/>
                </a:cxn>
                <a:cxn ang="f58">
                  <a:pos x="f75" y="f76"/>
                </a:cxn>
                <a:cxn ang="f58">
                  <a:pos x="f77" y="f74"/>
                </a:cxn>
                <a:cxn ang="f58">
                  <a:pos x="f78" y="f79"/>
                </a:cxn>
                <a:cxn ang="f58">
                  <a:pos x="f77" y="f80"/>
                </a:cxn>
                <a:cxn ang="f58">
                  <a:pos x="f75" y="f81"/>
                </a:cxn>
                <a:cxn ang="f58">
                  <a:pos x="f73" y="f80"/>
                </a:cxn>
                <a:cxn ang="f58">
                  <a:pos x="f82" y="f79"/>
                </a:cxn>
                <a:cxn ang="f58">
                  <a:pos x="f73" y="f74"/>
                </a:cxn>
              </a:cxnLst>
              <a:rect l="f69" t="f72" r="f70" b="f71"/>
              <a:pathLst>
                <a:path w="194" h="185">
                  <a:moveTo>
                    <a:pt x="f8" y="f9"/>
                  </a:moveTo>
                  <a:cubicBezTo>
                    <a:pt x="f10" y="f11"/>
                    <a:pt x="f12" y="f5"/>
                    <a:pt x="f13" y="f5"/>
                  </a:cubicBezTo>
                  <a:cubicBezTo>
                    <a:pt x="f14" y="f5"/>
                    <a:pt x="f15" y="f11"/>
                    <a:pt x="f16" y="f9"/>
                  </a:cubicBezTo>
                  <a:cubicBezTo>
                    <a:pt x="f17" y="f18"/>
                    <a:pt x="f5" y="f19"/>
                    <a:pt x="f5" y="f20"/>
                  </a:cubicBezTo>
                  <a:cubicBezTo>
                    <a:pt x="f5" y="f21"/>
                    <a:pt x="f17" y="f22"/>
                    <a:pt x="f16" y="f23"/>
                  </a:cubicBezTo>
                  <a:cubicBezTo>
                    <a:pt x="f15" y="f24"/>
                    <a:pt x="f14" y="f7"/>
                    <a:pt x="f13" y="f7"/>
                  </a:cubicBezTo>
                  <a:cubicBezTo>
                    <a:pt x="f12" y="f7"/>
                    <a:pt x="f10" y="f24"/>
                    <a:pt x="f8" y="f23"/>
                  </a:cubicBezTo>
                  <a:cubicBezTo>
                    <a:pt x="f7" y="f22"/>
                    <a:pt x="f6" y="f21"/>
                    <a:pt x="f6" y="f20"/>
                  </a:cubicBezTo>
                  <a:cubicBezTo>
                    <a:pt x="f6" y="f19"/>
                    <a:pt x="f7" y="f18"/>
                    <a:pt x="f8" y="f9"/>
                  </a:cubicBezTo>
                </a:path>
              </a:pathLst>
            </a:custGeom>
            <a:noFill/>
            <a:ln cap="flat">
              <a:noFill/>
              <a:prstDash val="solid"/>
            </a:ln>
          </p:spPr>
          <p:txBody>
            <a:bodyPr vert="horz" wrap="square" lIns="91440" tIns="45720" rIns="91440" bIns="4572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IE" sz="1800" b="0" i="0" u="none" strike="noStrike" kern="1200" cap="none" spc="0" baseline="0">
                <a:solidFill>
                  <a:srgbClr val="000000"/>
                </a:solidFill>
                <a:uFillTx/>
                <a:latin typeface="Calibri"/>
              </a:endParaRPr>
            </a:p>
          </p:txBody>
        </p:sp>
        <p:sp>
          <p:nvSpPr>
            <p:cNvPr id="9" name="Freeform 7">
              <a:extLst>
                <a:ext uri="{FF2B5EF4-FFF2-40B4-BE49-F238E27FC236}">
                  <a16:creationId xmlns:a16="http://schemas.microsoft.com/office/drawing/2014/main" id="{F10875CF-F839-010B-6AA8-5B9A35A4E728}"/>
                </a:ext>
              </a:extLst>
            </p:cNvPr>
            <p:cNvSpPr/>
            <p:nvPr/>
          </p:nvSpPr>
          <p:spPr>
            <a:xfrm>
              <a:off x="11234034" y="1845350"/>
              <a:ext cx="611578" cy="985759"/>
            </a:xfrm>
            <a:custGeom>
              <a:avLst/>
              <a:gdLst>
                <a:gd name="f0" fmla="val 10800000"/>
                <a:gd name="f1" fmla="val 5400000"/>
                <a:gd name="f2" fmla="val 180"/>
                <a:gd name="f3" fmla="val w"/>
                <a:gd name="f4" fmla="val h"/>
                <a:gd name="f5" fmla="val 0"/>
                <a:gd name="f6" fmla="val 192"/>
                <a:gd name="f7" fmla="val 310"/>
                <a:gd name="f8" fmla="val 33"/>
                <a:gd name="f9" fmla="val 308"/>
                <a:gd name="f10" fmla="val 133"/>
                <a:gd name="f11" fmla="val 264"/>
                <a:gd name="f12" fmla="val 198"/>
                <a:gd name="f13" fmla="val 114"/>
                <a:gd name="f14" fmla="val 41"/>
                <a:gd name="f15" fmla="val 149"/>
                <a:gd name="f16" fmla="val 96"/>
                <a:gd name="f17" fmla="val 43"/>
                <a:gd name="f18" fmla="val 38"/>
                <a:gd name="f19" fmla="val 90"/>
                <a:gd name="f20" fmla="val 122"/>
                <a:gd name="f21" fmla="val 14"/>
                <a:gd name="f22" fmla="val 153"/>
                <a:gd name="f23" fmla="val 44"/>
                <a:gd name="f24" fmla="val 169"/>
                <a:gd name="f25" fmla="val 26"/>
                <a:gd name="f26" fmla="val 194"/>
                <a:gd name="f27" fmla="val 18"/>
                <a:gd name="f28" fmla="val 221"/>
                <a:gd name="f29" fmla="val 250"/>
                <a:gd name="f30" fmla="val 266"/>
                <a:gd name="f31" fmla="val 20"/>
                <a:gd name="f32" fmla="val 283"/>
                <a:gd name="f33" fmla="val 24"/>
                <a:gd name="f34" fmla="val 302"/>
                <a:gd name="f35" fmla="+- 0 0 -90"/>
                <a:gd name="f36" fmla="*/ f3 1 192"/>
                <a:gd name="f37" fmla="*/ f4 1 310"/>
                <a:gd name="f38" fmla="+- f7 0 f5"/>
                <a:gd name="f39" fmla="+- f6 0 f5"/>
                <a:gd name="f40" fmla="*/ f35 f0 1"/>
                <a:gd name="f41" fmla="*/ f39 1 192"/>
                <a:gd name="f42" fmla="*/ f38 1 310"/>
                <a:gd name="f43" fmla="*/ 33 f39 1"/>
                <a:gd name="f44" fmla="*/ 308 f38 1"/>
                <a:gd name="f45" fmla="*/ 192 f39 1"/>
                <a:gd name="f46" fmla="*/ 114 f38 1"/>
                <a:gd name="f47" fmla="*/ 96 f39 1"/>
                <a:gd name="f48" fmla="*/ 0 f38 1"/>
                <a:gd name="f49" fmla="*/ 0 f39 1"/>
                <a:gd name="f50" fmla="*/ 90 f38 1"/>
                <a:gd name="f51" fmla="*/ 44 f39 1"/>
                <a:gd name="f52" fmla="*/ 169 f38 1"/>
                <a:gd name="f53" fmla="*/ 18 f39 1"/>
                <a:gd name="f54" fmla="*/ 250 f38 1"/>
                <a:gd name="f55" fmla="*/ 24 f39 1"/>
                <a:gd name="f56" fmla="*/ 302 f38 1"/>
                <a:gd name="f57" fmla="*/ f40 1 f2"/>
                <a:gd name="f58" fmla="*/ f43 1 192"/>
                <a:gd name="f59" fmla="*/ f44 1 310"/>
                <a:gd name="f60" fmla="*/ f45 1 192"/>
                <a:gd name="f61" fmla="*/ f46 1 310"/>
                <a:gd name="f62" fmla="*/ f47 1 192"/>
                <a:gd name="f63" fmla="*/ f48 1 310"/>
                <a:gd name="f64" fmla="*/ f49 1 192"/>
                <a:gd name="f65" fmla="*/ f50 1 310"/>
                <a:gd name="f66" fmla="*/ f51 1 192"/>
                <a:gd name="f67" fmla="*/ f52 1 310"/>
                <a:gd name="f68" fmla="*/ f53 1 192"/>
                <a:gd name="f69" fmla="*/ f54 1 310"/>
                <a:gd name="f70" fmla="*/ f55 1 192"/>
                <a:gd name="f71" fmla="*/ f56 1 310"/>
                <a:gd name="f72" fmla="*/ 0 1 f41"/>
                <a:gd name="f73" fmla="*/ f6 1 f41"/>
                <a:gd name="f74" fmla="*/ 0 1 f42"/>
                <a:gd name="f75" fmla="*/ f7 1 f42"/>
                <a:gd name="f76" fmla="+- f57 0 f1"/>
                <a:gd name="f77" fmla="*/ f58 1 f41"/>
                <a:gd name="f78" fmla="*/ f59 1 f42"/>
                <a:gd name="f79" fmla="*/ f60 1 f41"/>
                <a:gd name="f80" fmla="*/ f61 1 f42"/>
                <a:gd name="f81" fmla="*/ f62 1 f41"/>
                <a:gd name="f82" fmla="*/ f63 1 f42"/>
                <a:gd name="f83" fmla="*/ f64 1 f41"/>
                <a:gd name="f84" fmla="*/ f65 1 f42"/>
                <a:gd name="f85" fmla="*/ f66 1 f41"/>
                <a:gd name="f86" fmla="*/ f67 1 f42"/>
                <a:gd name="f87" fmla="*/ f68 1 f41"/>
                <a:gd name="f88" fmla="*/ f69 1 f42"/>
                <a:gd name="f89" fmla="*/ f70 1 f41"/>
                <a:gd name="f90" fmla="*/ f71 1 f42"/>
                <a:gd name="f91" fmla="*/ f72 f36 1"/>
                <a:gd name="f92" fmla="*/ f73 f36 1"/>
                <a:gd name="f93" fmla="*/ f75 f37 1"/>
                <a:gd name="f94" fmla="*/ f74 f37 1"/>
                <a:gd name="f95" fmla="*/ f77 f36 1"/>
                <a:gd name="f96" fmla="*/ f78 f37 1"/>
                <a:gd name="f97" fmla="*/ f79 f36 1"/>
                <a:gd name="f98" fmla="*/ f80 f37 1"/>
                <a:gd name="f99" fmla="*/ f81 f36 1"/>
                <a:gd name="f100" fmla="*/ f82 f37 1"/>
                <a:gd name="f101" fmla="*/ f83 f36 1"/>
                <a:gd name="f102" fmla="*/ f84 f37 1"/>
                <a:gd name="f103" fmla="*/ f85 f36 1"/>
                <a:gd name="f104" fmla="*/ f86 f37 1"/>
                <a:gd name="f105" fmla="*/ f87 f36 1"/>
                <a:gd name="f106" fmla="*/ f88 f37 1"/>
                <a:gd name="f107" fmla="*/ f89 f36 1"/>
                <a:gd name="f108" fmla="*/ f90 f37 1"/>
              </a:gdLst>
              <a:ahLst/>
              <a:cxnLst>
                <a:cxn ang="3cd4">
                  <a:pos x="hc" y="t"/>
                </a:cxn>
                <a:cxn ang="0">
                  <a:pos x="r" y="vc"/>
                </a:cxn>
                <a:cxn ang="cd4">
                  <a:pos x="hc" y="b"/>
                </a:cxn>
                <a:cxn ang="cd2">
                  <a:pos x="l" y="vc"/>
                </a:cxn>
                <a:cxn ang="f76">
                  <a:pos x="f95" y="f96"/>
                </a:cxn>
                <a:cxn ang="f76">
                  <a:pos x="f97" y="f98"/>
                </a:cxn>
                <a:cxn ang="f76">
                  <a:pos x="f99" y="f100"/>
                </a:cxn>
                <a:cxn ang="f76">
                  <a:pos x="f101" y="f102"/>
                </a:cxn>
                <a:cxn ang="f76">
                  <a:pos x="f103" y="f104"/>
                </a:cxn>
                <a:cxn ang="f76">
                  <a:pos x="f105" y="f106"/>
                </a:cxn>
                <a:cxn ang="f76">
                  <a:pos x="f107" y="f108"/>
                </a:cxn>
                <a:cxn ang="f76">
                  <a:pos x="f95" y="f96"/>
                </a:cxn>
              </a:cxnLst>
              <a:rect l="f91" t="f94" r="f92" b="f93"/>
              <a:pathLst>
                <a:path w="192" h="310">
                  <a:moveTo>
                    <a:pt x="f8" y="f9"/>
                  </a:moveTo>
                  <a:cubicBezTo>
                    <a:pt x="f10" y="f11"/>
                    <a:pt x="f6" y="f12"/>
                    <a:pt x="f6" y="f13"/>
                  </a:cubicBezTo>
                  <a:cubicBezTo>
                    <a:pt x="f6" y="f14"/>
                    <a:pt x="f15" y="f5"/>
                    <a:pt x="f16" y="f5"/>
                  </a:cubicBezTo>
                  <a:cubicBezTo>
                    <a:pt x="f17" y="f5"/>
                    <a:pt x="f5" y="f18"/>
                    <a:pt x="f5" y="f19"/>
                  </a:cubicBezTo>
                  <a:cubicBezTo>
                    <a:pt x="f5" y="f20"/>
                    <a:pt x="f21" y="f22"/>
                    <a:pt x="f23" y="f24"/>
                  </a:cubicBezTo>
                  <a:cubicBezTo>
                    <a:pt x="f25" y="f26"/>
                    <a:pt x="f27" y="f28"/>
                    <a:pt x="f27" y="f29"/>
                  </a:cubicBezTo>
                  <a:cubicBezTo>
                    <a:pt x="f27" y="f30"/>
                    <a:pt x="f31" y="f32"/>
                    <a:pt x="f33" y="f34"/>
                  </a:cubicBezTo>
                  <a:cubicBezTo>
                    <a:pt x="f33" y="f34"/>
                    <a:pt x="f25" y="f7"/>
                    <a:pt x="f8" y="f9"/>
                  </a:cubicBezTo>
                </a:path>
              </a:pathLst>
            </a:custGeom>
            <a:noFill/>
            <a:ln cap="flat">
              <a:noFill/>
              <a:prstDash val="solid"/>
            </a:ln>
          </p:spPr>
          <p:txBody>
            <a:bodyPr vert="horz" wrap="square" lIns="91440" tIns="45720" rIns="91440" bIns="4572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IE" sz="1800" b="0" i="0" u="none" strike="noStrike" kern="1200" cap="none" spc="0" baseline="0">
                <a:solidFill>
                  <a:srgbClr val="000000"/>
                </a:solidFill>
                <a:uFillTx/>
                <a:latin typeface="Calibri"/>
              </a:endParaRPr>
            </a:p>
          </p:txBody>
        </p:sp>
        <p:sp>
          <p:nvSpPr>
            <p:cNvPr id="10" name="Freeform 8">
              <a:extLst>
                <a:ext uri="{FF2B5EF4-FFF2-40B4-BE49-F238E27FC236}">
                  <a16:creationId xmlns:a16="http://schemas.microsoft.com/office/drawing/2014/main" id="{F118CDCD-19D6-E720-96EB-8DF1FF08EBFD}"/>
                </a:ext>
              </a:extLst>
            </p:cNvPr>
            <p:cNvSpPr/>
            <p:nvPr/>
          </p:nvSpPr>
          <p:spPr>
            <a:xfrm>
              <a:off x="9916997" y="1109048"/>
              <a:ext cx="1173522" cy="2624675"/>
            </a:xfrm>
            <a:custGeom>
              <a:avLst/>
              <a:gdLst>
                <a:gd name="f0" fmla="val 10800000"/>
                <a:gd name="f1" fmla="val 5400000"/>
                <a:gd name="f2" fmla="val 360"/>
                <a:gd name="f3" fmla="val 180"/>
                <a:gd name="f4" fmla="val w"/>
                <a:gd name="f5" fmla="val h"/>
                <a:gd name="f6" fmla="val 0"/>
                <a:gd name="f7" fmla="val 369"/>
                <a:gd name="f8" fmla="val 826"/>
                <a:gd name="f9" fmla="val 294"/>
                <a:gd name="f10" fmla="val 28"/>
                <a:gd name="f11" fmla="val 203"/>
                <a:gd name="f12" fmla="val 146"/>
                <a:gd name="f13" fmla="val 26"/>
                <a:gd name="f14" fmla="val 141"/>
                <a:gd name="f15" fmla="val 29"/>
                <a:gd name="f16" fmla="val 137"/>
                <a:gd name="f17" fmla="val 34"/>
                <a:gd name="f18" fmla="val 40"/>
                <a:gd name="f19" fmla="val 246"/>
                <a:gd name="f20" fmla="val 247"/>
                <a:gd name="f21" fmla="val 552"/>
                <a:gd name="f22" fmla="val 569"/>
                <a:gd name="f23" fmla="val 135"/>
                <a:gd name="f24" fmla="val 584"/>
                <a:gd name="f25" fmla="val 132"/>
                <a:gd name="f26" fmla="val 598"/>
                <a:gd name="f27" fmla="val 129"/>
                <a:gd name="f28" fmla="val 612"/>
                <a:gd name="f29" fmla="val 124"/>
                <a:gd name="f30" fmla="val 624"/>
                <a:gd name="f31" fmla="val 115"/>
                <a:gd name="f32" fmla="val 635"/>
                <a:gd name="f33" fmla="val 107"/>
                <a:gd name="f34" fmla="val 645"/>
                <a:gd name="f35" fmla="val 95"/>
                <a:gd name="f36" fmla="val 654"/>
                <a:gd name="f37" fmla="val 80"/>
                <a:gd name="f38" fmla="val 661"/>
                <a:gd name="f39" fmla="val 55"/>
                <a:gd name="f40" fmla="val 672"/>
                <a:gd name="f41" fmla="val 15"/>
                <a:gd name="f42" fmla="val 675"/>
                <a:gd name="f43" fmla="val 5"/>
                <a:gd name="f44" fmla="val 676"/>
                <a:gd name="f45" fmla="val 4"/>
                <a:gd name="f46" fmla="val 686"/>
                <a:gd name="f47" fmla="val 758"/>
                <a:gd name="f48" fmla="val 781"/>
                <a:gd name="f49" fmla="val 6"/>
                <a:gd name="f50" fmla="val 824"/>
                <a:gd name="f51" fmla="val 148"/>
                <a:gd name="f52" fmla="val 167"/>
                <a:gd name="f53" fmla="val 821"/>
                <a:gd name="f54" fmla="val 189"/>
                <a:gd name="f55" fmla="val 816"/>
                <a:gd name="f56" fmla="val 210"/>
                <a:gd name="f57" fmla="val 811"/>
                <a:gd name="f58" fmla="val 232"/>
                <a:gd name="f59" fmla="val 802"/>
                <a:gd name="f60" fmla="val 253"/>
                <a:gd name="f61" fmla="val 789"/>
                <a:gd name="f62" fmla="val 275"/>
                <a:gd name="f63" fmla="val 777"/>
                <a:gd name="f64" fmla="val 760"/>
                <a:gd name="f65" fmla="val 311"/>
                <a:gd name="f66" fmla="val 740"/>
                <a:gd name="f67" fmla="val 329"/>
                <a:gd name="f68" fmla="val 720"/>
                <a:gd name="f69" fmla="val 341"/>
                <a:gd name="f70" fmla="val 694"/>
                <a:gd name="f71" fmla="val 350"/>
                <a:gd name="f72" fmla="val 664"/>
                <a:gd name="f73" fmla="val 355"/>
                <a:gd name="f74" fmla="val 358"/>
                <a:gd name="f75" fmla="val 623"/>
                <a:gd name="f76" fmla="val 361"/>
                <a:gd name="f77" fmla="val 574"/>
                <a:gd name="f78" fmla="val 362"/>
                <a:gd name="f79" fmla="val 553"/>
                <a:gd name="f80" fmla="val 536"/>
                <a:gd name="f81" fmla="val 51"/>
                <a:gd name="f82" fmla="+- 0 0 -90"/>
                <a:gd name="f83" fmla="*/ f4 1 369"/>
                <a:gd name="f84" fmla="*/ f5 1 826"/>
                <a:gd name="f85" fmla="+- f8 0 f6"/>
                <a:gd name="f86" fmla="+- f7 0 f6"/>
                <a:gd name="f87" fmla="*/ f82 f0 1"/>
                <a:gd name="f88" fmla="*/ f86 1 369"/>
                <a:gd name="f89" fmla="*/ f85 1 826"/>
                <a:gd name="f90" fmla="*/ 294 f86 1"/>
                <a:gd name="f91" fmla="*/ 28 f85 1"/>
                <a:gd name="f92" fmla="*/ 146 f86 1"/>
                <a:gd name="f93" fmla="*/ 26 f85 1"/>
                <a:gd name="f94" fmla="*/ 137 f86 1"/>
                <a:gd name="f95" fmla="*/ 40 f85 1"/>
                <a:gd name="f96" fmla="*/ 246 f85 1"/>
                <a:gd name="f97" fmla="*/ 247 f85 1"/>
                <a:gd name="f98" fmla="*/ 552 f85 1"/>
                <a:gd name="f99" fmla="*/ 132 f86 1"/>
                <a:gd name="f100" fmla="*/ 598 f85 1"/>
                <a:gd name="f101" fmla="*/ 115 f86 1"/>
                <a:gd name="f102" fmla="*/ 635 f85 1"/>
                <a:gd name="f103" fmla="*/ 80 f86 1"/>
                <a:gd name="f104" fmla="*/ 661 f85 1"/>
                <a:gd name="f105" fmla="*/ 15 f86 1"/>
                <a:gd name="f106" fmla="*/ 675 f85 1"/>
                <a:gd name="f107" fmla="*/ 4 f86 1"/>
                <a:gd name="f108" fmla="*/ 686 f85 1"/>
                <a:gd name="f109" fmla="*/ 781 f85 1"/>
                <a:gd name="f110" fmla="*/ 824 f85 1"/>
                <a:gd name="f111" fmla="*/ 189 f86 1"/>
                <a:gd name="f112" fmla="*/ 816 f85 1"/>
                <a:gd name="f113" fmla="*/ 253 f86 1"/>
                <a:gd name="f114" fmla="*/ 789 f85 1"/>
                <a:gd name="f115" fmla="*/ 311 f86 1"/>
                <a:gd name="f116" fmla="*/ 740 f85 1"/>
                <a:gd name="f117" fmla="*/ 350 f86 1"/>
                <a:gd name="f118" fmla="*/ 664 f85 1"/>
                <a:gd name="f119" fmla="*/ 360 f86 1"/>
                <a:gd name="f120" fmla="*/ 362 f86 1"/>
                <a:gd name="f121" fmla="*/ 536 f85 1"/>
                <a:gd name="f122" fmla="*/ 141 f85 1"/>
                <a:gd name="f123" fmla="*/ f87 1 f3"/>
                <a:gd name="f124" fmla="*/ f90 1 369"/>
                <a:gd name="f125" fmla="*/ f91 1 826"/>
                <a:gd name="f126" fmla="*/ f92 1 369"/>
                <a:gd name="f127" fmla="*/ f93 1 826"/>
                <a:gd name="f128" fmla="*/ f94 1 369"/>
                <a:gd name="f129" fmla="*/ f95 1 826"/>
                <a:gd name="f130" fmla="*/ f96 1 826"/>
                <a:gd name="f131" fmla="*/ f97 1 826"/>
                <a:gd name="f132" fmla="*/ f98 1 826"/>
                <a:gd name="f133" fmla="*/ f99 1 369"/>
                <a:gd name="f134" fmla="*/ f100 1 826"/>
                <a:gd name="f135" fmla="*/ f101 1 369"/>
                <a:gd name="f136" fmla="*/ f102 1 826"/>
                <a:gd name="f137" fmla="*/ f103 1 369"/>
                <a:gd name="f138" fmla="*/ f104 1 826"/>
                <a:gd name="f139" fmla="*/ f105 1 369"/>
                <a:gd name="f140" fmla="*/ f106 1 826"/>
                <a:gd name="f141" fmla="*/ f107 1 369"/>
                <a:gd name="f142" fmla="*/ f108 1 826"/>
                <a:gd name="f143" fmla="*/ f109 1 826"/>
                <a:gd name="f144" fmla="*/ f110 1 826"/>
                <a:gd name="f145" fmla="*/ f111 1 369"/>
                <a:gd name="f146" fmla="*/ f112 1 826"/>
                <a:gd name="f147" fmla="*/ f113 1 369"/>
                <a:gd name="f148" fmla="*/ f114 1 826"/>
                <a:gd name="f149" fmla="*/ f115 1 369"/>
                <a:gd name="f150" fmla="*/ f116 1 826"/>
                <a:gd name="f151" fmla="*/ f117 1 369"/>
                <a:gd name="f152" fmla="*/ f118 1 826"/>
                <a:gd name="f153" fmla="*/ f119 1 369"/>
                <a:gd name="f154" fmla="*/ f120 1 369"/>
                <a:gd name="f155" fmla="*/ f121 1 826"/>
                <a:gd name="f156" fmla="*/ f122 1 826"/>
                <a:gd name="f157" fmla="*/ 0 1 f88"/>
                <a:gd name="f158" fmla="*/ f7 1 f88"/>
                <a:gd name="f159" fmla="*/ 0 1 f89"/>
                <a:gd name="f160" fmla="*/ f8 1 f89"/>
                <a:gd name="f161" fmla="+- f123 0 f1"/>
                <a:gd name="f162" fmla="*/ f124 1 f88"/>
                <a:gd name="f163" fmla="*/ f125 1 f89"/>
                <a:gd name="f164" fmla="*/ f126 1 f88"/>
                <a:gd name="f165" fmla="*/ f127 1 f89"/>
                <a:gd name="f166" fmla="*/ f128 1 f88"/>
                <a:gd name="f167" fmla="*/ f129 1 f89"/>
                <a:gd name="f168" fmla="*/ f130 1 f89"/>
                <a:gd name="f169" fmla="*/ f131 1 f89"/>
                <a:gd name="f170" fmla="*/ f132 1 f89"/>
                <a:gd name="f171" fmla="*/ f133 1 f88"/>
                <a:gd name="f172" fmla="*/ f134 1 f89"/>
                <a:gd name="f173" fmla="*/ f135 1 f88"/>
                <a:gd name="f174" fmla="*/ f136 1 f89"/>
                <a:gd name="f175" fmla="*/ f137 1 f88"/>
                <a:gd name="f176" fmla="*/ f138 1 f89"/>
                <a:gd name="f177" fmla="*/ f139 1 f88"/>
                <a:gd name="f178" fmla="*/ f140 1 f89"/>
                <a:gd name="f179" fmla="*/ f141 1 f88"/>
                <a:gd name="f180" fmla="*/ f142 1 f89"/>
                <a:gd name="f181" fmla="*/ f143 1 f89"/>
                <a:gd name="f182" fmla="*/ f144 1 f89"/>
                <a:gd name="f183" fmla="*/ f145 1 f88"/>
                <a:gd name="f184" fmla="*/ f146 1 f89"/>
                <a:gd name="f185" fmla="*/ f147 1 f88"/>
                <a:gd name="f186" fmla="*/ f148 1 f89"/>
                <a:gd name="f187" fmla="*/ f149 1 f88"/>
                <a:gd name="f188" fmla="*/ f150 1 f89"/>
                <a:gd name="f189" fmla="*/ f151 1 f88"/>
                <a:gd name="f190" fmla="*/ f152 1 f89"/>
                <a:gd name="f191" fmla="*/ f153 1 f88"/>
                <a:gd name="f192" fmla="*/ f154 1 f88"/>
                <a:gd name="f193" fmla="*/ f155 1 f89"/>
                <a:gd name="f194" fmla="*/ f156 1 f89"/>
                <a:gd name="f195" fmla="*/ f157 f83 1"/>
                <a:gd name="f196" fmla="*/ f158 f83 1"/>
                <a:gd name="f197" fmla="*/ f160 f84 1"/>
                <a:gd name="f198" fmla="*/ f159 f84 1"/>
                <a:gd name="f199" fmla="*/ f162 f83 1"/>
                <a:gd name="f200" fmla="*/ f163 f84 1"/>
                <a:gd name="f201" fmla="*/ f164 f83 1"/>
                <a:gd name="f202" fmla="*/ f165 f84 1"/>
                <a:gd name="f203" fmla="*/ f166 f83 1"/>
                <a:gd name="f204" fmla="*/ f167 f84 1"/>
                <a:gd name="f205" fmla="*/ f168 f84 1"/>
                <a:gd name="f206" fmla="*/ f169 f84 1"/>
                <a:gd name="f207" fmla="*/ f170 f84 1"/>
                <a:gd name="f208" fmla="*/ f171 f83 1"/>
                <a:gd name="f209" fmla="*/ f172 f84 1"/>
                <a:gd name="f210" fmla="*/ f173 f83 1"/>
                <a:gd name="f211" fmla="*/ f174 f84 1"/>
                <a:gd name="f212" fmla="*/ f175 f83 1"/>
                <a:gd name="f213" fmla="*/ f176 f84 1"/>
                <a:gd name="f214" fmla="*/ f177 f83 1"/>
                <a:gd name="f215" fmla="*/ f178 f84 1"/>
                <a:gd name="f216" fmla="*/ f179 f83 1"/>
                <a:gd name="f217" fmla="*/ f180 f84 1"/>
                <a:gd name="f218" fmla="*/ f181 f84 1"/>
                <a:gd name="f219" fmla="*/ f182 f84 1"/>
                <a:gd name="f220" fmla="*/ f183 f83 1"/>
                <a:gd name="f221" fmla="*/ f184 f84 1"/>
                <a:gd name="f222" fmla="*/ f185 f83 1"/>
                <a:gd name="f223" fmla="*/ f186 f84 1"/>
                <a:gd name="f224" fmla="*/ f187 f83 1"/>
                <a:gd name="f225" fmla="*/ f188 f84 1"/>
                <a:gd name="f226" fmla="*/ f189 f83 1"/>
                <a:gd name="f227" fmla="*/ f190 f84 1"/>
                <a:gd name="f228" fmla="*/ f191 f83 1"/>
                <a:gd name="f229" fmla="*/ f192 f83 1"/>
                <a:gd name="f230" fmla="*/ f193 f84 1"/>
                <a:gd name="f231" fmla="*/ f194 f84 1"/>
              </a:gdLst>
              <a:ahLst/>
              <a:cxnLst>
                <a:cxn ang="3cd4">
                  <a:pos x="hc" y="t"/>
                </a:cxn>
                <a:cxn ang="0">
                  <a:pos x="r" y="vc"/>
                </a:cxn>
                <a:cxn ang="cd4">
                  <a:pos x="hc" y="b"/>
                </a:cxn>
                <a:cxn ang="cd2">
                  <a:pos x="l" y="vc"/>
                </a:cxn>
                <a:cxn ang="f161">
                  <a:pos x="f199" y="f200"/>
                </a:cxn>
                <a:cxn ang="f161">
                  <a:pos x="f201" y="f202"/>
                </a:cxn>
                <a:cxn ang="f161">
                  <a:pos x="f203" y="f204"/>
                </a:cxn>
                <a:cxn ang="f161">
                  <a:pos x="f203" y="f204"/>
                </a:cxn>
                <a:cxn ang="f161">
                  <a:pos x="f203" y="f205"/>
                </a:cxn>
                <a:cxn ang="f161">
                  <a:pos x="f203" y="f206"/>
                </a:cxn>
                <a:cxn ang="f161">
                  <a:pos x="f203" y="f207"/>
                </a:cxn>
                <a:cxn ang="f161">
                  <a:pos x="f208" y="f209"/>
                </a:cxn>
                <a:cxn ang="f161">
                  <a:pos x="f210" y="f211"/>
                </a:cxn>
                <a:cxn ang="f161">
                  <a:pos x="f212" y="f213"/>
                </a:cxn>
                <a:cxn ang="f161">
                  <a:pos x="f214" y="f215"/>
                </a:cxn>
                <a:cxn ang="f161">
                  <a:pos x="f216" y="f217"/>
                </a:cxn>
                <a:cxn ang="f161">
                  <a:pos x="f216" y="f218"/>
                </a:cxn>
                <a:cxn ang="f161">
                  <a:pos x="f208" y="f219"/>
                </a:cxn>
                <a:cxn ang="f161">
                  <a:pos x="f220" y="f221"/>
                </a:cxn>
                <a:cxn ang="f161">
                  <a:pos x="f222" y="f223"/>
                </a:cxn>
                <a:cxn ang="f161">
                  <a:pos x="f224" y="f225"/>
                </a:cxn>
                <a:cxn ang="f161">
                  <a:pos x="f226" y="f227"/>
                </a:cxn>
                <a:cxn ang="f161">
                  <a:pos x="f228" y="f209"/>
                </a:cxn>
                <a:cxn ang="f161">
                  <a:pos x="f229" y="f230"/>
                </a:cxn>
                <a:cxn ang="f161">
                  <a:pos x="f229" y="f231"/>
                </a:cxn>
                <a:cxn ang="f161">
                  <a:pos x="f199" y="f200"/>
                </a:cxn>
              </a:cxnLst>
              <a:rect l="f195" t="f198" r="f196" b="f197"/>
              <a:pathLst>
                <a:path w="369" h="826">
                  <a:moveTo>
                    <a:pt x="f9" y="f10"/>
                  </a:moveTo>
                  <a:cubicBezTo>
                    <a:pt x="f11" y="f6"/>
                    <a:pt x="f12" y="f13"/>
                    <a:pt x="f12" y="f13"/>
                  </a:cubicBezTo>
                  <a:cubicBezTo>
                    <a:pt x="f14" y="f15"/>
                    <a:pt x="f16" y="f17"/>
                    <a:pt x="f16" y="f18"/>
                  </a:cubicBezTo>
                  <a:cubicBezTo>
                    <a:pt x="f16" y="f18"/>
                    <a:pt x="f16" y="f18"/>
                    <a:pt x="f16" y="f18"/>
                  </a:cubicBezTo>
                  <a:cubicBezTo>
                    <a:pt x="f16" y="f19"/>
                    <a:pt x="f16" y="f19"/>
                    <a:pt x="f16" y="f19"/>
                  </a:cubicBezTo>
                  <a:cubicBezTo>
                    <a:pt x="f16" y="f19"/>
                    <a:pt x="f16" y="f20"/>
                    <a:pt x="f16" y="f20"/>
                  </a:cubicBezTo>
                  <a:cubicBezTo>
                    <a:pt x="f16" y="f21"/>
                    <a:pt x="f16" y="f21"/>
                    <a:pt x="f16" y="f21"/>
                  </a:cubicBezTo>
                  <a:cubicBezTo>
                    <a:pt x="f16" y="f22"/>
                    <a:pt x="f23" y="f24"/>
                    <a:pt x="f25" y="f26"/>
                  </a:cubicBezTo>
                  <a:cubicBezTo>
                    <a:pt x="f27" y="f28"/>
                    <a:pt x="f29" y="f30"/>
                    <a:pt x="f31" y="f32"/>
                  </a:cubicBezTo>
                  <a:cubicBezTo>
                    <a:pt x="f33" y="f34"/>
                    <a:pt x="f35" y="f36"/>
                    <a:pt x="f37" y="f38"/>
                  </a:cubicBezTo>
                  <a:cubicBezTo>
                    <a:pt x="f37" y="f38"/>
                    <a:pt x="f39" y="f40"/>
                    <a:pt x="f41" y="f42"/>
                  </a:cubicBezTo>
                  <a:cubicBezTo>
                    <a:pt x="f41" y="f42"/>
                    <a:pt x="f43" y="f44"/>
                    <a:pt x="f45" y="f46"/>
                  </a:cubicBezTo>
                  <a:cubicBezTo>
                    <a:pt x="f45" y="f46"/>
                    <a:pt x="f6" y="f47"/>
                    <a:pt x="f45" y="f48"/>
                  </a:cubicBezTo>
                  <a:cubicBezTo>
                    <a:pt x="f49" y="f8"/>
                    <a:pt x="f25" y="f50"/>
                    <a:pt x="f25" y="f50"/>
                  </a:cubicBezTo>
                  <a:cubicBezTo>
                    <a:pt x="f51" y="f50"/>
                    <a:pt x="f52" y="f53"/>
                    <a:pt x="f54" y="f55"/>
                  </a:cubicBezTo>
                  <a:cubicBezTo>
                    <a:pt x="f56" y="f57"/>
                    <a:pt x="f58" y="f59"/>
                    <a:pt x="f60" y="f61"/>
                  </a:cubicBezTo>
                  <a:cubicBezTo>
                    <a:pt x="f62" y="f63"/>
                    <a:pt x="f9" y="f64"/>
                    <a:pt x="f65" y="f66"/>
                  </a:cubicBezTo>
                  <a:cubicBezTo>
                    <a:pt x="f67" y="f68"/>
                    <a:pt x="f69" y="f70"/>
                    <a:pt x="f71" y="f72"/>
                  </a:cubicBezTo>
                  <a:cubicBezTo>
                    <a:pt x="f73" y="f34"/>
                    <a:pt x="f74" y="f75"/>
                    <a:pt x="f2" y="f26"/>
                  </a:cubicBezTo>
                  <a:cubicBezTo>
                    <a:pt x="f76" y="f77"/>
                    <a:pt x="f78" y="f79"/>
                    <a:pt x="f78" y="f80"/>
                  </a:cubicBezTo>
                  <a:cubicBezTo>
                    <a:pt x="f78" y="f14"/>
                    <a:pt x="f78" y="f14"/>
                    <a:pt x="f78" y="f14"/>
                  </a:cubicBezTo>
                  <a:cubicBezTo>
                    <a:pt x="f78" y="f14"/>
                    <a:pt x="f7" y="f81"/>
                    <a:pt x="f9" y="f10"/>
                  </a:cubicBezTo>
                </a:path>
              </a:pathLst>
            </a:custGeom>
            <a:noFill/>
            <a:ln cap="flat">
              <a:noFill/>
              <a:prstDash val="solid"/>
            </a:ln>
          </p:spPr>
          <p:txBody>
            <a:bodyPr vert="horz" wrap="square" lIns="91440" tIns="45720" rIns="91440" bIns="4572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IE" sz="1800" b="0" i="0" u="none" strike="noStrike" kern="1200" cap="none" spc="0" baseline="0">
                <a:solidFill>
                  <a:srgbClr val="000000"/>
                </a:solidFill>
                <a:uFillTx/>
                <a:latin typeface="Calibri"/>
              </a:endParaRPr>
            </a:p>
          </p:txBody>
        </p:sp>
      </p:grpSp>
      <p:sp>
        <p:nvSpPr>
          <p:cNvPr id="11" name="Title 1">
            <a:extLst>
              <a:ext uri="{FF2B5EF4-FFF2-40B4-BE49-F238E27FC236}">
                <a16:creationId xmlns:a16="http://schemas.microsoft.com/office/drawing/2014/main" id="{00BDEC53-67BB-37A8-A028-AF5FF912F109}"/>
              </a:ext>
            </a:extLst>
          </p:cNvPr>
          <p:cNvSpPr txBox="1">
            <a:spLocks noGrp="1"/>
          </p:cNvSpPr>
          <p:nvPr>
            <p:ph type="title"/>
          </p:nvPr>
        </p:nvSpPr>
        <p:spPr>
          <a:xfrm>
            <a:off x="631594" y="577845"/>
            <a:ext cx="5045302" cy="3155868"/>
          </a:xfrm>
        </p:spPr>
        <p:txBody>
          <a:bodyPr/>
          <a:lstStyle>
            <a:lvl1pPr>
              <a:defRPr sz="4400">
                <a:solidFill>
                  <a:srgbClr val="FFFFFF"/>
                </a:solidFill>
              </a:defRPr>
            </a:lvl1pPr>
          </a:lstStyle>
          <a:p>
            <a:pPr lvl="0"/>
            <a:r>
              <a:rPr lang="en-US"/>
              <a:t>Click to edit Master title style</a:t>
            </a:r>
            <a:endParaRPr lang="en-IE"/>
          </a:p>
        </p:txBody>
      </p:sp>
    </p:spTree>
    <p:extLst>
      <p:ext uri="{BB962C8B-B14F-4D97-AF65-F5344CB8AC3E}">
        <p14:creationId xmlns:p14="http://schemas.microsoft.com/office/powerpoint/2010/main" val="658354771"/>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A2F2FC-FFBC-C1E3-18D6-E053688A937E}"/>
              </a:ext>
            </a:extLst>
          </p:cNvPr>
          <p:cNvSpPr txBox="1">
            <a:spLocks noGrp="1"/>
          </p:cNvSpPr>
          <p:nvPr>
            <p:ph type="title"/>
          </p:nvPr>
        </p:nvSpPr>
        <p:spPr/>
        <p:txBody>
          <a:bodyPr/>
          <a:lstStyle>
            <a:lvl1pPr>
              <a:defRPr/>
            </a:lvl1pPr>
          </a:lstStyle>
          <a:p>
            <a:pPr lvl="0"/>
            <a:r>
              <a:rPr lang="en-US"/>
              <a:t>Click to edit Master title style</a:t>
            </a:r>
            <a:endParaRPr lang="en-IE"/>
          </a:p>
        </p:txBody>
      </p:sp>
      <p:sp>
        <p:nvSpPr>
          <p:cNvPr id="3" name="Content Placeholder 2">
            <a:extLst>
              <a:ext uri="{FF2B5EF4-FFF2-40B4-BE49-F238E27FC236}">
                <a16:creationId xmlns:a16="http://schemas.microsoft.com/office/drawing/2014/main" id="{62407037-7D5F-565C-C0EB-ADFC82C5C486}"/>
              </a:ext>
            </a:extLst>
          </p:cNvPr>
          <p:cNvSpPr txBox="1">
            <a:spLocks noGrp="1"/>
          </p:cNvSpPr>
          <p:nvPr>
            <p:ph idx="1"/>
          </p:nvPr>
        </p:nvSpPr>
        <p:spPr>
          <a:xfrm>
            <a:off x="631594" y="1913638"/>
            <a:ext cx="4787999" cy="4263316"/>
          </a:xfrm>
        </p:spPr>
        <p:txBody>
          <a:bodyPr/>
          <a:lstStyle>
            <a:lvl1pPr>
              <a:defRPr/>
            </a:lvl1pPr>
            <a:lvl2pPr marL="442917" lvl="1" indent="-198433">
              <a:spcBef>
                <a:spcPts val="500"/>
              </a:spcBef>
              <a:buFont typeface="Calibri" pitchFamily="34"/>
              <a:buChar char="›"/>
              <a:defRPr sz="1800"/>
            </a:lvl2pPr>
            <a:lvl3pPr marL="663570" lvl="2" indent="-212726">
              <a:spcBef>
                <a:spcPts val="500"/>
              </a:spcBef>
              <a:buFont typeface="Calibri" pitchFamily="34"/>
              <a:buChar char="»"/>
              <a:defRPr sz="1600"/>
            </a:lvl3pPr>
          </a:lstStyle>
          <a:p>
            <a:pPr lvl="0"/>
            <a:r>
              <a:rPr lang="en-US"/>
              <a:t>Edit Master text styles</a:t>
            </a:r>
          </a:p>
          <a:p>
            <a:pPr lvl="1"/>
            <a:r>
              <a:rPr lang="en-US"/>
              <a:t>Second level</a:t>
            </a:r>
          </a:p>
          <a:p>
            <a:pPr lvl="2"/>
            <a:r>
              <a:rPr lang="en-US"/>
              <a:t>Third level</a:t>
            </a:r>
          </a:p>
        </p:txBody>
      </p:sp>
      <p:sp>
        <p:nvSpPr>
          <p:cNvPr id="4" name="Content Placeholder 3">
            <a:extLst>
              <a:ext uri="{FF2B5EF4-FFF2-40B4-BE49-F238E27FC236}">
                <a16:creationId xmlns:a16="http://schemas.microsoft.com/office/drawing/2014/main" id="{CC3D5277-586F-A06E-F63F-C11DA979440E}"/>
              </a:ext>
            </a:extLst>
          </p:cNvPr>
          <p:cNvSpPr txBox="1">
            <a:spLocks noGrp="1"/>
          </p:cNvSpPr>
          <p:nvPr>
            <p:ph idx="2"/>
          </p:nvPr>
        </p:nvSpPr>
        <p:spPr>
          <a:xfrm>
            <a:off x="6772403" y="1913638"/>
            <a:ext cx="4787999" cy="4263316"/>
          </a:xfrm>
        </p:spPr>
        <p:txBody>
          <a:bodyPr/>
          <a:lstStyle>
            <a:lvl1pPr>
              <a:defRPr/>
            </a:lvl1pPr>
            <a:lvl2pPr marL="442917" lvl="1" indent="-198433">
              <a:spcBef>
                <a:spcPts val="500"/>
              </a:spcBef>
              <a:buFont typeface="Calibri" pitchFamily="34"/>
              <a:buChar char="›"/>
              <a:defRPr sz="1800"/>
            </a:lvl2pPr>
            <a:lvl3pPr marL="663570" lvl="2" indent="-212726">
              <a:spcBef>
                <a:spcPts val="500"/>
              </a:spcBef>
              <a:buFont typeface="Calibri" pitchFamily="34"/>
              <a:buChar char="»"/>
              <a:defRPr sz="1600"/>
            </a:lvl3pPr>
          </a:lstStyle>
          <a:p>
            <a:pPr lvl="0"/>
            <a:r>
              <a:rPr lang="en-US"/>
              <a:t>Edit Master text styles</a:t>
            </a:r>
          </a:p>
          <a:p>
            <a:pPr lvl="1"/>
            <a:r>
              <a:rPr lang="en-US"/>
              <a:t>Second level</a:t>
            </a:r>
          </a:p>
          <a:p>
            <a:pPr lvl="2"/>
            <a:r>
              <a:rPr lang="en-US"/>
              <a:t>Third level</a:t>
            </a:r>
          </a:p>
        </p:txBody>
      </p:sp>
    </p:spTree>
    <p:extLst>
      <p:ext uri="{BB962C8B-B14F-4D97-AF65-F5344CB8AC3E}">
        <p14:creationId xmlns:p14="http://schemas.microsoft.com/office/powerpoint/2010/main" val="2714149850"/>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2" name="Text Placeholder 2">
            <a:extLst>
              <a:ext uri="{FF2B5EF4-FFF2-40B4-BE49-F238E27FC236}">
                <a16:creationId xmlns:a16="http://schemas.microsoft.com/office/drawing/2014/main" id="{1469D256-C4E1-049F-70F6-F0FFC9F4BC82}"/>
              </a:ext>
            </a:extLst>
          </p:cNvPr>
          <p:cNvSpPr txBox="1">
            <a:spLocks noGrp="1"/>
          </p:cNvSpPr>
          <p:nvPr>
            <p:ph type="body" idx="4294967295"/>
          </p:nvPr>
        </p:nvSpPr>
        <p:spPr>
          <a:xfrm>
            <a:off x="631594" y="2189649"/>
            <a:ext cx="4790971" cy="578714"/>
          </a:xfrm>
        </p:spPr>
        <p:txBody>
          <a:bodyPr bIns="0" anchor="b">
            <a:noAutofit/>
          </a:bodyPr>
          <a:lstStyle>
            <a:lvl1pPr marL="0" indent="0">
              <a:buNone/>
              <a:defRPr sz="2100" b="1">
                <a:solidFill>
                  <a:srgbClr val="26CAD3"/>
                </a:solidFill>
              </a:defRPr>
            </a:lvl1pPr>
          </a:lstStyle>
          <a:p>
            <a:pPr lvl="0"/>
            <a:r>
              <a:rPr lang="en-US"/>
              <a:t>Edit Master text styles</a:t>
            </a:r>
          </a:p>
        </p:txBody>
      </p:sp>
      <p:sp>
        <p:nvSpPr>
          <p:cNvPr id="3" name="Content Placeholder 3">
            <a:extLst>
              <a:ext uri="{FF2B5EF4-FFF2-40B4-BE49-F238E27FC236}">
                <a16:creationId xmlns:a16="http://schemas.microsoft.com/office/drawing/2014/main" id="{3D6E9E0F-EFC3-2CA5-17F0-3361F00BF3CC}"/>
              </a:ext>
            </a:extLst>
          </p:cNvPr>
          <p:cNvSpPr txBox="1">
            <a:spLocks noGrp="1"/>
          </p:cNvSpPr>
          <p:nvPr>
            <p:ph idx="4294967295"/>
          </p:nvPr>
        </p:nvSpPr>
        <p:spPr>
          <a:xfrm>
            <a:off x="631594" y="2717797"/>
            <a:ext cx="4790971" cy="3236189"/>
          </a:xfrm>
        </p:spPr>
        <p:txBody>
          <a:bodyPr/>
          <a:lstStyle>
            <a:lvl1pPr>
              <a:defRPr/>
            </a:lvl1pPr>
            <a:lvl2pPr marL="442917" lvl="1" indent="-198433">
              <a:spcBef>
                <a:spcPts val="500"/>
              </a:spcBef>
              <a:buFont typeface="Calibri" pitchFamily="34"/>
              <a:buChar char="›"/>
              <a:defRPr sz="1800"/>
            </a:lvl2pPr>
            <a:lvl3pPr marL="663570" lvl="2" indent="-212726">
              <a:spcBef>
                <a:spcPts val="500"/>
              </a:spcBef>
              <a:buFont typeface="Calibri" pitchFamily="34"/>
              <a:buChar char="»"/>
              <a:defRPr sz="1600"/>
            </a:lvl3pPr>
          </a:lstStyle>
          <a:p>
            <a:pPr lvl="0"/>
            <a:r>
              <a:rPr lang="en-US"/>
              <a:t>Edit Master text styles</a:t>
            </a:r>
          </a:p>
          <a:p>
            <a:pPr lvl="1"/>
            <a:r>
              <a:rPr lang="en-US"/>
              <a:t>Second level</a:t>
            </a:r>
          </a:p>
          <a:p>
            <a:pPr lvl="2"/>
            <a:r>
              <a:rPr lang="en-US"/>
              <a:t>Third level</a:t>
            </a:r>
          </a:p>
        </p:txBody>
      </p:sp>
      <p:sp>
        <p:nvSpPr>
          <p:cNvPr id="4" name="Text Placeholder 4">
            <a:extLst>
              <a:ext uri="{FF2B5EF4-FFF2-40B4-BE49-F238E27FC236}">
                <a16:creationId xmlns:a16="http://schemas.microsoft.com/office/drawing/2014/main" id="{F3B4838F-7C3A-7342-A52D-D768DEE35245}"/>
              </a:ext>
            </a:extLst>
          </p:cNvPr>
          <p:cNvSpPr txBox="1">
            <a:spLocks noGrp="1"/>
          </p:cNvSpPr>
          <p:nvPr>
            <p:ph type="body" idx="4294967295"/>
          </p:nvPr>
        </p:nvSpPr>
        <p:spPr>
          <a:xfrm>
            <a:off x="6749588" y="2189649"/>
            <a:ext cx="4810813" cy="578714"/>
          </a:xfrm>
        </p:spPr>
        <p:txBody>
          <a:bodyPr bIns="0" anchor="b">
            <a:noAutofit/>
          </a:bodyPr>
          <a:lstStyle>
            <a:lvl1pPr marL="0" indent="0">
              <a:buNone/>
              <a:defRPr sz="2100" b="1">
                <a:solidFill>
                  <a:srgbClr val="26CAD3"/>
                </a:solidFill>
              </a:defRPr>
            </a:lvl1pPr>
          </a:lstStyle>
          <a:p>
            <a:pPr lvl="0"/>
            <a:r>
              <a:rPr lang="en-US"/>
              <a:t>Edit Master text styles</a:t>
            </a:r>
          </a:p>
        </p:txBody>
      </p:sp>
      <p:sp>
        <p:nvSpPr>
          <p:cNvPr id="5" name="Content Placeholder 5">
            <a:extLst>
              <a:ext uri="{FF2B5EF4-FFF2-40B4-BE49-F238E27FC236}">
                <a16:creationId xmlns:a16="http://schemas.microsoft.com/office/drawing/2014/main" id="{0745CC02-1B8D-B157-5C55-252A99719017}"/>
              </a:ext>
            </a:extLst>
          </p:cNvPr>
          <p:cNvSpPr txBox="1">
            <a:spLocks noGrp="1"/>
          </p:cNvSpPr>
          <p:nvPr>
            <p:ph idx="4294967295"/>
          </p:nvPr>
        </p:nvSpPr>
        <p:spPr>
          <a:xfrm>
            <a:off x="6749588" y="2717797"/>
            <a:ext cx="4810813" cy="3236189"/>
          </a:xfrm>
        </p:spPr>
        <p:txBody>
          <a:bodyPr/>
          <a:lstStyle>
            <a:lvl1pPr>
              <a:defRPr/>
            </a:lvl1pPr>
            <a:lvl2pPr marL="442917" lvl="1" indent="-198433">
              <a:spcBef>
                <a:spcPts val="500"/>
              </a:spcBef>
              <a:buFont typeface="Calibri" pitchFamily="34"/>
              <a:buChar char="›"/>
              <a:defRPr sz="1800"/>
            </a:lvl2pPr>
            <a:lvl3pPr marL="663570" lvl="2" indent="-212726">
              <a:spcBef>
                <a:spcPts val="500"/>
              </a:spcBef>
              <a:buFont typeface="Calibri" pitchFamily="34"/>
              <a:buChar char="»"/>
              <a:defRPr sz="1600"/>
            </a:lvl3pPr>
          </a:lstStyle>
          <a:p>
            <a:pPr lvl="0"/>
            <a:r>
              <a:rPr lang="en-US"/>
              <a:t>Edit Master text styles</a:t>
            </a:r>
          </a:p>
          <a:p>
            <a:pPr lvl="1"/>
            <a:r>
              <a:rPr lang="en-US"/>
              <a:t>Second level</a:t>
            </a:r>
          </a:p>
          <a:p>
            <a:pPr lvl="2"/>
            <a:r>
              <a:rPr lang="en-US"/>
              <a:t>Third level</a:t>
            </a:r>
          </a:p>
        </p:txBody>
      </p:sp>
      <p:sp>
        <p:nvSpPr>
          <p:cNvPr id="9" name="Title 9">
            <a:extLst>
              <a:ext uri="{FF2B5EF4-FFF2-40B4-BE49-F238E27FC236}">
                <a16:creationId xmlns:a16="http://schemas.microsoft.com/office/drawing/2014/main" id="{D665BB44-34F7-92F9-2ECE-83A2931589B1}"/>
              </a:ext>
            </a:extLst>
          </p:cNvPr>
          <p:cNvSpPr txBox="1">
            <a:spLocks noGrp="1"/>
          </p:cNvSpPr>
          <p:nvPr>
            <p:ph type="title"/>
          </p:nvPr>
        </p:nvSpPr>
        <p:spPr/>
        <p:txBody>
          <a:bodyPr/>
          <a:lstStyle>
            <a:lvl1pPr>
              <a:defRPr/>
            </a:lvl1pPr>
          </a:lstStyle>
          <a:p>
            <a:pPr lvl="0"/>
            <a:r>
              <a:rPr lang="en-US"/>
              <a:t>Click to edit Master title style</a:t>
            </a:r>
            <a:endParaRPr lang="en-IE"/>
          </a:p>
        </p:txBody>
      </p:sp>
    </p:spTree>
    <p:extLst>
      <p:ext uri="{BB962C8B-B14F-4D97-AF65-F5344CB8AC3E}">
        <p14:creationId xmlns:p14="http://schemas.microsoft.com/office/powerpoint/2010/main" val="3906208550"/>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BBC828-298E-6489-860F-5E7F62816280}"/>
              </a:ext>
            </a:extLst>
          </p:cNvPr>
          <p:cNvSpPr txBox="1">
            <a:spLocks noGrp="1"/>
          </p:cNvSpPr>
          <p:nvPr>
            <p:ph type="title"/>
          </p:nvPr>
        </p:nvSpPr>
        <p:spPr/>
        <p:txBody>
          <a:bodyPr/>
          <a:lstStyle>
            <a:lvl1pPr>
              <a:defRPr/>
            </a:lvl1pPr>
          </a:lstStyle>
          <a:p>
            <a:pPr lvl="0"/>
            <a:r>
              <a:rPr lang="en-US"/>
              <a:t>Click to edit Master title style</a:t>
            </a:r>
            <a:endParaRPr lang="en-IE"/>
          </a:p>
        </p:txBody>
      </p:sp>
    </p:spTree>
    <p:extLst>
      <p:ext uri="{BB962C8B-B14F-4D97-AF65-F5344CB8AC3E}">
        <p14:creationId xmlns:p14="http://schemas.microsoft.com/office/powerpoint/2010/main" val="3745225844"/>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096267667"/>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showMasterSp="0" preserve="1">
  <p:cSld name="Text &amp; Imag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834454-F38F-ECD4-E78B-69E3A61C5743}"/>
              </a:ext>
            </a:extLst>
          </p:cNvPr>
          <p:cNvSpPr txBox="1">
            <a:spLocks noGrp="1"/>
          </p:cNvSpPr>
          <p:nvPr>
            <p:ph type="title"/>
          </p:nvPr>
        </p:nvSpPr>
        <p:spPr>
          <a:xfrm>
            <a:off x="631594" y="577845"/>
            <a:ext cx="4911361" cy="1112833"/>
          </a:xfrm>
        </p:spPr>
        <p:txBody>
          <a:bodyPr/>
          <a:lstStyle>
            <a:lvl1pPr>
              <a:defRPr/>
            </a:lvl1pPr>
          </a:lstStyle>
          <a:p>
            <a:pPr lvl="0"/>
            <a:r>
              <a:rPr lang="en-US"/>
              <a:t>Click to edit Master title style</a:t>
            </a:r>
            <a:endParaRPr lang="en-IE"/>
          </a:p>
        </p:txBody>
      </p:sp>
      <p:sp>
        <p:nvSpPr>
          <p:cNvPr id="3" name="Content Placeholder 2">
            <a:extLst>
              <a:ext uri="{FF2B5EF4-FFF2-40B4-BE49-F238E27FC236}">
                <a16:creationId xmlns:a16="http://schemas.microsoft.com/office/drawing/2014/main" id="{14604DE0-7EEA-BB26-4322-A2231BF93FEB}"/>
              </a:ext>
            </a:extLst>
          </p:cNvPr>
          <p:cNvSpPr txBox="1">
            <a:spLocks noGrp="1"/>
          </p:cNvSpPr>
          <p:nvPr>
            <p:ph idx="4294967295"/>
          </p:nvPr>
        </p:nvSpPr>
        <p:spPr>
          <a:xfrm>
            <a:off x="631594" y="1913638"/>
            <a:ext cx="4911361" cy="4062953"/>
          </a:xfrm>
        </p:spPr>
        <p:txBody>
          <a:bodyPr/>
          <a:lstStyle>
            <a:lvl1pPr>
              <a:defRPr/>
            </a:lvl1pPr>
            <a:lvl2pPr marL="442917" lvl="1" indent="-198433">
              <a:spcBef>
                <a:spcPts val="500"/>
              </a:spcBef>
              <a:buFont typeface="Calibri" pitchFamily="34"/>
              <a:buChar char="›"/>
              <a:defRPr sz="1800"/>
            </a:lvl2pPr>
            <a:lvl3pPr marL="663570" lvl="2" indent="-212726">
              <a:spcBef>
                <a:spcPts val="500"/>
              </a:spcBef>
              <a:buFont typeface="Calibri" pitchFamily="34"/>
              <a:buChar char="»"/>
              <a:defRPr sz="1600"/>
            </a:lvl3pPr>
            <a:lvl4pPr marL="1600200" lvl="3">
              <a:spcBef>
                <a:spcPts val="500"/>
              </a:spcBef>
              <a:defRPr sz="1400"/>
            </a:lvl4pPr>
            <a:lvl5pPr marL="2057400" lvl="4">
              <a:spcBef>
                <a:spcPts val="500"/>
              </a:spcBef>
              <a:defRPr sz="14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7" name="Picture Placeholder 9">
            <a:extLst>
              <a:ext uri="{FF2B5EF4-FFF2-40B4-BE49-F238E27FC236}">
                <a16:creationId xmlns:a16="http://schemas.microsoft.com/office/drawing/2014/main" id="{A84ECFE9-D713-73CD-3593-4C160BCBEAC7}"/>
              </a:ext>
            </a:extLst>
          </p:cNvPr>
          <p:cNvSpPr txBox="1">
            <a:spLocks noGrp="1"/>
          </p:cNvSpPr>
          <p:nvPr>
            <p:ph type="pic" idx="4294967295"/>
          </p:nvPr>
        </p:nvSpPr>
        <p:spPr>
          <a:xfrm>
            <a:off x="6651400" y="577855"/>
            <a:ext cx="4908782" cy="5398745"/>
          </a:xfrm>
        </p:spPr>
        <p:txBody>
          <a:bodyPr/>
          <a:lstStyle>
            <a:lvl1pPr>
              <a:defRPr/>
            </a:lvl1pPr>
          </a:lstStyle>
          <a:p>
            <a:pPr lvl="0"/>
            <a:r>
              <a:rPr lang="en-US"/>
              <a:t>Click icon to add picture</a:t>
            </a:r>
            <a:endParaRPr lang="en-IE"/>
          </a:p>
        </p:txBody>
      </p:sp>
      <p:cxnSp>
        <p:nvCxnSpPr>
          <p:cNvPr id="8" name="Straight Connector 11">
            <a:extLst>
              <a:ext uri="{FF2B5EF4-FFF2-40B4-BE49-F238E27FC236}">
                <a16:creationId xmlns:a16="http://schemas.microsoft.com/office/drawing/2014/main" id="{7EE31EF4-70D1-765D-A02D-2B79972146C0}"/>
              </a:ext>
            </a:extLst>
          </p:cNvPr>
          <p:cNvCxnSpPr/>
          <p:nvPr/>
        </p:nvCxnSpPr>
        <p:spPr>
          <a:xfrm>
            <a:off x="631594" y="466728"/>
            <a:ext cx="4911370" cy="0"/>
          </a:xfrm>
          <a:prstGeom prst="straightConnector1">
            <a:avLst/>
          </a:prstGeom>
          <a:noFill/>
          <a:ln w="25402" cap="rnd">
            <a:solidFill>
              <a:srgbClr val="26CAD3"/>
            </a:solidFill>
            <a:custDash>
              <a:ds d="300000" sp="0"/>
            </a:custDash>
            <a:miter/>
          </a:ln>
        </p:spPr>
      </p:cxnSp>
    </p:spTree>
    <p:extLst>
      <p:ext uri="{BB962C8B-B14F-4D97-AF65-F5344CB8AC3E}">
        <p14:creationId xmlns:p14="http://schemas.microsoft.com/office/powerpoint/2010/main" val="3914998257"/>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showMasterSp="0" preserve="1">
  <p:cSld name="Image Slide 1">
    <p:spTree>
      <p:nvGrpSpPr>
        <p:cNvPr id="1" name=""/>
        <p:cNvGrpSpPr/>
        <p:nvPr/>
      </p:nvGrpSpPr>
      <p:grpSpPr>
        <a:xfrm>
          <a:off x="0" y="0"/>
          <a:ext cx="0" cy="0"/>
          <a:chOff x="0" y="0"/>
          <a:chExt cx="0" cy="0"/>
        </a:xfrm>
      </p:grpSpPr>
      <p:sp>
        <p:nvSpPr>
          <p:cNvPr id="2" name="Freeform 9">
            <a:extLst>
              <a:ext uri="{FF2B5EF4-FFF2-40B4-BE49-F238E27FC236}">
                <a16:creationId xmlns:a16="http://schemas.microsoft.com/office/drawing/2014/main" id="{5A9289DC-0B5A-281E-F94C-3355F5FEA32D}"/>
              </a:ext>
            </a:extLst>
          </p:cNvPr>
          <p:cNvSpPr/>
          <p:nvPr/>
        </p:nvSpPr>
        <p:spPr>
          <a:xfrm>
            <a:off x="1591" y="0"/>
            <a:ext cx="6149970" cy="6858000"/>
          </a:xfrm>
          <a:custGeom>
            <a:avLst/>
            <a:gdLst>
              <a:gd name="f0" fmla="val 10800000"/>
              <a:gd name="f1" fmla="val 5400000"/>
              <a:gd name="f2" fmla="val 180"/>
              <a:gd name="f3" fmla="val w"/>
              <a:gd name="f4" fmla="val h"/>
              <a:gd name="f5" fmla="val 0"/>
              <a:gd name="f6" fmla="val 3874"/>
              <a:gd name="f7" fmla="val 4320"/>
              <a:gd name="f8" fmla="val 3067"/>
              <a:gd name="f9" fmla="val 3147"/>
              <a:gd name="f10" fmla="val 4246"/>
              <a:gd name="f11" fmla="val 3224"/>
              <a:gd name="f12" fmla="val 4165"/>
              <a:gd name="f13" fmla="val 3298"/>
              <a:gd name="f14" fmla="val 4078"/>
              <a:gd name="f15" fmla="val 3494"/>
              <a:gd name="f16" fmla="val 3846"/>
              <a:gd name="f17" fmla="val 3640"/>
              <a:gd name="f18" fmla="val 3559"/>
              <a:gd name="f19" fmla="val 3733"/>
              <a:gd name="f20" fmla="val 3215"/>
              <a:gd name="f21" fmla="val 3792"/>
              <a:gd name="f22" fmla="val 2992"/>
              <a:gd name="f23" fmla="val 3832"/>
              <a:gd name="f24" fmla="val 2741"/>
              <a:gd name="f25" fmla="val 3848"/>
              <a:gd name="f26" fmla="val 2463"/>
              <a:gd name="f27" fmla="val 3866"/>
              <a:gd name="f28" fmla="val 2183"/>
              <a:gd name="f29" fmla="val 1949"/>
              <a:gd name="f30" fmla="val 1761"/>
              <a:gd name="f31" fmla="val 941"/>
              <a:gd name="f32" fmla="+- 0 0 -90"/>
              <a:gd name="f33" fmla="*/ f3 1 3874"/>
              <a:gd name="f34" fmla="*/ f4 1 4320"/>
              <a:gd name="f35" fmla="+- f7 0 f5"/>
              <a:gd name="f36" fmla="+- f6 0 f5"/>
              <a:gd name="f37" fmla="*/ f32 f0 1"/>
              <a:gd name="f38" fmla="*/ f36 1 3874"/>
              <a:gd name="f39" fmla="*/ f35 1 4320"/>
              <a:gd name="f40" fmla="*/ 0 f36 1"/>
              <a:gd name="f41" fmla="*/ 0 f35 1"/>
              <a:gd name="f42" fmla="*/ 4320 f35 1"/>
              <a:gd name="f43" fmla="*/ 3067 f36 1"/>
              <a:gd name="f44" fmla="*/ 3298 f36 1"/>
              <a:gd name="f45" fmla="*/ 4078 f35 1"/>
              <a:gd name="f46" fmla="*/ 3733 f36 1"/>
              <a:gd name="f47" fmla="*/ 3215 f35 1"/>
              <a:gd name="f48" fmla="*/ 3848 f36 1"/>
              <a:gd name="f49" fmla="*/ 2463 f35 1"/>
              <a:gd name="f50" fmla="*/ 3874 f36 1"/>
              <a:gd name="f51" fmla="*/ 1761 f35 1"/>
              <a:gd name="f52" fmla="*/ f37 1 f2"/>
              <a:gd name="f53" fmla="*/ f40 1 3874"/>
              <a:gd name="f54" fmla="*/ f41 1 4320"/>
              <a:gd name="f55" fmla="*/ f42 1 4320"/>
              <a:gd name="f56" fmla="*/ f43 1 3874"/>
              <a:gd name="f57" fmla="*/ f44 1 3874"/>
              <a:gd name="f58" fmla="*/ f45 1 4320"/>
              <a:gd name="f59" fmla="*/ f46 1 3874"/>
              <a:gd name="f60" fmla="*/ f47 1 4320"/>
              <a:gd name="f61" fmla="*/ f48 1 3874"/>
              <a:gd name="f62" fmla="*/ f49 1 4320"/>
              <a:gd name="f63" fmla="*/ f50 1 3874"/>
              <a:gd name="f64" fmla="*/ f51 1 4320"/>
              <a:gd name="f65" fmla="*/ 0 1 f38"/>
              <a:gd name="f66" fmla="*/ f6 1 f38"/>
              <a:gd name="f67" fmla="*/ 0 1 f39"/>
              <a:gd name="f68" fmla="*/ f7 1 f39"/>
              <a:gd name="f69" fmla="+- f52 0 f1"/>
              <a:gd name="f70" fmla="*/ f53 1 f38"/>
              <a:gd name="f71" fmla="*/ f54 1 f39"/>
              <a:gd name="f72" fmla="*/ f55 1 f39"/>
              <a:gd name="f73" fmla="*/ f56 1 f38"/>
              <a:gd name="f74" fmla="*/ f57 1 f38"/>
              <a:gd name="f75" fmla="*/ f58 1 f39"/>
              <a:gd name="f76" fmla="*/ f59 1 f38"/>
              <a:gd name="f77" fmla="*/ f60 1 f39"/>
              <a:gd name="f78" fmla="*/ f61 1 f38"/>
              <a:gd name="f79" fmla="*/ f62 1 f39"/>
              <a:gd name="f80" fmla="*/ f63 1 f38"/>
              <a:gd name="f81" fmla="*/ f64 1 f39"/>
              <a:gd name="f82" fmla="*/ f65 f33 1"/>
              <a:gd name="f83" fmla="*/ f66 f33 1"/>
              <a:gd name="f84" fmla="*/ f68 f34 1"/>
              <a:gd name="f85" fmla="*/ f67 f34 1"/>
              <a:gd name="f86" fmla="*/ f70 f33 1"/>
              <a:gd name="f87" fmla="*/ f71 f34 1"/>
              <a:gd name="f88" fmla="*/ f72 f34 1"/>
              <a:gd name="f89" fmla="*/ f73 f33 1"/>
              <a:gd name="f90" fmla="*/ f74 f33 1"/>
              <a:gd name="f91" fmla="*/ f75 f34 1"/>
              <a:gd name="f92" fmla="*/ f76 f33 1"/>
              <a:gd name="f93" fmla="*/ f77 f34 1"/>
              <a:gd name="f94" fmla="*/ f78 f33 1"/>
              <a:gd name="f95" fmla="*/ f79 f34 1"/>
              <a:gd name="f96" fmla="*/ f80 f33 1"/>
              <a:gd name="f97" fmla="*/ f81 f34 1"/>
            </a:gdLst>
            <a:ahLst/>
            <a:cxnLst>
              <a:cxn ang="3cd4">
                <a:pos x="hc" y="t"/>
              </a:cxn>
              <a:cxn ang="0">
                <a:pos x="r" y="vc"/>
              </a:cxn>
              <a:cxn ang="cd4">
                <a:pos x="hc" y="b"/>
              </a:cxn>
              <a:cxn ang="cd2">
                <a:pos x="l" y="vc"/>
              </a:cxn>
              <a:cxn ang="f69">
                <a:pos x="f86" y="f87"/>
              </a:cxn>
              <a:cxn ang="f69">
                <a:pos x="f86" y="f88"/>
              </a:cxn>
              <a:cxn ang="f69">
                <a:pos x="f89" y="f88"/>
              </a:cxn>
              <a:cxn ang="f69">
                <a:pos x="f90" y="f91"/>
              </a:cxn>
              <a:cxn ang="f69">
                <a:pos x="f92" y="f93"/>
              </a:cxn>
              <a:cxn ang="f69">
                <a:pos x="f94" y="f95"/>
              </a:cxn>
              <a:cxn ang="f69">
                <a:pos x="f96" y="f97"/>
              </a:cxn>
              <a:cxn ang="f69">
                <a:pos x="f96" y="f87"/>
              </a:cxn>
              <a:cxn ang="f69">
                <a:pos x="f86" y="f87"/>
              </a:cxn>
            </a:cxnLst>
            <a:rect l="f82" t="f85" r="f83" b="f84"/>
            <a:pathLst>
              <a:path w="3874" h="4320">
                <a:moveTo>
                  <a:pt x="f5" y="f5"/>
                </a:moveTo>
                <a:cubicBezTo>
                  <a:pt x="f5" y="f7"/>
                  <a:pt x="f5" y="f7"/>
                  <a:pt x="f5" y="f7"/>
                </a:cubicBezTo>
                <a:cubicBezTo>
                  <a:pt x="f8" y="f7"/>
                  <a:pt x="f8" y="f7"/>
                  <a:pt x="f8" y="f7"/>
                </a:cubicBezTo>
                <a:cubicBezTo>
                  <a:pt x="f9" y="f10"/>
                  <a:pt x="f11" y="f12"/>
                  <a:pt x="f13" y="f14"/>
                </a:cubicBezTo>
                <a:cubicBezTo>
                  <a:pt x="f15" y="f16"/>
                  <a:pt x="f17" y="f18"/>
                  <a:pt x="f19" y="f20"/>
                </a:cubicBezTo>
                <a:cubicBezTo>
                  <a:pt x="f21" y="f22"/>
                  <a:pt x="f23" y="f24"/>
                  <a:pt x="f25" y="f26"/>
                </a:cubicBezTo>
                <a:cubicBezTo>
                  <a:pt x="f27" y="f28"/>
                  <a:pt x="f6" y="f29"/>
                  <a:pt x="f6" y="f30"/>
                </a:cubicBezTo>
                <a:cubicBezTo>
                  <a:pt x="f6" y="f30"/>
                  <a:pt x="f6" y="f31"/>
                  <a:pt x="f6" y="f5"/>
                </a:cubicBezTo>
                <a:lnTo>
                  <a:pt x="f5" y="f5"/>
                </a:lnTo>
                <a:close/>
              </a:path>
            </a:pathLst>
          </a:custGeom>
          <a:solidFill>
            <a:srgbClr val="FFFFFF"/>
          </a:solidFill>
          <a:ln cap="flat">
            <a:noFill/>
            <a:prstDash val="solid"/>
          </a:ln>
        </p:spPr>
        <p:txBody>
          <a:bodyPr vert="horz" wrap="square" lIns="91440" tIns="45720" rIns="91440" bIns="4572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IE" sz="1800" b="0" i="0" u="none" strike="noStrike" kern="1200" cap="none" spc="0" baseline="0">
              <a:solidFill>
                <a:srgbClr val="000000"/>
              </a:solidFill>
              <a:uFillTx/>
              <a:latin typeface="Calibri"/>
            </a:endParaRPr>
          </a:p>
        </p:txBody>
      </p:sp>
      <p:sp>
        <p:nvSpPr>
          <p:cNvPr id="3" name="Picture Placeholder 24">
            <a:extLst>
              <a:ext uri="{FF2B5EF4-FFF2-40B4-BE49-F238E27FC236}">
                <a16:creationId xmlns:a16="http://schemas.microsoft.com/office/drawing/2014/main" id="{D29F10A4-3003-6A8E-DD2F-1AC50675CF7D}"/>
              </a:ext>
            </a:extLst>
          </p:cNvPr>
          <p:cNvSpPr txBox="1">
            <a:spLocks noGrp="1"/>
          </p:cNvSpPr>
          <p:nvPr>
            <p:ph type="pic" idx="4294967295"/>
          </p:nvPr>
        </p:nvSpPr>
        <p:spPr>
          <a:xfrm>
            <a:off x="4868859" y="0"/>
            <a:ext cx="7323136" cy="6858000"/>
          </a:xfrm>
          <a:solidFill>
            <a:srgbClr val="00667D"/>
          </a:solidFill>
        </p:spPr>
        <p:txBody>
          <a:bodyPr anchor="ctr" anchorCtr="1">
            <a:noAutofit/>
          </a:bodyPr>
          <a:lstStyle>
            <a:lvl1pPr marL="0" indent="0" algn="ctr">
              <a:buNone/>
              <a:defRPr>
                <a:solidFill>
                  <a:srgbClr val="FFFFFF"/>
                </a:solidFill>
              </a:defRPr>
            </a:lvl1pPr>
          </a:lstStyle>
          <a:p>
            <a:pPr lvl="0"/>
            <a:r>
              <a:rPr lang="en-US"/>
              <a:t>Click icon to add picture</a:t>
            </a:r>
            <a:endParaRPr lang="en-IE"/>
          </a:p>
        </p:txBody>
      </p:sp>
      <p:sp>
        <p:nvSpPr>
          <p:cNvPr id="4" name="Title 1">
            <a:extLst>
              <a:ext uri="{FF2B5EF4-FFF2-40B4-BE49-F238E27FC236}">
                <a16:creationId xmlns:a16="http://schemas.microsoft.com/office/drawing/2014/main" id="{F9CB1E31-AAEB-FCC2-1024-CFCA573A68D0}"/>
              </a:ext>
            </a:extLst>
          </p:cNvPr>
          <p:cNvSpPr txBox="1">
            <a:spLocks noGrp="1"/>
          </p:cNvSpPr>
          <p:nvPr>
            <p:ph type="title"/>
          </p:nvPr>
        </p:nvSpPr>
        <p:spPr>
          <a:xfrm>
            <a:off x="520695" y="1793238"/>
            <a:ext cx="5003797" cy="3032763"/>
          </a:xfrm>
        </p:spPr>
        <p:txBody>
          <a:bodyPr/>
          <a:lstStyle>
            <a:lvl1pPr marL="227008" indent="-227008">
              <a:lnSpc>
                <a:spcPct val="85000"/>
              </a:lnSpc>
              <a:defRPr sz="3400"/>
            </a:lvl1pPr>
          </a:lstStyle>
          <a:p>
            <a:pPr lvl="0"/>
            <a:r>
              <a:rPr lang="en-US"/>
              <a:t>Click to edit Master title style</a:t>
            </a:r>
            <a:endParaRPr lang="en-IE"/>
          </a:p>
        </p:txBody>
      </p:sp>
      <p:pic>
        <p:nvPicPr>
          <p:cNvPr id="9" name="Picture 11">
            <a:extLst>
              <a:ext uri="{FF2B5EF4-FFF2-40B4-BE49-F238E27FC236}">
                <a16:creationId xmlns:a16="http://schemas.microsoft.com/office/drawing/2014/main" id="{80EE6758-3401-5374-CC7F-8A973E9B361F}"/>
              </a:ext>
            </a:extLst>
          </p:cNvPr>
          <p:cNvPicPr>
            <a:picLocks noChangeAspect="1"/>
          </p:cNvPicPr>
          <p:nvPr/>
        </p:nvPicPr>
        <p:blipFill>
          <a:blip r:embed="rId2"/>
          <a:stretch>
            <a:fillRect/>
          </a:stretch>
        </p:blipFill>
        <p:spPr>
          <a:xfrm>
            <a:off x="12384130" y="1677988"/>
            <a:ext cx="3833768" cy="2622554"/>
          </a:xfrm>
          <a:prstGeom prst="rect">
            <a:avLst/>
          </a:prstGeom>
          <a:noFill/>
          <a:ln cap="flat">
            <a:noFill/>
          </a:ln>
        </p:spPr>
      </p:pic>
    </p:spTree>
    <p:extLst>
      <p:ext uri="{BB962C8B-B14F-4D97-AF65-F5344CB8AC3E}">
        <p14:creationId xmlns:p14="http://schemas.microsoft.com/office/powerpoint/2010/main" val="487612461"/>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showMasterSp="0" preserve="1">
  <p:cSld name="Image Slide 2">
    <p:bg>
      <p:bgPr>
        <a:solidFill>
          <a:srgbClr val="FFFFFF"/>
        </a:solidFill>
        <a:effectLst/>
      </p:bgPr>
    </p:bg>
    <p:spTree>
      <p:nvGrpSpPr>
        <p:cNvPr id="1" name=""/>
        <p:cNvGrpSpPr/>
        <p:nvPr/>
      </p:nvGrpSpPr>
      <p:grpSpPr>
        <a:xfrm>
          <a:off x="0" y="0"/>
          <a:ext cx="0" cy="0"/>
          <a:chOff x="0" y="0"/>
          <a:chExt cx="0" cy="0"/>
        </a:xfrm>
      </p:grpSpPr>
      <p:sp>
        <p:nvSpPr>
          <p:cNvPr id="2" name="Picture Placeholder 17">
            <a:extLst>
              <a:ext uri="{FF2B5EF4-FFF2-40B4-BE49-F238E27FC236}">
                <a16:creationId xmlns:a16="http://schemas.microsoft.com/office/drawing/2014/main" id="{E8B6C1FA-66B6-92FE-5021-22E90DEBBD7C}"/>
              </a:ext>
            </a:extLst>
          </p:cNvPr>
          <p:cNvSpPr txBox="1">
            <a:spLocks noGrp="1"/>
          </p:cNvSpPr>
          <p:nvPr>
            <p:ph type="pic" idx="4294967295"/>
          </p:nvPr>
        </p:nvSpPr>
        <p:spPr>
          <a:xfrm>
            <a:off x="0" y="0"/>
            <a:ext cx="12191996" cy="6858000"/>
          </a:xfrm>
          <a:solidFill>
            <a:srgbClr val="00667D"/>
          </a:solidFill>
        </p:spPr>
        <p:txBody>
          <a:bodyPr anchor="ctr" anchorCtr="1">
            <a:noAutofit/>
          </a:bodyPr>
          <a:lstStyle>
            <a:lvl1pPr marL="0" indent="0" algn="ctr">
              <a:buNone/>
              <a:defRPr>
                <a:solidFill>
                  <a:srgbClr val="FFFFFF"/>
                </a:solidFill>
              </a:defRPr>
            </a:lvl1pPr>
          </a:lstStyle>
          <a:p>
            <a:pPr lvl="0"/>
            <a:r>
              <a:rPr lang="en-US"/>
              <a:t>Click icon to add picture</a:t>
            </a:r>
            <a:endParaRPr lang="en-IE"/>
          </a:p>
        </p:txBody>
      </p:sp>
      <p:pic>
        <p:nvPicPr>
          <p:cNvPr id="3" name="Picture 8">
            <a:extLst>
              <a:ext uri="{FF2B5EF4-FFF2-40B4-BE49-F238E27FC236}">
                <a16:creationId xmlns:a16="http://schemas.microsoft.com/office/drawing/2014/main" id="{4CEA8223-8919-EF0F-97FB-5DC948C27053}"/>
              </a:ext>
            </a:extLst>
          </p:cNvPr>
          <p:cNvPicPr>
            <a:picLocks noChangeAspect="1"/>
          </p:cNvPicPr>
          <p:nvPr/>
        </p:nvPicPr>
        <p:blipFill>
          <a:blip r:embed="rId2"/>
          <a:stretch>
            <a:fillRect/>
          </a:stretch>
        </p:blipFill>
        <p:spPr>
          <a:xfrm>
            <a:off x="0" y="0"/>
            <a:ext cx="5448296" cy="4538660"/>
          </a:xfrm>
          <a:prstGeom prst="rect">
            <a:avLst/>
          </a:prstGeom>
          <a:noFill/>
          <a:ln cap="flat">
            <a:noFill/>
          </a:ln>
        </p:spPr>
      </p:pic>
      <p:sp>
        <p:nvSpPr>
          <p:cNvPr id="4" name="Title 1">
            <a:extLst>
              <a:ext uri="{FF2B5EF4-FFF2-40B4-BE49-F238E27FC236}">
                <a16:creationId xmlns:a16="http://schemas.microsoft.com/office/drawing/2014/main" id="{B8D63489-052E-D675-230C-DFDDA3660470}"/>
              </a:ext>
            </a:extLst>
          </p:cNvPr>
          <p:cNvSpPr txBox="1">
            <a:spLocks noGrp="1"/>
          </p:cNvSpPr>
          <p:nvPr>
            <p:ph type="title"/>
          </p:nvPr>
        </p:nvSpPr>
        <p:spPr>
          <a:xfrm>
            <a:off x="520695" y="574042"/>
            <a:ext cx="4053206" cy="2219962"/>
          </a:xfrm>
        </p:spPr>
        <p:txBody>
          <a:bodyPr/>
          <a:lstStyle>
            <a:lvl1pPr marL="177795" indent="-177795">
              <a:lnSpc>
                <a:spcPct val="85000"/>
              </a:lnSpc>
              <a:defRPr sz="2400"/>
            </a:lvl1pPr>
          </a:lstStyle>
          <a:p>
            <a:pPr lvl="0"/>
            <a:r>
              <a:rPr lang="en-US"/>
              <a:t>Click to edit Master title style</a:t>
            </a:r>
            <a:endParaRPr lang="en-IE"/>
          </a:p>
        </p:txBody>
      </p:sp>
      <p:pic>
        <p:nvPicPr>
          <p:cNvPr id="9" name="Picture 11">
            <a:extLst>
              <a:ext uri="{FF2B5EF4-FFF2-40B4-BE49-F238E27FC236}">
                <a16:creationId xmlns:a16="http://schemas.microsoft.com/office/drawing/2014/main" id="{0F25E0D5-B7A9-79AF-63C3-DA97BEE62783}"/>
              </a:ext>
            </a:extLst>
          </p:cNvPr>
          <p:cNvPicPr>
            <a:picLocks noChangeAspect="1"/>
          </p:cNvPicPr>
          <p:nvPr/>
        </p:nvPicPr>
        <p:blipFill>
          <a:blip r:embed="rId3"/>
          <a:stretch>
            <a:fillRect/>
          </a:stretch>
        </p:blipFill>
        <p:spPr>
          <a:xfrm>
            <a:off x="12384130" y="1677988"/>
            <a:ext cx="3833768" cy="2622554"/>
          </a:xfrm>
          <a:prstGeom prst="rect">
            <a:avLst/>
          </a:prstGeom>
          <a:noFill/>
          <a:ln cap="flat">
            <a:noFill/>
          </a:ln>
        </p:spPr>
      </p:pic>
    </p:spTree>
    <p:extLst>
      <p:ext uri="{BB962C8B-B14F-4D97-AF65-F5344CB8AC3E}">
        <p14:creationId xmlns:p14="http://schemas.microsoft.com/office/powerpoint/2010/main" val="2778302698"/>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showMasterSp="0" preserve="1">
  <p:cSld name="Image Slide With Key Points">
    <p:spTree>
      <p:nvGrpSpPr>
        <p:cNvPr id="1" name=""/>
        <p:cNvGrpSpPr/>
        <p:nvPr/>
      </p:nvGrpSpPr>
      <p:grpSpPr>
        <a:xfrm>
          <a:off x="0" y="0"/>
          <a:ext cx="0" cy="0"/>
          <a:chOff x="0" y="0"/>
          <a:chExt cx="0" cy="0"/>
        </a:xfrm>
      </p:grpSpPr>
      <p:sp>
        <p:nvSpPr>
          <p:cNvPr id="2" name="Freeform 9">
            <a:extLst>
              <a:ext uri="{FF2B5EF4-FFF2-40B4-BE49-F238E27FC236}">
                <a16:creationId xmlns:a16="http://schemas.microsoft.com/office/drawing/2014/main" id="{5E1BE3A0-6E9C-FAE2-4937-F29181B7DF1B}"/>
              </a:ext>
            </a:extLst>
          </p:cNvPr>
          <p:cNvSpPr/>
          <p:nvPr/>
        </p:nvSpPr>
        <p:spPr>
          <a:xfrm>
            <a:off x="1591" y="0"/>
            <a:ext cx="6149970" cy="6858000"/>
          </a:xfrm>
          <a:custGeom>
            <a:avLst/>
            <a:gdLst>
              <a:gd name="f0" fmla="val 10800000"/>
              <a:gd name="f1" fmla="val 5400000"/>
              <a:gd name="f2" fmla="val 180"/>
              <a:gd name="f3" fmla="val w"/>
              <a:gd name="f4" fmla="val h"/>
              <a:gd name="f5" fmla="val 0"/>
              <a:gd name="f6" fmla="val 3874"/>
              <a:gd name="f7" fmla="val 4320"/>
              <a:gd name="f8" fmla="val 3067"/>
              <a:gd name="f9" fmla="val 3147"/>
              <a:gd name="f10" fmla="val 4246"/>
              <a:gd name="f11" fmla="val 3224"/>
              <a:gd name="f12" fmla="val 4165"/>
              <a:gd name="f13" fmla="val 3298"/>
              <a:gd name="f14" fmla="val 4078"/>
              <a:gd name="f15" fmla="val 3494"/>
              <a:gd name="f16" fmla="val 3846"/>
              <a:gd name="f17" fmla="val 3640"/>
              <a:gd name="f18" fmla="val 3559"/>
              <a:gd name="f19" fmla="val 3733"/>
              <a:gd name="f20" fmla="val 3215"/>
              <a:gd name="f21" fmla="val 3792"/>
              <a:gd name="f22" fmla="val 2992"/>
              <a:gd name="f23" fmla="val 3832"/>
              <a:gd name="f24" fmla="val 2741"/>
              <a:gd name="f25" fmla="val 3848"/>
              <a:gd name="f26" fmla="val 2463"/>
              <a:gd name="f27" fmla="val 3866"/>
              <a:gd name="f28" fmla="val 2183"/>
              <a:gd name="f29" fmla="val 1949"/>
              <a:gd name="f30" fmla="val 1761"/>
              <a:gd name="f31" fmla="val 941"/>
              <a:gd name="f32" fmla="+- 0 0 -90"/>
              <a:gd name="f33" fmla="*/ f3 1 3874"/>
              <a:gd name="f34" fmla="*/ f4 1 4320"/>
              <a:gd name="f35" fmla="+- f7 0 f5"/>
              <a:gd name="f36" fmla="+- f6 0 f5"/>
              <a:gd name="f37" fmla="*/ f32 f0 1"/>
              <a:gd name="f38" fmla="*/ f36 1 3874"/>
              <a:gd name="f39" fmla="*/ f35 1 4320"/>
              <a:gd name="f40" fmla="*/ 0 f36 1"/>
              <a:gd name="f41" fmla="*/ 0 f35 1"/>
              <a:gd name="f42" fmla="*/ 4320 f35 1"/>
              <a:gd name="f43" fmla="*/ 3067 f36 1"/>
              <a:gd name="f44" fmla="*/ 3298 f36 1"/>
              <a:gd name="f45" fmla="*/ 4078 f35 1"/>
              <a:gd name="f46" fmla="*/ 3733 f36 1"/>
              <a:gd name="f47" fmla="*/ 3215 f35 1"/>
              <a:gd name="f48" fmla="*/ 3848 f36 1"/>
              <a:gd name="f49" fmla="*/ 2463 f35 1"/>
              <a:gd name="f50" fmla="*/ 3874 f36 1"/>
              <a:gd name="f51" fmla="*/ 1761 f35 1"/>
              <a:gd name="f52" fmla="*/ f37 1 f2"/>
              <a:gd name="f53" fmla="*/ f40 1 3874"/>
              <a:gd name="f54" fmla="*/ f41 1 4320"/>
              <a:gd name="f55" fmla="*/ f42 1 4320"/>
              <a:gd name="f56" fmla="*/ f43 1 3874"/>
              <a:gd name="f57" fmla="*/ f44 1 3874"/>
              <a:gd name="f58" fmla="*/ f45 1 4320"/>
              <a:gd name="f59" fmla="*/ f46 1 3874"/>
              <a:gd name="f60" fmla="*/ f47 1 4320"/>
              <a:gd name="f61" fmla="*/ f48 1 3874"/>
              <a:gd name="f62" fmla="*/ f49 1 4320"/>
              <a:gd name="f63" fmla="*/ f50 1 3874"/>
              <a:gd name="f64" fmla="*/ f51 1 4320"/>
              <a:gd name="f65" fmla="*/ 0 1 f38"/>
              <a:gd name="f66" fmla="*/ f6 1 f38"/>
              <a:gd name="f67" fmla="*/ 0 1 f39"/>
              <a:gd name="f68" fmla="*/ f7 1 f39"/>
              <a:gd name="f69" fmla="+- f52 0 f1"/>
              <a:gd name="f70" fmla="*/ f53 1 f38"/>
              <a:gd name="f71" fmla="*/ f54 1 f39"/>
              <a:gd name="f72" fmla="*/ f55 1 f39"/>
              <a:gd name="f73" fmla="*/ f56 1 f38"/>
              <a:gd name="f74" fmla="*/ f57 1 f38"/>
              <a:gd name="f75" fmla="*/ f58 1 f39"/>
              <a:gd name="f76" fmla="*/ f59 1 f38"/>
              <a:gd name="f77" fmla="*/ f60 1 f39"/>
              <a:gd name="f78" fmla="*/ f61 1 f38"/>
              <a:gd name="f79" fmla="*/ f62 1 f39"/>
              <a:gd name="f80" fmla="*/ f63 1 f38"/>
              <a:gd name="f81" fmla="*/ f64 1 f39"/>
              <a:gd name="f82" fmla="*/ f65 f33 1"/>
              <a:gd name="f83" fmla="*/ f66 f33 1"/>
              <a:gd name="f84" fmla="*/ f68 f34 1"/>
              <a:gd name="f85" fmla="*/ f67 f34 1"/>
              <a:gd name="f86" fmla="*/ f70 f33 1"/>
              <a:gd name="f87" fmla="*/ f71 f34 1"/>
              <a:gd name="f88" fmla="*/ f72 f34 1"/>
              <a:gd name="f89" fmla="*/ f73 f33 1"/>
              <a:gd name="f90" fmla="*/ f74 f33 1"/>
              <a:gd name="f91" fmla="*/ f75 f34 1"/>
              <a:gd name="f92" fmla="*/ f76 f33 1"/>
              <a:gd name="f93" fmla="*/ f77 f34 1"/>
              <a:gd name="f94" fmla="*/ f78 f33 1"/>
              <a:gd name="f95" fmla="*/ f79 f34 1"/>
              <a:gd name="f96" fmla="*/ f80 f33 1"/>
              <a:gd name="f97" fmla="*/ f81 f34 1"/>
            </a:gdLst>
            <a:ahLst/>
            <a:cxnLst>
              <a:cxn ang="3cd4">
                <a:pos x="hc" y="t"/>
              </a:cxn>
              <a:cxn ang="0">
                <a:pos x="r" y="vc"/>
              </a:cxn>
              <a:cxn ang="cd4">
                <a:pos x="hc" y="b"/>
              </a:cxn>
              <a:cxn ang="cd2">
                <a:pos x="l" y="vc"/>
              </a:cxn>
              <a:cxn ang="f69">
                <a:pos x="f86" y="f87"/>
              </a:cxn>
              <a:cxn ang="f69">
                <a:pos x="f86" y="f88"/>
              </a:cxn>
              <a:cxn ang="f69">
                <a:pos x="f89" y="f88"/>
              </a:cxn>
              <a:cxn ang="f69">
                <a:pos x="f90" y="f91"/>
              </a:cxn>
              <a:cxn ang="f69">
                <a:pos x="f92" y="f93"/>
              </a:cxn>
              <a:cxn ang="f69">
                <a:pos x="f94" y="f95"/>
              </a:cxn>
              <a:cxn ang="f69">
                <a:pos x="f96" y="f97"/>
              </a:cxn>
              <a:cxn ang="f69">
                <a:pos x="f96" y="f87"/>
              </a:cxn>
              <a:cxn ang="f69">
                <a:pos x="f86" y="f87"/>
              </a:cxn>
            </a:cxnLst>
            <a:rect l="f82" t="f85" r="f83" b="f84"/>
            <a:pathLst>
              <a:path w="3874" h="4320">
                <a:moveTo>
                  <a:pt x="f5" y="f5"/>
                </a:moveTo>
                <a:cubicBezTo>
                  <a:pt x="f5" y="f7"/>
                  <a:pt x="f5" y="f7"/>
                  <a:pt x="f5" y="f7"/>
                </a:cubicBezTo>
                <a:cubicBezTo>
                  <a:pt x="f8" y="f7"/>
                  <a:pt x="f8" y="f7"/>
                  <a:pt x="f8" y="f7"/>
                </a:cubicBezTo>
                <a:cubicBezTo>
                  <a:pt x="f9" y="f10"/>
                  <a:pt x="f11" y="f12"/>
                  <a:pt x="f13" y="f14"/>
                </a:cubicBezTo>
                <a:cubicBezTo>
                  <a:pt x="f15" y="f16"/>
                  <a:pt x="f17" y="f18"/>
                  <a:pt x="f19" y="f20"/>
                </a:cubicBezTo>
                <a:cubicBezTo>
                  <a:pt x="f21" y="f22"/>
                  <a:pt x="f23" y="f24"/>
                  <a:pt x="f25" y="f26"/>
                </a:cubicBezTo>
                <a:cubicBezTo>
                  <a:pt x="f27" y="f28"/>
                  <a:pt x="f6" y="f29"/>
                  <a:pt x="f6" y="f30"/>
                </a:cubicBezTo>
                <a:cubicBezTo>
                  <a:pt x="f6" y="f30"/>
                  <a:pt x="f6" y="f31"/>
                  <a:pt x="f6" y="f5"/>
                </a:cubicBezTo>
                <a:lnTo>
                  <a:pt x="f5" y="f5"/>
                </a:lnTo>
                <a:close/>
              </a:path>
            </a:pathLst>
          </a:custGeom>
          <a:solidFill>
            <a:srgbClr val="FFFFFF"/>
          </a:solidFill>
          <a:ln cap="flat">
            <a:noFill/>
            <a:prstDash val="solid"/>
          </a:ln>
        </p:spPr>
        <p:txBody>
          <a:bodyPr vert="horz" wrap="square" lIns="91440" tIns="45720" rIns="91440" bIns="4572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IE" sz="1800" b="0" i="0" u="none" strike="noStrike" kern="1200" cap="none" spc="0" baseline="0">
              <a:solidFill>
                <a:srgbClr val="000000"/>
              </a:solidFill>
              <a:uFillTx/>
              <a:latin typeface="Calibri"/>
            </a:endParaRPr>
          </a:p>
        </p:txBody>
      </p:sp>
      <p:sp>
        <p:nvSpPr>
          <p:cNvPr id="3" name="Picture Placeholder 24">
            <a:extLst>
              <a:ext uri="{FF2B5EF4-FFF2-40B4-BE49-F238E27FC236}">
                <a16:creationId xmlns:a16="http://schemas.microsoft.com/office/drawing/2014/main" id="{14FC6A02-07D4-7F1D-8CAB-077859045BAB}"/>
              </a:ext>
            </a:extLst>
          </p:cNvPr>
          <p:cNvSpPr txBox="1">
            <a:spLocks noGrp="1"/>
          </p:cNvSpPr>
          <p:nvPr>
            <p:ph type="pic" idx="4294967295"/>
          </p:nvPr>
        </p:nvSpPr>
        <p:spPr>
          <a:xfrm>
            <a:off x="4868859" y="0"/>
            <a:ext cx="7323136" cy="6858000"/>
          </a:xfrm>
          <a:solidFill>
            <a:srgbClr val="00667D"/>
          </a:solidFill>
        </p:spPr>
        <p:txBody>
          <a:bodyPr anchor="ctr" anchorCtr="1">
            <a:noAutofit/>
          </a:bodyPr>
          <a:lstStyle>
            <a:lvl1pPr marL="0" indent="0" algn="ctr">
              <a:buNone/>
              <a:defRPr>
                <a:solidFill>
                  <a:srgbClr val="FFFFFF"/>
                </a:solidFill>
              </a:defRPr>
            </a:lvl1pPr>
          </a:lstStyle>
          <a:p>
            <a:pPr lvl="0"/>
            <a:r>
              <a:rPr lang="en-US"/>
              <a:t>Click icon to add picture</a:t>
            </a:r>
            <a:endParaRPr lang="en-IE"/>
          </a:p>
        </p:txBody>
      </p:sp>
      <p:pic>
        <p:nvPicPr>
          <p:cNvPr id="8" name="Picture 11">
            <a:extLst>
              <a:ext uri="{FF2B5EF4-FFF2-40B4-BE49-F238E27FC236}">
                <a16:creationId xmlns:a16="http://schemas.microsoft.com/office/drawing/2014/main" id="{2B7DC527-6DCA-2DAC-BE3B-B0952A8446DF}"/>
              </a:ext>
            </a:extLst>
          </p:cNvPr>
          <p:cNvPicPr>
            <a:picLocks noChangeAspect="1"/>
          </p:cNvPicPr>
          <p:nvPr/>
        </p:nvPicPr>
        <p:blipFill>
          <a:blip r:embed="rId2"/>
          <a:stretch>
            <a:fillRect/>
          </a:stretch>
        </p:blipFill>
        <p:spPr>
          <a:xfrm>
            <a:off x="12384130" y="1677988"/>
            <a:ext cx="3833768" cy="2622554"/>
          </a:xfrm>
          <a:prstGeom prst="rect">
            <a:avLst/>
          </a:prstGeom>
          <a:noFill/>
          <a:ln cap="flat">
            <a:noFill/>
          </a:ln>
        </p:spPr>
      </p:pic>
      <p:sp>
        <p:nvSpPr>
          <p:cNvPr id="9" name="Text Placeholder 6">
            <a:extLst>
              <a:ext uri="{FF2B5EF4-FFF2-40B4-BE49-F238E27FC236}">
                <a16:creationId xmlns:a16="http://schemas.microsoft.com/office/drawing/2014/main" id="{9ED799A8-5F08-E0C5-B3F8-448FE509079A}"/>
              </a:ext>
            </a:extLst>
          </p:cNvPr>
          <p:cNvSpPr txBox="1">
            <a:spLocks noGrp="1"/>
          </p:cNvSpPr>
          <p:nvPr>
            <p:ph type="body" idx="4294967295"/>
          </p:nvPr>
        </p:nvSpPr>
        <p:spPr>
          <a:xfrm>
            <a:off x="631594" y="1593131"/>
            <a:ext cx="4505550" cy="3723409"/>
          </a:xfrm>
        </p:spPr>
        <p:txBody>
          <a:bodyPr>
            <a:noAutofit/>
          </a:bodyPr>
          <a:lstStyle>
            <a:lvl1pPr marL="0" indent="0">
              <a:spcBef>
                <a:spcPts val="3600"/>
              </a:spcBef>
              <a:buNone/>
              <a:defRPr sz="2600" b="1">
                <a:solidFill>
                  <a:srgbClr val="26CAD3"/>
                </a:solidFill>
              </a:defRPr>
            </a:lvl1pPr>
            <a:lvl2pPr marL="0" lvl="1" indent="0">
              <a:spcBef>
                <a:spcPts val="500"/>
              </a:spcBef>
              <a:buNone/>
              <a:defRPr sz="2600"/>
            </a:lvl2pPr>
          </a:lstStyle>
          <a:p>
            <a:pPr lvl="0"/>
            <a:r>
              <a:rPr lang="en-US"/>
              <a:t>Edit Master text styles</a:t>
            </a:r>
          </a:p>
          <a:p>
            <a:pPr lvl="1"/>
            <a:r>
              <a:rPr lang="en-US"/>
              <a:t>Second level</a:t>
            </a:r>
          </a:p>
        </p:txBody>
      </p:sp>
    </p:spTree>
    <p:extLst>
      <p:ext uri="{BB962C8B-B14F-4D97-AF65-F5344CB8AC3E}">
        <p14:creationId xmlns:p14="http://schemas.microsoft.com/office/powerpoint/2010/main" val="2769443144"/>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showMasterSp="0" preserve="1">
  <p:cSld name="Image Only Layout">
    <p:bg>
      <p:bgPr>
        <a:blipFill>
          <a:blip r:embed="rId2"/>
          <a:stretch>
            <a:fillRect/>
          </a:stretch>
        </a:blipFill>
        <a:effectLst/>
      </p:bgPr>
    </p:bg>
    <p:spTree>
      <p:nvGrpSpPr>
        <p:cNvPr id="1" name=""/>
        <p:cNvGrpSpPr/>
        <p:nvPr/>
      </p:nvGrpSpPr>
      <p:grpSpPr>
        <a:xfrm>
          <a:off x="0" y="0"/>
          <a:ext cx="0" cy="0"/>
          <a:chOff x="0" y="0"/>
          <a:chExt cx="0" cy="0"/>
        </a:xfrm>
      </p:grpSpPr>
      <p:pic>
        <p:nvPicPr>
          <p:cNvPr id="5" name="Picture 5">
            <a:extLst>
              <a:ext uri="{FF2B5EF4-FFF2-40B4-BE49-F238E27FC236}">
                <a16:creationId xmlns:a16="http://schemas.microsoft.com/office/drawing/2014/main" id="{CAE90E54-69EA-62F1-6B19-0B1D7DC459BE}"/>
              </a:ext>
            </a:extLst>
          </p:cNvPr>
          <p:cNvPicPr>
            <a:picLocks noChangeAspect="1"/>
          </p:cNvPicPr>
          <p:nvPr/>
        </p:nvPicPr>
        <p:blipFill>
          <a:blip r:embed="rId3">
            <a:biLevel thresh="50000"/>
          </a:blip>
          <a:srcRect l="11982" t="16649" r="11982" b="16649"/>
          <a:stretch>
            <a:fillRect/>
          </a:stretch>
        </p:blipFill>
        <p:spPr>
          <a:xfrm>
            <a:off x="11010802" y="5993608"/>
            <a:ext cx="938302" cy="618244"/>
          </a:xfrm>
          <a:prstGeom prst="rect">
            <a:avLst/>
          </a:prstGeom>
          <a:noFill/>
          <a:ln cap="flat">
            <a:noFill/>
          </a:ln>
        </p:spPr>
      </p:pic>
      <p:grpSp>
        <p:nvGrpSpPr>
          <p:cNvPr id="6" name="Group 4">
            <a:extLst>
              <a:ext uri="{FF2B5EF4-FFF2-40B4-BE49-F238E27FC236}">
                <a16:creationId xmlns:a16="http://schemas.microsoft.com/office/drawing/2014/main" id="{C1175AAB-B76C-9555-1B1F-6FE700AB7398}"/>
              </a:ext>
            </a:extLst>
          </p:cNvPr>
          <p:cNvGrpSpPr/>
          <p:nvPr/>
        </p:nvGrpSpPr>
        <p:grpSpPr>
          <a:xfrm>
            <a:off x="9916997" y="301660"/>
            <a:ext cx="1940676" cy="3432063"/>
            <a:chOff x="9916997" y="301660"/>
            <a:chExt cx="1940676" cy="3432063"/>
          </a:xfrm>
        </p:grpSpPr>
        <p:sp>
          <p:nvSpPr>
            <p:cNvPr id="7" name="Freeform 5">
              <a:extLst>
                <a:ext uri="{FF2B5EF4-FFF2-40B4-BE49-F238E27FC236}">
                  <a16:creationId xmlns:a16="http://schemas.microsoft.com/office/drawing/2014/main" id="{EF5BEFEE-49C1-6470-3BEC-ED28DBDD5962}"/>
                </a:ext>
              </a:extLst>
            </p:cNvPr>
            <p:cNvSpPr/>
            <p:nvPr/>
          </p:nvSpPr>
          <p:spPr>
            <a:xfrm>
              <a:off x="10334100" y="301660"/>
              <a:ext cx="705459" cy="670584"/>
            </a:xfrm>
            <a:custGeom>
              <a:avLst/>
              <a:gdLst>
                <a:gd name="f0" fmla="val 10800000"/>
                <a:gd name="f1" fmla="val 5400000"/>
                <a:gd name="f2" fmla="val 180"/>
                <a:gd name="f3" fmla="val w"/>
                <a:gd name="f4" fmla="val h"/>
                <a:gd name="f5" fmla="val 0"/>
                <a:gd name="f6" fmla="val 222"/>
                <a:gd name="f7" fmla="val 211"/>
                <a:gd name="f8" fmla="val 32"/>
                <a:gd name="f9" fmla="val 183"/>
                <a:gd name="f10" fmla="val 54"/>
                <a:gd name="f11" fmla="val 202"/>
                <a:gd name="f12" fmla="val 80"/>
                <a:gd name="f13" fmla="val 111"/>
                <a:gd name="f14" fmla="val 142"/>
                <a:gd name="f15" fmla="val 168"/>
                <a:gd name="f16" fmla="val 190"/>
                <a:gd name="f17" fmla="val 164"/>
                <a:gd name="f18" fmla="val 139"/>
                <a:gd name="f19" fmla="val 106"/>
                <a:gd name="f20" fmla="val 74"/>
                <a:gd name="f21" fmla="val 48"/>
                <a:gd name="f22" fmla="val 29"/>
                <a:gd name="f23" fmla="val 10"/>
                <a:gd name="f24" fmla="val 11"/>
                <a:gd name="f25" fmla="+- 0 0 -90"/>
                <a:gd name="f26" fmla="*/ f3 1 222"/>
                <a:gd name="f27" fmla="*/ f4 1 211"/>
                <a:gd name="f28" fmla="+- f7 0 f5"/>
                <a:gd name="f29" fmla="+- f6 0 f5"/>
                <a:gd name="f30" fmla="*/ f25 f0 1"/>
                <a:gd name="f31" fmla="*/ f29 1 222"/>
                <a:gd name="f32" fmla="*/ f28 1 211"/>
                <a:gd name="f33" fmla="*/ 32 f29 1"/>
                <a:gd name="f34" fmla="*/ 183 f28 1"/>
                <a:gd name="f35" fmla="*/ 111 f29 1"/>
                <a:gd name="f36" fmla="*/ 211 f28 1"/>
                <a:gd name="f37" fmla="*/ 190 f29 1"/>
                <a:gd name="f38" fmla="*/ 222 f29 1"/>
                <a:gd name="f39" fmla="*/ 106 f28 1"/>
                <a:gd name="f40" fmla="*/ 29 f28 1"/>
                <a:gd name="f41" fmla="*/ 0 f28 1"/>
                <a:gd name="f42" fmla="*/ 0 f29 1"/>
                <a:gd name="f43" fmla="*/ f30 1 f2"/>
                <a:gd name="f44" fmla="*/ f33 1 222"/>
                <a:gd name="f45" fmla="*/ f34 1 211"/>
                <a:gd name="f46" fmla="*/ f35 1 222"/>
                <a:gd name="f47" fmla="*/ f36 1 211"/>
                <a:gd name="f48" fmla="*/ f37 1 222"/>
                <a:gd name="f49" fmla="*/ f38 1 222"/>
                <a:gd name="f50" fmla="*/ f39 1 211"/>
                <a:gd name="f51" fmla="*/ f40 1 211"/>
                <a:gd name="f52" fmla="*/ f41 1 211"/>
                <a:gd name="f53" fmla="*/ f42 1 222"/>
                <a:gd name="f54" fmla="*/ 0 1 f31"/>
                <a:gd name="f55" fmla="*/ f6 1 f31"/>
                <a:gd name="f56" fmla="*/ 0 1 f32"/>
                <a:gd name="f57" fmla="*/ f7 1 f32"/>
                <a:gd name="f58" fmla="+- f43 0 f1"/>
                <a:gd name="f59" fmla="*/ f44 1 f31"/>
                <a:gd name="f60" fmla="*/ f45 1 f32"/>
                <a:gd name="f61" fmla="*/ f46 1 f31"/>
                <a:gd name="f62" fmla="*/ f47 1 f32"/>
                <a:gd name="f63" fmla="*/ f48 1 f31"/>
                <a:gd name="f64" fmla="*/ f49 1 f31"/>
                <a:gd name="f65" fmla="*/ f50 1 f32"/>
                <a:gd name="f66" fmla="*/ f51 1 f32"/>
                <a:gd name="f67" fmla="*/ f52 1 f32"/>
                <a:gd name="f68" fmla="*/ f53 1 f31"/>
                <a:gd name="f69" fmla="*/ f54 f26 1"/>
                <a:gd name="f70" fmla="*/ f55 f26 1"/>
                <a:gd name="f71" fmla="*/ f57 f27 1"/>
                <a:gd name="f72" fmla="*/ f56 f27 1"/>
                <a:gd name="f73" fmla="*/ f59 f26 1"/>
                <a:gd name="f74" fmla="*/ f60 f27 1"/>
                <a:gd name="f75" fmla="*/ f61 f26 1"/>
                <a:gd name="f76" fmla="*/ f62 f27 1"/>
                <a:gd name="f77" fmla="*/ f63 f26 1"/>
                <a:gd name="f78" fmla="*/ f64 f26 1"/>
                <a:gd name="f79" fmla="*/ f65 f27 1"/>
                <a:gd name="f80" fmla="*/ f66 f27 1"/>
                <a:gd name="f81" fmla="*/ f67 f27 1"/>
                <a:gd name="f82" fmla="*/ f68 f26 1"/>
              </a:gdLst>
              <a:ahLst/>
              <a:cxnLst>
                <a:cxn ang="3cd4">
                  <a:pos x="hc" y="t"/>
                </a:cxn>
                <a:cxn ang="0">
                  <a:pos x="r" y="vc"/>
                </a:cxn>
                <a:cxn ang="cd4">
                  <a:pos x="hc" y="b"/>
                </a:cxn>
                <a:cxn ang="cd2">
                  <a:pos x="l" y="vc"/>
                </a:cxn>
                <a:cxn ang="f58">
                  <a:pos x="f73" y="f74"/>
                </a:cxn>
                <a:cxn ang="f58">
                  <a:pos x="f75" y="f76"/>
                </a:cxn>
                <a:cxn ang="f58">
                  <a:pos x="f77" y="f74"/>
                </a:cxn>
                <a:cxn ang="f58">
                  <a:pos x="f78" y="f79"/>
                </a:cxn>
                <a:cxn ang="f58">
                  <a:pos x="f77" y="f80"/>
                </a:cxn>
                <a:cxn ang="f58">
                  <a:pos x="f75" y="f81"/>
                </a:cxn>
                <a:cxn ang="f58">
                  <a:pos x="f73" y="f80"/>
                </a:cxn>
                <a:cxn ang="f58">
                  <a:pos x="f82" y="f79"/>
                </a:cxn>
                <a:cxn ang="f58">
                  <a:pos x="f73" y="f74"/>
                </a:cxn>
              </a:cxnLst>
              <a:rect l="f69" t="f72" r="f70" b="f71"/>
              <a:pathLst>
                <a:path w="222" h="211">
                  <a:moveTo>
                    <a:pt x="f8" y="f9"/>
                  </a:moveTo>
                  <a:cubicBezTo>
                    <a:pt x="f10" y="f11"/>
                    <a:pt x="f12" y="f7"/>
                    <a:pt x="f13" y="f7"/>
                  </a:cubicBezTo>
                  <a:cubicBezTo>
                    <a:pt x="f14" y="f7"/>
                    <a:pt x="f15" y="f11"/>
                    <a:pt x="f16" y="f9"/>
                  </a:cubicBezTo>
                  <a:cubicBezTo>
                    <a:pt x="f7" y="f17"/>
                    <a:pt x="f6" y="f18"/>
                    <a:pt x="f6" y="f19"/>
                  </a:cubicBezTo>
                  <a:cubicBezTo>
                    <a:pt x="f6" y="f20"/>
                    <a:pt x="f7" y="f21"/>
                    <a:pt x="f16" y="f22"/>
                  </a:cubicBezTo>
                  <a:cubicBezTo>
                    <a:pt x="f15" y="f23"/>
                    <a:pt x="f14" y="f5"/>
                    <a:pt x="f13" y="f5"/>
                  </a:cubicBezTo>
                  <a:cubicBezTo>
                    <a:pt x="f12" y="f5"/>
                    <a:pt x="f10" y="f23"/>
                    <a:pt x="f8" y="f22"/>
                  </a:cubicBezTo>
                  <a:cubicBezTo>
                    <a:pt x="f24" y="f21"/>
                    <a:pt x="f5" y="f20"/>
                    <a:pt x="f5" y="f19"/>
                  </a:cubicBezTo>
                  <a:cubicBezTo>
                    <a:pt x="f5" y="f18"/>
                    <a:pt x="f24" y="f17"/>
                    <a:pt x="f8" y="f9"/>
                  </a:cubicBezTo>
                </a:path>
              </a:pathLst>
            </a:custGeom>
            <a:noFill/>
            <a:ln cap="flat">
              <a:noFill/>
              <a:prstDash val="solid"/>
            </a:ln>
          </p:spPr>
          <p:txBody>
            <a:bodyPr vert="horz" wrap="square" lIns="91440" tIns="45720" rIns="91440" bIns="4572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IE" sz="1800" b="0" i="0" u="none" strike="noStrike" kern="1200" cap="none" spc="0" baseline="0">
                <a:solidFill>
                  <a:srgbClr val="000000"/>
                </a:solidFill>
                <a:uFillTx/>
                <a:latin typeface="Calibri"/>
              </a:endParaRPr>
            </a:p>
          </p:txBody>
        </p:sp>
        <p:sp>
          <p:nvSpPr>
            <p:cNvPr id="8" name="Freeform 6">
              <a:extLst>
                <a:ext uri="{FF2B5EF4-FFF2-40B4-BE49-F238E27FC236}">
                  <a16:creationId xmlns:a16="http://schemas.microsoft.com/office/drawing/2014/main" id="{BCEC27E2-C79F-C54B-E6E1-51961365F8D8}"/>
                </a:ext>
              </a:extLst>
            </p:cNvPr>
            <p:cNvSpPr/>
            <p:nvPr/>
          </p:nvSpPr>
          <p:spPr>
            <a:xfrm>
              <a:off x="11240737" y="1162696"/>
              <a:ext cx="616936" cy="587437"/>
            </a:xfrm>
            <a:custGeom>
              <a:avLst/>
              <a:gdLst>
                <a:gd name="f0" fmla="val 10800000"/>
                <a:gd name="f1" fmla="val 5400000"/>
                <a:gd name="f2" fmla="val 180"/>
                <a:gd name="f3" fmla="val w"/>
                <a:gd name="f4" fmla="val h"/>
                <a:gd name="f5" fmla="val 0"/>
                <a:gd name="f6" fmla="val 194"/>
                <a:gd name="f7" fmla="val 185"/>
                <a:gd name="f8" fmla="val 166"/>
                <a:gd name="f9" fmla="val 26"/>
                <a:gd name="f10" fmla="val 147"/>
                <a:gd name="f11" fmla="val 9"/>
                <a:gd name="f12" fmla="val 124"/>
                <a:gd name="f13" fmla="val 97"/>
                <a:gd name="f14" fmla="val 70"/>
                <a:gd name="f15" fmla="val 47"/>
                <a:gd name="f16" fmla="val 29"/>
                <a:gd name="f17" fmla="val 10"/>
                <a:gd name="f18" fmla="val 42"/>
                <a:gd name="f19" fmla="val 65"/>
                <a:gd name="f20" fmla="val 93"/>
                <a:gd name="f21" fmla="val 122"/>
                <a:gd name="f22" fmla="val 144"/>
                <a:gd name="f23" fmla="val 161"/>
                <a:gd name="f24" fmla="val 177"/>
                <a:gd name="f25" fmla="+- 0 0 -90"/>
                <a:gd name="f26" fmla="*/ f3 1 194"/>
                <a:gd name="f27" fmla="*/ f4 1 185"/>
                <a:gd name="f28" fmla="+- f7 0 f5"/>
                <a:gd name="f29" fmla="+- f6 0 f5"/>
                <a:gd name="f30" fmla="*/ f25 f0 1"/>
                <a:gd name="f31" fmla="*/ f29 1 194"/>
                <a:gd name="f32" fmla="*/ f28 1 185"/>
                <a:gd name="f33" fmla="*/ 166 f29 1"/>
                <a:gd name="f34" fmla="*/ 26 f28 1"/>
                <a:gd name="f35" fmla="*/ 97 f29 1"/>
                <a:gd name="f36" fmla="*/ 0 f28 1"/>
                <a:gd name="f37" fmla="*/ 29 f29 1"/>
                <a:gd name="f38" fmla="*/ 0 f29 1"/>
                <a:gd name="f39" fmla="*/ 93 f28 1"/>
                <a:gd name="f40" fmla="*/ 161 f28 1"/>
                <a:gd name="f41" fmla="*/ 185 f28 1"/>
                <a:gd name="f42" fmla="*/ 194 f29 1"/>
                <a:gd name="f43" fmla="*/ f30 1 f2"/>
                <a:gd name="f44" fmla="*/ f33 1 194"/>
                <a:gd name="f45" fmla="*/ f34 1 185"/>
                <a:gd name="f46" fmla="*/ f35 1 194"/>
                <a:gd name="f47" fmla="*/ f36 1 185"/>
                <a:gd name="f48" fmla="*/ f37 1 194"/>
                <a:gd name="f49" fmla="*/ f38 1 194"/>
                <a:gd name="f50" fmla="*/ f39 1 185"/>
                <a:gd name="f51" fmla="*/ f40 1 185"/>
                <a:gd name="f52" fmla="*/ f41 1 185"/>
                <a:gd name="f53" fmla="*/ f42 1 194"/>
                <a:gd name="f54" fmla="*/ 0 1 f31"/>
                <a:gd name="f55" fmla="*/ f6 1 f31"/>
                <a:gd name="f56" fmla="*/ 0 1 f32"/>
                <a:gd name="f57" fmla="*/ f7 1 f32"/>
                <a:gd name="f58" fmla="+- f43 0 f1"/>
                <a:gd name="f59" fmla="*/ f44 1 f31"/>
                <a:gd name="f60" fmla="*/ f45 1 f32"/>
                <a:gd name="f61" fmla="*/ f46 1 f31"/>
                <a:gd name="f62" fmla="*/ f47 1 f32"/>
                <a:gd name="f63" fmla="*/ f48 1 f31"/>
                <a:gd name="f64" fmla="*/ f49 1 f31"/>
                <a:gd name="f65" fmla="*/ f50 1 f32"/>
                <a:gd name="f66" fmla="*/ f51 1 f32"/>
                <a:gd name="f67" fmla="*/ f52 1 f32"/>
                <a:gd name="f68" fmla="*/ f53 1 f31"/>
                <a:gd name="f69" fmla="*/ f54 f26 1"/>
                <a:gd name="f70" fmla="*/ f55 f26 1"/>
                <a:gd name="f71" fmla="*/ f57 f27 1"/>
                <a:gd name="f72" fmla="*/ f56 f27 1"/>
                <a:gd name="f73" fmla="*/ f59 f26 1"/>
                <a:gd name="f74" fmla="*/ f60 f27 1"/>
                <a:gd name="f75" fmla="*/ f61 f26 1"/>
                <a:gd name="f76" fmla="*/ f62 f27 1"/>
                <a:gd name="f77" fmla="*/ f63 f26 1"/>
                <a:gd name="f78" fmla="*/ f64 f26 1"/>
                <a:gd name="f79" fmla="*/ f65 f27 1"/>
                <a:gd name="f80" fmla="*/ f66 f27 1"/>
                <a:gd name="f81" fmla="*/ f67 f27 1"/>
                <a:gd name="f82" fmla="*/ f68 f26 1"/>
              </a:gdLst>
              <a:ahLst/>
              <a:cxnLst>
                <a:cxn ang="3cd4">
                  <a:pos x="hc" y="t"/>
                </a:cxn>
                <a:cxn ang="0">
                  <a:pos x="r" y="vc"/>
                </a:cxn>
                <a:cxn ang="cd4">
                  <a:pos x="hc" y="b"/>
                </a:cxn>
                <a:cxn ang="cd2">
                  <a:pos x="l" y="vc"/>
                </a:cxn>
                <a:cxn ang="f58">
                  <a:pos x="f73" y="f74"/>
                </a:cxn>
                <a:cxn ang="f58">
                  <a:pos x="f75" y="f76"/>
                </a:cxn>
                <a:cxn ang="f58">
                  <a:pos x="f77" y="f74"/>
                </a:cxn>
                <a:cxn ang="f58">
                  <a:pos x="f78" y="f79"/>
                </a:cxn>
                <a:cxn ang="f58">
                  <a:pos x="f77" y="f80"/>
                </a:cxn>
                <a:cxn ang="f58">
                  <a:pos x="f75" y="f81"/>
                </a:cxn>
                <a:cxn ang="f58">
                  <a:pos x="f73" y="f80"/>
                </a:cxn>
                <a:cxn ang="f58">
                  <a:pos x="f82" y="f79"/>
                </a:cxn>
                <a:cxn ang="f58">
                  <a:pos x="f73" y="f74"/>
                </a:cxn>
              </a:cxnLst>
              <a:rect l="f69" t="f72" r="f70" b="f71"/>
              <a:pathLst>
                <a:path w="194" h="185">
                  <a:moveTo>
                    <a:pt x="f8" y="f9"/>
                  </a:moveTo>
                  <a:cubicBezTo>
                    <a:pt x="f10" y="f11"/>
                    <a:pt x="f12" y="f5"/>
                    <a:pt x="f13" y="f5"/>
                  </a:cubicBezTo>
                  <a:cubicBezTo>
                    <a:pt x="f14" y="f5"/>
                    <a:pt x="f15" y="f11"/>
                    <a:pt x="f16" y="f9"/>
                  </a:cubicBezTo>
                  <a:cubicBezTo>
                    <a:pt x="f17" y="f18"/>
                    <a:pt x="f5" y="f19"/>
                    <a:pt x="f5" y="f20"/>
                  </a:cubicBezTo>
                  <a:cubicBezTo>
                    <a:pt x="f5" y="f21"/>
                    <a:pt x="f17" y="f22"/>
                    <a:pt x="f16" y="f23"/>
                  </a:cubicBezTo>
                  <a:cubicBezTo>
                    <a:pt x="f15" y="f24"/>
                    <a:pt x="f14" y="f7"/>
                    <a:pt x="f13" y="f7"/>
                  </a:cubicBezTo>
                  <a:cubicBezTo>
                    <a:pt x="f12" y="f7"/>
                    <a:pt x="f10" y="f24"/>
                    <a:pt x="f8" y="f23"/>
                  </a:cubicBezTo>
                  <a:cubicBezTo>
                    <a:pt x="f7" y="f22"/>
                    <a:pt x="f6" y="f21"/>
                    <a:pt x="f6" y="f20"/>
                  </a:cubicBezTo>
                  <a:cubicBezTo>
                    <a:pt x="f6" y="f19"/>
                    <a:pt x="f7" y="f18"/>
                    <a:pt x="f8" y="f9"/>
                  </a:cubicBezTo>
                </a:path>
              </a:pathLst>
            </a:custGeom>
            <a:noFill/>
            <a:ln cap="flat">
              <a:noFill/>
              <a:prstDash val="solid"/>
            </a:ln>
          </p:spPr>
          <p:txBody>
            <a:bodyPr vert="horz" wrap="square" lIns="91440" tIns="45720" rIns="91440" bIns="4572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IE" sz="1800" b="0" i="0" u="none" strike="noStrike" kern="1200" cap="none" spc="0" baseline="0">
                <a:solidFill>
                  <a:srgbClr val="000000"/>
                </a:solidFill>
                <a:uFillTx/>
                <a:latin typeface="Calibri"/>
              </a:endParaRPr>
            </a:p>
          </p:txBody>
        </p:sp>
        <p:sp>
          <p:nvSpPr>
            <p:cNvPr id="9" name="Freeform 7">
              <a:extLst>
                <a:ext uri="{FF2B5EF4-FFF2-40B4-BE49-F238E27FC236}">
                  <a16:creationId xmlns:a16="http://schemas.microsoft.com/office/drawing/2014/main" id="{F9F138A5-2143-004F-52E2-51EAB00A116C}"/>
                </a:ext>
              </a:extLst>
            </p:cNvPr>
            <p:cNvSpPr/>
            <p:nvPr/>
          </p:nvSpPr>
          <p:spPr>
            <a:xfrm>
              <a:off x="11234034" y="1845350"/>
              <a:ext cx="611578" cy="985759"/>
            </a:xfrm>
            <a:custGeom>
              <a:avLst/>
              <a:gdLst>
                <a:gd name="f0" fmla="val 10800000"/>
                <a:gd name="f1" fmla="val 5400000"/>
                <a:gd name="f2" fmla="val 180"/>
                <a:gd name="f3" fmla="val w"/>
                <a:gd name="f4" fmla="val h"/>
                <a:gd name="f5" fmla="val 0"/>
                <a:gd name="f6" fmla="val 192"/>
                <a:gd name="f7" fmla="val 310"/>
                <a:gd name="f8" fmla="val 33"/>
                <a:gd name="f9" fmla="val 308"/>
                <a:gd name="f10" fmla="val 133"/>
                <a:gd name="f11" fmla="val 264"/>
                <a:gd name="f12" fmla="val 198"/>
                <a:gd name="f13" fmla="val 114"/>
                <a:gd name="f14" fmla="val 41"/>
                <a:gd name="f15" fmla="val 149"/>
                <a:gd name="f16" fmla="val 96"/>
                <a:gd name="f17" fmla="val 43"/>
                <a:gd name="f18" fmla="val 38"/>
                <a:gd name="f19" fmla="val 90"/>
                <a:gd name="f20" fmla="val 122"/>
                <a:gd name="f21" fmla="val 14"/>
                <a:gd name="f22" fmla="val 153"/>
                <a:gd name="f23" fmla="val 44"/>
                <a:gd name="f24" fmla="val 169"/>
                <a:gd name="f25" fmla="val 26"/>
                <a:gd name="f26" fmla="val 194"/>
                <a:gd name="f27" fmla="val 18"/>
                <a:gd name="f28" fmla="val 221"/>
                <a:gd name="f29" fmla="val 250"/>
                <a:gd name="f30" fmla="val 266"/>
                <a:gd name="f31" fmla="val 20"/>
                <a:gd name="f32" fmla="val 283"/>
                <a:gd name="f33" fmla="val 24"/>
                <a:gd name="f34" fmla="val 302"/>
                <a:gd name="f35" fmla="+- 0 0 -90"/>
                <a:gd name="f36" fmla="*/ f3 1 192"/>
                <a:gd name="f37" fmla="*/ f4 1 310"/>
                <a:gd name="f38" fmla="+- f7 0 f5"/>
                <a:gd name="f39" fmla="+- f6 0 f5"/>
                <a:gd name="f40" fmla="*/ f35 f0 1"/>
                <a:gd name="f41" fmla="*/ f39 1 192"/>
                <a:gd name="f42" fmla="*/ f38 1 310"/>
                <a:gd name="f43" fmla="*/ 33 f39 1"/>
                <a:gd name="f44" fmla="*/ 308 f38 1"/>
                <a:gd name="f45" fmla="*/ 192 f39 1"/>
                <a:gd name="f46" fmla="*/ 114 f38 1"/>
                <a:gd name="f47" fmla="*/ 96 f39 1"/>
                <a:gd name="f48" fmla="*/ 0 f38 1"/>
                <a:gd name="f49" fmla="*/ 0 f39 1"/>
                <a:gd name="f50" fmla="*/ 90 f38 1"/>
                <a:gd name="f51" fmla="*/ 44 f39 1"/>
                <a:gd name="f52" fmla="*/ 169 f38 1"/>
                <a:gd name="f53" fmla="*/ 18 f39 1"/>
                <a:gd name="f54" fmla="*/ 250 f38 1"/>
                <a:gd name="f55" fmla="*/ 24 f39 1"/>
                <a:gd name="f56" fmla="*/ 302 f38 1"/>
                <a:gd name="f57" fmla="*/ f40 1 f2"/>
                <a:gd name="f58" fmla="*/ f43 1 192"/>
                <a:gd name="f59" fmla="*/ f44 1 310"/>
                <a:gd name="f60" fmla="*/ f45 1 192"/>
                <a:gd name="f61" fmla="*/ f46 1 310"/>
                <a:gd name="f62" fmla="*/ f47 1 192"/>
                <a:gd name="f63" fmla="*/ f48 1 310"/>
                <a:gd name="f64" fmla="*/ f49 1 192"/>
                <a:gd name="f65" fmla="*/ f50 1 310"/>
                <a:gd name="f66" fmla="*/ f51 1 192"/>
                <a:gd name="f67" fmla="*/ f52 1 310"/>
                <a:gd name="f68" fmla="*/ f53 1 192"/>
                <a:gd name="f69" fmla="*/ f54 1 310"/>
                <a:gd name="f70" fmla="*/ f55 1 192"/>
                <a:gd name="f71" fmla="*/ f56 1 310"/>
                <a:gd name="f72" fmla="*/ 0 1 f41"/>
                <a:gd name="f73" fmla="*/ f6 1 f41"/>
                <a:gd name="f74" fmla="*/ 0 1 f42"/>
                <a:gd name="f75" fmla="*/ f7 1 f42"/>
                <a:gd name="f76" fmla="+- f57 0 f1"/>
                <a:gd name="f77" fmla="*/ f58 1 f41"/>
                <a:gd name="f78" fmla="*/ f59 1 f42"/>
                <a:gd name="f79" fmla="*/ f60 1 f41"/>
                <a:gd name="f80" fmla="*/ f61 1 f42"/>
                <a:gd name="f81" fmla="*/ f62 1 f41"/>
                <a:gd name="f82" fmla="*/ f63 1 f42"/>
                <a:gd name="f83" fmla="*/ f64 1 f41"/>
                <a:gd name="f84" fmla="*/ f65 1 f42"/>
                <a:gd name="f85" fmla="*/ f66 1 f41"/>
                <a:gd name="f86" fmla="*/ f67 1 f42"/>
                <a:gd name="f87" fmla="*/ f68 1 f41"/>
                <a:gd name="f88" fmla="*/ f69 1 f42"/>
                <a:gd name="f89" fmla="*/ f70 1 f41"/>
                <a:gd name="f90" fmla="*/ f71 1 f42"/>
                <a:gd name="f91" fmla="*/ f72 f36 1"/>
                <a:gd name="f92" fmla="*/ f73 f36 1"/>
                <a:gd name="f93" fmla="*/ f75 f37 1"/>
                <a:gd name="f94" fmla="*/ f74 f37 1"/>
                <a:gd name="f95" fmla="*/ f77 f36 1"/>
                <a:gd name="f96" fmla="*/ f78 f37 1"/>
                <a:gd name="f97" fmla="*/ f79 f36 1"/>
                <a:gd name="f98" fmla="*/ f80 f37 1"/>
                <a:gd name="f99" fmla="*/ f81 f36 1"/>
                <a:gd name="f100" fmla="*/ f82 f37 1"/>
                <a:gd name="f101" fmla="*/ f83 f36 1"/>
                <a:gd name="f102" fmla="*/ f84 f37 1"/>
                <a:gd name="f103" fmla="*/ f85 f36 1"/>
                <a:gd name="f104" fmla="*/ f86 f37 1"/>
                <a:gd name="f105" fmla="*/ f87 f36 1"/>
                <a:gd name="f106" fmla="*/ f88 f37 1"/>
                <a:gd name="f107" fmla="*/ f89 f36 1"/>
                <a:gd name="f108" fmla="*/ f90 f37 1"/>
              </a:gdLst>
              <a:ahLst/>
              <a:cxnLst>
                <a:cxn ang="3cd4">
                  <a:pos x="hc" y="t"/>
                </a:cxn>
                <a:cxn ang="0">
                  <a:pos x="r" y="vc"/>
                </a:cxn>
                <a:cxn ang="cd4">
                  <a:pos x="hc" y="b"/>
                </a:cxn>
                <a:cxn ang="cd2">
                  <a:pos x="l" y="vc"/>
                </a:cxn>
                <a:cxn ang="f76">
                  <a:pos x="f95" y="f96"/>
                </a:cxn>
                <a:cxn ang="f76">
                  <a:pos x="f97" y="f98"/>
                </a:cxn>
                <a:cxn ang="f76">
                  <a:pos x="f99" y="f100"/>
                </a:cxn>
                <a:cxn ang="f76">
                  <a:pos x="f101" y="f102"/>
                </a:cxn>
                <a:cxn ang="f76">
                  <a:pos x="f103" y="f104"/>
                </a:cxn>
                <a:cxn ang="f76">
                  <a:pos x="f105" y="f106"/>
                </a:cxn>
                <a:cxn ang="f76">
                  <a:pos x="f107" y="f108"/>
                </a:cxn>
                <a:cxn ang="f76">
                  <a:pos x="f95" y="f96"/>
                </a:cxn>
              </a:cxnLst>
              <a:rect l="f91" t="f94" r="f92" b="f93"/>
              <a:pathLst>
                <a:path w="192" h="310">
                  <a:moveTo>
                    <a:pt x="f8" y="f9"/>
                  </a:moveTo>
                  <a:cubicBezTo>
                    <a:pt x="f10" y="f11"/>
                    <a:pt x="f6" y="f12"/>
                    <a:pt x="f6" y="f13"/>
                  </a:cubicBezTo>
                  <a:cubicBezTo>
                    <a:pt x="f6" y="f14"/>
                    <a:pt x="f15" y="f5"/>
                    <a:pt x="f16" y="f5"/>
                  </a:cubicBezTo>
                  <a:cubicBezTo>
                    <a:pt x="f17" y="f5"/>
                    <a:pt x="f5" y="f18"/>
                    <a:pt x="f5" y="f19"/>
                  </a:cubicBezTo>
                  <a:cubicBezTo>
                    <a:pt x="f5" y="f20"/>
                    <a:pt x="f21" y="f22"/>
                    <a:pt x="f23" y="f24"/>
                  </a:cubicBezTo>
                  <a:cubicBezTo>
                    <a:pt x="f25" y="f26"/>
                    <a:pt x="f27" y="f28"/>
                    <a:pt x="f27" y="f29"/>
                  </a:cubicBezTo>
                  <a:cubicBezTo>
                    <a:pt x="f27" y="f30"/>
                    <a:pt x="f31" y="f32"/>
                    <a:pt x="f33" y="f34"/>
                  </a:cubicBezTo>
                  <a:cubicBezTo>
                    <a:pt x="f33" y="f34"/>
                    <a:pt x="f25" y="f7"/>
                    <a:pt x="f8" y="f9"/>
                  </a:cubicBezTo>
                </a:path>
              </a:pathLst>
            </a:custGeom>
            <a:noFill/>
            <a:ln cap="flat">
              <a:noFill/>
              <a:prstDash val="solid"/>
            </a:ln>
          </p:spPr>
          <p:txBody>
            <a:bodyPr vert="horz" wrap="square" lIns="91440" tIns="45720" rIns="91440" bIns="4572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IE" sz="1800" b="0" i="0" u="none" strike="noStrike" kern="1200" cap="none" spc="0" baseline="0">
                <a:solidFill>
                  <a:srgbClr val="000000"/>
                </a:solidFill>
                <a:uFillTx/>
                <a:latin typeface="Calibri"/>
              </a:endParaRPr>
            </a:p>
          </p:txBody>
        </p:sp>
        <p:sp>
          <p:nvSpPr>
            <p:cNvPr id="10" name="Freeform 8">
              <a:extLst>
                <a:ext uri="{FF2B5EF4-FFF2-40B4-BE49-F238E27FC236}">
                  <a16:creationId xmlns:a16="http://schemas.microsoft.com/office/drawing/2014/main" id="{1711B4FB-BD90-EB99-4785-7E15FF910D7A}"/>
                </a:ext>
              </a:extLst>
            </p:cNvPr>
            <p:cNvSpPr/>
            <p:nvPr/>
          </p:nvSpPr>
          <p:spPr>
            <a:xfrm>
              <a:off x="9916997" y="1109048"/>
              <a:ext cx="1173522" cy="2624675"/>
            </a:xfrm>
            <a:custGeom>
              <a:avLst/>
              <a:gdLst>
                <a:gd name="f0" fmla="val 10800000"/>
                <a:gd name="f1" fmla="val 5400000"/>
                <a:gd name="f2" fmla="val 360"/>
                <a:gd name="f3" fmla="val 180"/>
                <a:gd name="f4" fmla="val w"/>
                <a:gd name="f5" fmla="val h"/>
                <a:gd name="f6" fmla="val 0"/>
                <a:gd name="f7" fmla="val 369"/>
                <a:gd name="f8" fmla="val 826"/>
                <a:gd name="f9" fmla="val 294"/>
                <a:gd name="f10" fmla="val 28"/>
                <a:gd name="f11" fmla="val 203"/>
                <a:gd name="f12" fmla="val 146"/>
                <a:gd name="f13" fmla="val 26"/>
                <a:gd name="f14" fmla="val 141"/>
                <a:gd name="f15" fmla="val 29"/>
                <a:gd name="f16" fmla="val 137"/>
                <a:gd name="f17" fmla="val 34"/>
                <a:gd name="f18" fmla="val 40"/>
                <a:gd name="f19" fmla="val 246"/>
                <a:gd name="f20" fmla="val 247"/>
                <a:gd name="f21" fmla="val 552"/>
                <a:gd name="f22" fmla="val 569"/>
                <a:gd name="f23" fmla="val 135"/>
                <a:gd name="f24" fmla="val 584"/>
                <a:gd name="f25" fmla="val 132"/>
                <a:gd name="f26" fmla="val 598"/>
                <a:gd name="f27" fmla="val 129"/>
                <a:gd name="f28" fmla="val 612"/>
                <a:gd name="f29" fmla="val 124"/>
                <a:gd name="f30" fmla="val 624"/>
                <a:gd name="f31" fmla="val 115"/>
                <a:gd name="f32" fmla="val 635"/>
                <a:gd name="f33" fmla="val 107"/>
                <a:gd name="f34" fmla="val 645"/>
                <a:gd name="f35" fmla="val 95"/>
                <a:gd name="f36" fmla="val 654"/>
                <a:gd name="f37" fmla="val 80"/>
                <a:gd name="f38" fmla="val 661"/>
                <a:gd name="f39" fmla="val 55"/>
                <a:gd name="f40" fmla="val 672"/>
                <a:gd name="f41" fmla="val 15"/>
                <a:gd name="f42" fmla="val 675"/>
                <a:gd name="f43" fmla="val 5"/>
                <a:gd name="f44" fmla="val 676"/>
                <a:gd name="f45" fmla="val 4"/>
                <a:gd name="f46" fmla="val 686"/>
                <a:gd name="f47" fmla="val 758"/>
                <a:gd name="f48" fmla="val 781"/>
                <a:gd name="f49" fmla="val 6"/>
                <a:gd name="f50" fmla="val 824"/>
                <a:gd name="f51" fmla="val 148"/>
                <a:gd name="f52" fmla="val 167"/>
                <a:gd name="f53" fmla="val 821"/>
                <a:gd name="f54" fmla="val 189"/>
                <a:gd name="f55" fmla="val 816"/>
                <a:gd name="f56" fmla="val 210"/>
                <a:gd name="f57" fmla="val 811"/>
                <a:gd name="f58" fmla="val 232"/>
                <a:gd name="f59" fmla="val 802"/>
                <a:gd name="f60" fmla="val 253"/>
                <a:gd name="f61" fmla="val 789"/>
                <a:gd name="f62" fmla="val 275"/>
                <a:gd name="f63" fmla="val 777"/>
                <a:gd name="f64" fmla="val 760"/>
                <a:gd name="f65" fmla="val 311"/>
                <a:gd name="f66" fmla="val 740"/>
                <a:gd name="f67" fmla="val 329"/>
                <a:gd name="f68" fmla="val 720"/>
                <a:gd name="f69" fmla="val 341"/>
                <a:gd name="f70" fmla="val 694"/>
                <a:gd name="f71" fmla="val 350"/>
                <a:gd name="f72" fmla="val 664"/>
                <a:gd name="f73" fmla="val 355"/>
                <a:gd name="f74" fmla="val 358"/>
                <a:gd name="f75" fmla="val 623"/>
                <a:gd name="f76" fmla="val 361"/>
                <a:gd name="f77" fmla="val 574"/>
                <a:gd name="f78" fmla="val 362"/>
                <a:gd name="f79" fmla="val 553"/>
                <a:gd name="f80" fmla="val 536"/>
                <a:gd name="f81" fmla="val 51"/>
                <a:gd name="f82" fmla="+- 0 0 -90"/>
                <a:gd name="f83" fmla="*/ f4 1 369"/>
                <a:gd name="f84" fmla="*/ f5 1 826"/>
                <a:gd name="f85" fmla="+- f8 0 f6"/>
                <a:gd name="f86" fmla="+- f7 0 f6"/>
                <a:gd name="f87" fmla="*/ f82 f0 1"/>
                <a:gd name="f88" fmla="*/ f86 1 369"/>
                <a:gd name="f89" fmla="*/ f85 1 826"/>
                <a:gd name="f90" fmla="*/ 294 f86 1"/>
                <a:gd name="f91" fmla="*/ 28 f85 1"/>
                <a:gd name="f92" fmla="*/ 146 f86 1"/>
                <a:gd name="f93" fmla="*/ 26 f85 1"/>
                <a:gd name="f94" fmla="*/ 137 f86 1"/>
                <a:gd name="f95" fmla="*/ 40 f85 1"/>
                <a:gd name="f96" fmla="*/ 246 f85 1"/>
                <a:gd name="f97" fmla="*/ 247 f85 1"/>
                <a:gd name="f98" fmla="*/ 552 f85 1"/>
                <a:gd name="f99" fmla="*/ 132 f86 1"/>
                <a:gd name="f100" fmla="*/ 598 f85 1"/>
                <a:gd name="f101" fmla="*/ 115 f86 1"/>
                <a:gd name="f102" fmla="*/ 635 f85 1"/>
                <a:gd name="f103" fmla="*/ 80 f86 1"/>
                <a:gd name="f104" fmla="*/ 661 f85 1"/>
                <a:gd name="f105" fmla="*/ 15 f86 1"/>
                <a:gd name="f106" fmla="*/ 675 f85 1"/>
                <a:gd name="f107" fmla="*/ 4 f86 1"/>
                <a:gd name="f108" fmla="*/ 686 f85 1"/>
                <a:gd name="f109" fmla="*/ 781 f85 1"/>
                <a:gd name="f110" fmla="*/ 824 f85 1"/>
                <a:gd name="f111" fmla="*/ 189 f86 1"/>
                <a:gd name="f112" fmla="*/ 816 f85 1"/>
                <a:gd name="f113" fmla="*/ 253 f86 1"/>
                <a:gd name="f114" fmla="*/ 789 f85 1"/>
                <a:gd name="f115" fmla="*/ 311 f86 1"/>
                <a:gd name="f116" fmla="*/ 740 f85 1"/>
                <a:gd name="f117" fmla="*/ 350 f86 1"/>
                <a:gd name="f118" fmla="*/ 664 f85 1"/>
                <a:gd name="f119" fmla="*/ 360 f86 1"/>
                <a:gd name="f120" fmla="*/ 362 f86 1"/>
                <a:gd name="f121" fmla="*/ 536 f85 1"/>
                <a:gd name="f122" fmla="*/ 141 f85 1"/>
                <a:gd name="f123" fmla="*/ f87 1 f3"/>
                <a:gd name="f124" fmla="*/ f90 1 369"/>
                <a:gd name="f125" fmla="*/ f91 1 826"/>
                <a:gd name="f126" fmla="*/ f92 1 369"/>
                <a:gd name="f127" fmla="*/ f93 1 826"/>
                <a:gd name="f128" fmla="*/ f94 1 369"/>
                <a:gd name="f129" fmla="*/ f95 1 826"/>
                <a:gd name="f130" fmla="*/ f96 1 826"/>
                <a:gd name="f131" fmla="*/ f97 1 826"/>
                <a:gd name="f132" fmla="*/ f98 1 826"/>
                <a:gd name="f133" fmla="*/ f99 1 369"/>
                <a:gd name="f134" fmla="*/ f100 1 826"/>
                <a:gd name="f135" fmla="*/ f101 1 369"/>
                <a:gd name="f136" fmla="*/ f102 1 826"/>
                <a:gd name="f137" fmla="*/ f103 1 369"/>
                <a:gd name="f138" fmla="*/ f104 1 826"/>
                <a:gd name="f139" fmla="*/ f105 1 369"/>
                <a:gd name="f140" fmla="*/ f106 1 826"/>
                <a:gd name="f141" fmla="*/ f107 1 369"/>
                <a:gd name="f142" fmla="*/ f108 1 826"/>
                <a:gd name="f143" fmla="*/ f109 1 826"/>
                <a:gd name="f144" fmla="*/ f110 1 826"/>
                <a:gd name="f145" fmla="*/ f111 1 369"/>
                <a:gd name="f146" fmla="*/ f112 1 826"/>
                <a:gd name="f147" fmla="*/ f113 1 369"/>
                <a:gd name="f148" fmla="*/ f114 1 826"/>
                <a:gd name="f149" fmla="*/ f115 1 369"/>
                <a:gd name="f150" fmla="*/ f116 1 826"/>
                <a:gd name="f151" fmla="*/ f117 1 369"/>
                <a:gd name="f152" fmla="*/ f118 1 826"/>
                <a:gd name="f153" fmla="*/ f119 1 369"/>
                <a:gd name="f154" fmla="*/ f120 1 369"/>
                <a:gd name="f155" fmla="*/ f121 1 826"/>
                <a:gd name="f156" fmla="*/ f122 1 826"/>
                <a:gd name="f157" fmla="*/ 0 1 f88"/>
                <a:gd name="f158" fmla="*/ f7 1 f88"/>
                <a:gd name="f159" fmla="*/ 0 1 f89"/>
                <a:gd name="f160" fmla="*/ f8 1 f89"/>
                <a:gd name="f161" fmla="+- f123 0 f1"/>
                <a:gd name="f162" fmla="*/ f124 1 f88"/>
                <a:gd name="f163" fmla="*/ f125 1 f89"/>
                <a:gd name="f164" fmla="*/ f126 1 f88"/>
                <a:gd name="f165" fmla="*/ f127 1 f89"/>
                <a:gd name="f166" fmla="*/ f128 1 f88"/>
                <a:gd name="f167" fmla="*/ f129 1 f89"/>
                <a:gd name="f168" fmla="*/ f130 1 f89"/>
                <a:gd name="f169" fmla="*/ f131 1 f89"/>
                <a:gd name="f170" fmla="*/ f132 1 f89"/>
                <a:gd name="f171" fmla="*/ f133 1 f88"/>
                <a:gd name="f172" fmla="*/ f134 1 f89"/>
                <a:gd name="f173" fmla="*/ f135 1 f88"/>
                <a:gd name="f174" fmla="*/ f136 1 f89"/>
                <a:gd name="f175" fmla="*/ f137 1 f88"/>
                <a:gd name="f176" fmla="*/ f138 1 f89"/>
                <a:gd name="f177" fmla="*/ f139 1 f88"/>
                <a:gd name="f178" fmla="*/ f140 1 f89"/>
                <a:gd name="f179" fmla="*/ f141 1 f88"/>
                <a:gd name="f180" fmla="*/ f142 1 f89"/>
                <a:gd name="f181" fmla="*/ f143 1 f89"/>
                <a:gd name="f182" fmla="*/ f144 1 f89"/>
                <a:gd name="f183" fmla="*/ f145 1 f88"/>
                <a:gd name="f184" fmla="*/ f146 1 f89"/>
                <a:gd name="f185" fmla="*/ f147 1 f88"/>
                <a:gd name="f186" fmla="*/ f148 1 f89"/>
                <a:gd name="f187" fmla="*/ f149 1 f88"/>
                <a:gd name="f188" fmla="*/ f150 1 f89"/>
                <a:gd name="f189" fmla="*/ f151 1 f88"/>
                <a:gd name="f190" fmla="*/ f152 1 f89"/>
                <a:gd name="f191" fmla="*/ f153 1 f88"/>
                <a:gd name="f192" fmla="*/ f154 1 f88"/>
                <a:gd name="f193" fmla="*/ f155 1 f89"/>
                <a:gd name="f194" fmla="*/ f156 1 f89"/>
                <a:gd name="f195" fmla="*/ f157 f83 1"/>
                <a:gd name="f196" fmla="*/ f158 f83 1"/>
                <a:gd name="f197" fmla="*/ f160 f84 1"/>
                <a:gd name="f198" fmla="*/ f159 f84 1"/>
                <a:gd name="f199" fmla="*/ f162 f83 1"/>
                <a:gd name="f200" fmla="*/ f163 f84 1"/>
                <a:gd name="f201" fmla="*/ f164 f83 1"/>
                <a:gd name="f202" fmla="*/ f165 f84 1"/>
                <a:gd name="f203" fmla="*/ f166 f83 1"/>
                <a:gd name="f204" fmla="*/ f167 f84 1"/>
                <a:gd name="f205" fmla="*/ f168 f84 1"/>
                <a:gd name="f206" fmla="*/ f169 f84 1"/>
                <a:gd name="f207" fmla="*/ f170 f84 1"/>
                <a:gd name="f208" fmla="*/ f171 f83 1"/>
                <a:gd name="f209" fmla="*/ f172 f84 1"/>
                <a:gd name="f210" fmla="*/ f173 f83 1"/>
                <a:gd name="f211" fmla="*/ f174 f84 1"/>
                <a:gd name="f212" fmla="*/ f175 f83 1"/>
                <a:gd name="f213" fmla="*/ f176 f84 1"/>
                <a:gd name="f214" fmla="*/ f177 f83 1"/>
                <a:gd name="f215" fmla="*/ f178 f84 1"/>
                <a:gd name="f216" fmla="*/ f179 f83 1"/>
                <a:gd name="f217" fmla="*/ f180 f84 1"/>
                <a:gd name="f218" fmla="*/ f181 f84 1"/>
                <a:gd name="f219" fmla="*/ f182 f84 1"/>
                <a:gd name="f220" fmla="*/ f183 f83 1"/>
                <a:gd name="f221" fmla="*/ f184 f84 1"/>
                <a:gd name="f222" fmla="*/ f185 f83 1"/>
                <a:gd name="f223" fmla="*/ f186 f84 1"/>
                <a:gd name="f224" fmla="*/ f187 f83 1"/>
                <a:gd name="f225" fmla="*/ f188 f84 1"/>
                <a:gd name="f226" fmla="*/ f189 f83 1"/>
                <a:gd name="f227" fmla="*/ f190 f84 1"/>
                <a:gd name="f228" fmla="*/ f191 f83 1"/>
                <a:gd name="f229" fmla="*/ f192 f83 1"/>
                <a:gd name="f230" fmla="*/ f193 f84 1"/>
                <a:gd name="f231" fmla="*/ f194 f84 1"/>
              </a:gdLst>
              <a:ahLst/>
              <a:cxnLst>
                <a:cxn ang="3cd4">
                  <a:pos x="hc" y="t"/>
                </a:cxn>
                <a:cxn ang="0">
                  <a:pos x="r" y="vc"/>
                </a:cxn>
                <a:cxn ang="cd4">
                  <a:pos x="hc" y="b"/>
                </a:cxn>
                <a:cxn ang="cd2">
                  <a:pos x="l" y="vc"/>
                </a:cxn>
                <a:cxn ang="f161">
                  <a:pos x="f199" y="f200"/>
                </a:cxn>
                <a:cxn ang="f161">
                  <a:pos x="f201" y="f202"/>
                </a:cxn>
                <a:cxn ang="f161">
                  <a:pos x="f203" y="f204"/>
                </a:cxn>
                <a:cxn ang="f161">
                  <a:pos x="f203" y="f204"/>
                </a:cxn>
                <a:cxn ang="f161">
                  <a:pos x="f203" y="f205"/>
                </a:cxn>
                <a:cxn ang="f161">
                  <a:pos x="f203" y="f206"/>
                </a:cxn>
                <a:cxn ang="f161">
                  <a:pos x="f203" y="f207"/>
                </a:cxn>
                <a:cxn ang="f161">
                  <a:pos x="f208" y="f209"/>
                </a:cxn>
                <a:cxn ang="f161">
                  <a:pos x="f210" y="f211"/>
                </a:cxn>
                <a:cxn ang="f161">
                  <a:pos x="f212" y="f213"/>
                </a:cxn>
                <a:cxn ang="f161">
                  <a:pos x="f214" y="f215"/>
                </a:cxn>
                <a:cxn ang="f161">
                  <a:pos x="f216" y="f217"/>
                </a:cxn>
                <a:cxn ang="f161">
                  <a:pos x="f216" y="f218"/>
                </a:cxn>
                <a:cxn ang="f161">
                  <a:pos x="f208" y="f219"/>
                </a:cxn>
                <a:cxn ang="f161">
                  <a:pos x="f220" y="f221"/>
                </a:cxn>
                <a:cxn ang="f161">
                  <a:pos x="f222" y="f223"/>
                </a:cxn>
                <a:cxn ang="f161">
                  <a:pos x="f224" y="f225"/>
                </a:cxn>
                <a:cxn ang="f161">
                  <a:pos x="f226" y="f227"/>
                </a:cxn>
                <a:cxn ang="f161">
                  <a:pos x="f228" y="f209"/>
                </a:cxn>
                <a:cxn ang="f161">
                  <a:pos x="f229" y="f230"/>
                </a:cxn>
                <a:cxn ang="f161">
                  <a:pos x="f229" y="f231"/>
                </a:cxn>
                <a:cxn ang="f161">
                  <a:pos x="f199" y="f200"/>
                </a:cxn>
              </a:cxnLst>
              <a:rect l="f195" t="f198" r="f196" b="f197"/>
              <a:pathLst>
                <a:path w="369" h="826">
                  <a:moveTo>
                    <a:pt x="f9" y="f10"/>
                  </a:moveTo>
                  <a:cubicBezTo>
                    <a:pt x="f11" y="f6"/>
                    <a:pt x="f12" y="f13"/>
                    <a:pt x="f12" y="f13"/>
                  </a:cubicBezTo>
                  <a:cubicBezTo>
                    <a:pt x="f14" y="f15"/>
                    <a:pt x="f16" y="f17"/>
                    <a:pt x="f16" y="f18"/>
                  </a:cubicBezTo>
                  <a:cubicBezTo>
                    <a:pt x="f16" y="f18"/>
                    <a:pt x="f16" y="f18"/>
                    <a:pt x="f16" y="f18"/>
                  </a:cubicBezTo>
                  <a:cubicBezTo>
                    <a:pt x="f16" y="f19"/>
                    <a:pt x="f16" y="f19"/>
                    <a:pt x="f16" y="f19"/>
                  </a:cubicBezTo>
                  <a:cubicBezTo>
                    <a:pt x="f16" y="f19"/>
                    <a:pt x="f16" y="f20"/>
                    <a:pt x="f16" y="f20"/>
                  </a:cubicBezTo>
                  <a:cubicBezTo>
                    <a:pt x="f16" y="f21"/>
                    <a:pt x="f16" y="f21"/>
                    <a:pt x="f16" y="f21"/>
                  </a:cubicBezTo>
                  <a:cubicBezTo>
                    <a:pt x="f16" y="f22"/>
                    <a:pt x="f23" y="f24"/>
                    <a:pt x="f25" y="f26"/>
                  </a:cubicBezTo>
                  <a:cubicBezTo>
                    <a:pt x="f27" y="f28"/>
                    <a:pt x="f29" y="f30"/>
                    <a:pt x="f31" y="f32"/>
                  </a:cubicBezTo>
                  <a:cubicBezTo>
                    <a:pt x="f33" y="f34"/>
                    <a:pt x="f35" y="f36"/>
                    <a:pt x="f37" y="f38"/>
                  </a:cubicBezTo>
                  <a:cubicBezTo>
                    <a:pt x="f37" y="f38"/>
                    <a:pt x="f39" y="f40"/>
                    <a:pt x="f41" y="f42"/>
                  </a:cubicBezTo>
                  <a:cubicBezTo>
                    <a:pt x="f41" y="f42"/>
                    <a:pt x="f43" y="f44"/>
                    <a:pt x="f45" y="f46"/>
                  </a:cubicBezTo>
                  <a:cubicBezTo>
                    <a:pt x="f45" y="f46"/>
                    <a:pt x="f6" y="f47"/>
                    <a:pt x="f45" y="f48"/>
                  </a:cubicBezTo>
                  <a:cubicBezTo>
                    <a:pt x="f49" y="f8"/>
                    <a:pt x="f25" y="f50"/>
                    <a:pt x="f25" y="f50"/>
                  </a:cubicBezTo>
                  <a:cubicBezTo>
                    <a:pt x="f51" y="f50"/>
                    <a:pt x="f52" y="f53"/>
                    <a:pt x="f54" y="f55"/>
                  </a:cubicBezTo>
                  <a:cubicBezTo>
                    <a:pt x="f56" y="f57"/>
                    <a:pt x="f58" y="f59"/>
                    <a:pt x="f60" y="f61"/>
                  </a:cubicBezTo>
                  <a:cubicBezTo>
                    <a:pt x="f62" y="f63"/>
                    <a:pt x="f9" y="f64"/>
                    <a:pt x="f65" y="f66"/>
                  </a:cubicBezTo>
                  <a:cubicBezTo>
                    <a:pt x="f67" y="f68"/>
                    <a:pt x="f69" y="f70"/>
                    <a:pt x="f71" y="f72"/>
                  </a:cubicBezTo>
                  <a:cubicBezTo>
                    <a:pt x="f73" y="f34"/>
                    <a:pt x="f74" y="f75"/>
                    <a:pt x="f2" y="f26"/>
                  </a:cubicBezTo>
                  <a:cubicBezTo>
                    <a:pt x="f76" y="f77"/>
                    <a:pt x="f78" y="f79"/>
                    <a:pt x="f78" y="f80"/>
                  </a:cubicBezTo>
                  <a:cubicBezTo>
                    <a:pt x="f78" y="f14"/>
                    <a:pt x="f78" y="f14"/>
                    <a:pt x="f78" y="f14"/>
                  </a:cubicBezTo>
                  <a:cubicBezTo>
                    <a:pt x="f78" y="f14"/>
                    <a:pt x="f7" y="f81"/>
                    <a:pt x="f9" y="f10"/>
                  </a:cubicBezTo>
                </a:path>
              </a:pathLst>
            </a:custGeom>
            <a:noFill/>
            <a:ln cap="flat">
              <a:noFill/>
              <a:prstDash val="solid"/>
            </a:ln>
          </p:spPr>
          <p:txBody>
            <a:bodyPr vert="horz" wrap="square" lIns="91440" tIns="45720" rIns="91440" bIns="4572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IE" sz="1800" b="0" i="0" u="none" strike="noStrike" kern="1200" cap="none" spc="0" baseline="0">
                <a:solidFill>
                  <a:srgbClr val="000000"/>
                </a:solidFill>
                <a:uFillTx/>
                <a:latin typeface="Calibri"/>
              </a:endParaRPr>
            </a:p>
          </p:txBody>
        </p:sp>
      </p:grpSp>
      <p:sp>
        <p:nvSpPr>
          <p:cNvPr id="11" name="TextBox 15">
            <a:extLst>
              <a:ext uri="{FF2B5EF4-FFF2-40B4-BE49-F238E27FC236}">
                <a16:creationId xmlns:a16="http://schemas.microsoft.com/office/drawing/2014/main" id="{3C705C6F-1E94-3D54-BA75-6A38868350CE}"/>
              </a:ext>
            </a:extLst>
          </p:cNvPr>
          <p:cNvSpPr txBox="1"/>
          <p:nvPr/>
        </p:nvSpPr>
        <p:spPr>
          <a:xfrm>
            <a:off x="12191996" y="3410556"/>
            <a:ext cx="2480803" cy="646334"/>
          </a:xfrm>
          <a:prstGeom prst="rect">
            <a:avLst/>
          </a:prstGeom>
          <a:noFill/>
          <a:ln cap="flat">
            <a:noFill/>
          </a:ln>
        </p:spPr>
        <p:txBody>
          <a:bodyPr vert="horz" wrap="none" lIns="91440" tIns="45720" rIns="91440" bIns="45720" anchor="t" anchorCtr="0" compatLnSpc="1">
            <a:sp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GB" sz="1800" b="0" i="0" u="none" strike="noStrike" kern="1200" cap="none" spc="0" baseline="0">
                <a:solidFill>
                  <a:srgbClr val="000000"/>
                </a:solidFill>
                <a:uFillTx/>
                <a:latin typeface="Calibri"/>
              </a:rPr>
              <a:t>Use Format Background </a:t>
            </a:r>
            <a:br>
              <a:rPr lang="en-GB" sz="1800" b="0" i="0" u="none" strike="noStrike" kern="1200" cap="none" spc="0" baseline="0">
                <a:solidFill>
                  <a:srgbClr val="000000"/>
                </a:solidFill>
                <a:uFillTx/>
                <a:latin typeface="Calibri"/>
              </a:rPr>
            </a:br>
            <a:r>
              <a:rPr lang="en-GB" sz="1800" b="0" i="0" u="none" strike="noStrike" kern="1200" cap="none" spc="0" baseline="0">
                <a:solidFill>
                  <a:srgbClr val="000000"/>
                </a:solidFill>
                <a:uFillTx/>
                <a:latin typeface="Calibri"/>
              </a:rPr>
              <a:t>to change the image fill</a:t>
            </a:r>
            <a:endParaRPr lang="en-IE" sz="1800" b="0" i="0" u="none" strike="noStrike" kern="1200" cap="none" spc="0" baseline="0">
              <a:solidFill>
                <a:srgbClr val="000000"/>
              </a:solidFill>
              <a:uFillTx/>
              <a:latin typeface="Calibri"/>
            </a:endParaRPr>
          </a:p>
        </p:txBody>
      </p:sp>
    </p:spTree>
    <p:extLst>
      <p:ext uri="{BB962C8B-B14F-4D97-AF65-F5344CB8AC3E}">
        <p14:creationId xmlns:p14="http://schemas.microsoft.com/office/powerpoint/2010/main" val="1804665015"/>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showMasterSp="0" preserve="1">
  <p:cSld name="Thank You">
    <p:bg>
      <p:bgPr>
        <a:blipFill>
          <a:blip r:embed="rId2"/>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CB3623-D522-4E76-FEA3-00B921A81F4F}"/>
              </a:ext>
            </a:extLst>
          </p:cNvPr>
          <p:cNvSpPr txBox="1">
            <a:spLocks noGrp="1"/>
          </p:cNvSpPr>
          <p:nvPr>
            <p:ph type="title"/>
          </p:nvPr>
        </p:nvSpPr>
        <p:spPr>
          <a:xfrm>
            <a:off x="449939" y="2435678"/>
            <a:ext cx="5036460" cy="4240895"/>
          </a:xfrm>
        </p:spPr>
        <p:txBody>
          <a:bodyPr anchor="b"/>
          <a:lstStyle>
            <a:lvl1pPr>
              <a:lnSpc>
                <a:spcPct val="70000"/>
              </a:lnSpc>
              <a:defRPr sz="9600">
                <a:solidFill>
                  <a:srgbClr val="FFFFFF"/>
                </a:solidFill>
              </a:defRPr>
            </a:lvl1pPr>
          </a:lstStyle>
          <a:p>
            <a:pPr lvl="0"/>
            <a:r>
              <a:rPr lang="en-US"/>
              <a:t>Click to edit Master title style</a:t>
            </a:r>
            <a:endParaRPr lang="en-IE"/>
          </a:p>
        </p:txBody>
      </p:sp>
    </p:spTree>
    <p:extLst>
      <p:ext uri="{BB962C8B-B14F-4D97-AF65-F5344CB8AC3E}">
        <p14:creationId xmlns:p14="http://schemas.microsoft.com/office/powerpoint/2010/main" val="2232968148"/>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showMasterSp="0" preserve="1">
  <p:cSld name="Thank You Boing Font">
    <p:bg>
      <p:bgPr>
        <a:blipFill>
          <a:blip r:embed="rId2"/>
          <a:stretch>
            <a:fillRect/>
          </a:stretch>
        </a:blipFill>
        <a:effectLst/>
      </p:bgPr>
    </p:bg>
    <p:spTree>
      <p:nvGrpSpPr>
        <p:cNvPr id="1" name=""/>
        <p:cNvGrpSpPr/>
        <p:nvPr/>
      </p:nvGrpSpPr>
      <p:grpSpPr>
        <a:xfrm>
          <a:off x="0" y="0"/>
          <a:ext cx="0" cy="0"/>
          <a:chOff x="0" y="0"/>
          <a:chExt cx="0" cy="0"/>
        </a:xfrm>
      </p:grpSpPr>
      <p:pic>
        <p:nvPicPr>
          <p:cNvPr id="2" name="Picture 3">
            <a:extLst>
              <a:ext uri="{FF2B5EF4-FFF2-40B4-BE49-F238E27FC236}">
                <a16:creationId xmlns:a16="http://schemas.microsoft.com/office/drawing/2014/main" id="{769A3222-84FF-96B0-E72C-804C528BBE12}"/>
              </a:ext>
            </a:extLst>
          </p:cNvPr>
          <p:cNvPicPr>
            <a:picLocks noChangeAspect="1"/>
          </p:cNvPicPr>
          <p:nvPr/>
        </p:nvPicPr>
        <p:blipFill>
          <a:blip r:embed="rId3"/>
          <a:stretch>
            <a:fillRect/>
          </a:stretch>
        </p:blipFill>
        <p:spPr>
          <a:xfrm>
            <a:off x="449939" y="4492127"/>
            <a:ext cx="3398157" cy="1874510"/>
          </a:xfrm>
          <a:prstGeom prst="rect">
            <a:avLst/>
          </a:prstGeom>
          <a:noFill/>
          <a:ln cap="flat">
            <a:noFill/>
          </a:ln>
        </p:spPr>
      </p:pic>
    </p:spTree>
    <p:extLst>
      <p:ext uri="{BB962C8B-B14F-4D97-AF65-F5344CB8AC3E}">
        <p14:creationId xmlns:p14="http://schemas.microsoft.com/office/powerpoint/2010/main" val="92570240"/>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showMasterSp="0" preserve="1">
  <p:cSld name="4_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3524199307"/>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type="title" preserve="1">
  <p:cSld name="5_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F96C6A-F3B0-333C-0042-2D427A3AE049}"/>
              </a:ext>
            </a:extLst>
          </p:cNvPr>
          <p:cNvSpPr txBox="1">
            <a:spLocks noGrp="1"/>
          </p:cNvSpPr>
          <p:nvPr>
            <p:ph type="ctrTitle"/>
          </p:nvPr>
        </p:nvSpPr>
        <p:spPr>
          <a:xfrm>
            <a:off x="1524003" y="1122361"/>
            <a:ext cx="9144000" cy="2387598"/>
          </a:xfrm>
        </p:spPr>
        <p:txBody>
          <a:bodyPr anchor="b" anchorCtr="1"/>
          <a:lstStyle>
            <a:lvl1pPr algn="ctr">
              <a:defRPr sz="6000"/>
            </a:lvl1pPr>
          </a:lstStyle>
          <a:p>
            <a:pPr lvl="0"/>
            <a:r>
              <a:rPr lang="en-US"/>
              <a:t>Click to edit Master title style</a:t>
            </a:r>
            <a:endParaRPr lang="en-IN"/>
          </a:p>
        </p:txBody>
      </p:sp>
      <p:sp>
        <p:nvSpPr>
          <p:cNvPr id="3" name="Subtitle 2">
            <a:extLst>
              <a:ext uri="{FF2B5EF4-FFF2-40B4-BE49-F238E27FC236}">
                <a16:creationId xmlns:a16="http://schemas.microsoft.com/office/drawing/2014/main" id="{25F3E4A1-B078-DC24-5252-0722F585E2F1}"/>
              </a:ext>
            </a:extLst>
          </p:cNvPr>
          <p:cNvSpPr txBox="1">
            <a:spLocks noGrp="1"/>
          </p:cNvSpPr>
          <p:nvPr>
            <p:ph type="subTitle" idx="1"/>
          </p:nvPr>
        </p:nvSpPr>
        <p:spPr>
          <a:xfrm>
            <a:off x="1524003" y="3602041"/>
            <a:ext cx="9144000" cy="1655758"/>
          </a:xfrm>
        </p:spPr>
        <p:txBody>
          <a:bodyPr anchorCtr="1"/>
          <a:lstStyle>
            <a:lvl1pPr marL="0" indent="0" algn="ctr">
              <a:buNone/>
              <a:defRPr sz="2400"/>
            </a:lvl1pPr>
          </a:lstStyle>
          <a:p>
            <a:pPr lvl="0"/>
            <a:r>
              <a:rPr lang="en-US"/>
              <a:t>Click to edit Master subtitle style</a:t>
            </a:r>
            <a:endParaRPr lang="en-IN"/>
          </a:p>
        </p:txBody>
      </p:sp>
    </p:spTree>
    <p:extLst>
      <p:ext uri="{BB962C8B-B14F-4D97-AF65-F5344CB8AC3E}">
        <p14:creationId xmlns:p14="http://schemas.microsoft.com/office/powerpoint/2010/main" val="3464718867"/>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8" name="Group 17"/>
          <p:cNvGrpSpPr/>
          <p:nvPr/>
        </p:nvGrpSpPr>
        <p:grpSpPr>
          <a:xfrm>
            <a:off x="1" y="0"/>
            <a:ext cx="12192903" cy="6858000"/>
            <a:chOff x="0" y="0"/>
            <a:chExt cx="9144677" cy="6858000"/>
          </a:xfrm>
        </p:grpSpPr>
        <p:pic>
          <p:nvPicPr>
            <p:cNvPr id="8" name="Picture 7" descr="SD-PanelTitle-R1.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11" name="Rectangle 10"/>
            <p:cNvSpPr/>
            <p:nvPr/>
          </p:nvSpPr>
          <p:spPr>
            <a:xfrm>
              <a:off x="1515532" y="1520422"/>
              <a:ext cx="6112935" cy="3818468"/>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txBody>
            <a:bodyPr/>
            <a:lstStyle/>
            <a:p>
              <a:endParaRPr lang="en-IN" sz="1800"/>
            </a:p>
          </p:txBody>
        </p:sp>
        <p:pic>
          <p:nvPicPr>
            <p:cNvPr id="12" name="Picture 11"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l="-2" r="47959"/>
            <a:stretch/>
          </p:blipFill>
          <p:spPr>
            <a:xfrm>
              <a:off x="0" y="3128434"/>
              <a:ext cx="1664208" cy="612648"/>
            </a:xfrm>
            <a:prstGeom prst="rect">
              <a:avLst/>
            </a:prstGeom>
          </p:spPr>
        </p:pic>
        <p:pic>
          <p:nvPicPr>
            <p:cNvPr id="13" name="Picture 12"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l="-2" r="47959"/>
            <a:stretch/>
          </p:blipFill>
          <p:spPr>
            <a:xfrm>
              <a:off x="7480469" y="3128434"/>
              <a:ext cx="1664208" cy="612648"/>
            </a:xfrm>
            <a:prstGeom prst="rect">
              <a:avLst/>
            </a:prstGeom>
          </p:spPr>
        </p:pic>
      </p:grpSp>
      <p:sp>
        <p:nvSpPr>
          <p:cNvPr id="2" name="Title 1"/>
          <p:cNvSpPr>
            <a:spLocks noGrp="1"/>
          </p:cNvSpPr>
          <p:nvPr>
            <p:ph type="ctrTitle"/>
          </p:nvPr>
        </p:nvSpPr>
        <p:spPr>
          <a:xfrm>
            <a:off x="2562579" y="1811864"/>
            <a:ext cx="7078488" cy="1515533"/>
          </a:xfrm>
        </p:spPr>
        <p:txBody>
          <a:bodyPr anchor="b">
            <a:noAutofit/>
          </a:bodyPr>
          <a:lstStyle>
            <a:lvl1pPr algn="ctr">
              <a:defRPr sz="4800">
                <a:effectLst/>
              </a:defRPr>
            </a:lvl1pPr>
          </a:lstStyle>
          <a:p>
            <a:r>
              <a:rPr lang="en-US"/>
              <a:t>Click to edit Master title style</a:t>
            </a:r>
            <a:endParaRPr lang="en-US" dirty="0"/>
          </a:p>
        </p:txBody>
      </p:sp>
      <p:sp>
        <p:nvSpPr>
          <p:cNvPr id="3" name="Subtitle 2"/>
          <p:cNvSpPr>
            <a:spLocks noGrp="1"/>
          </p:cNvSpPr>
          <p:nvPr>
            <p:ph type="subTitle" idx="1"/>
          </p:nvPr>
        </p:nvSpPr>
        <p:spPr>
          <a:xfrm>
            <a:off x="2562579" y="3598328"/>
            <a:ext cx="7078488" cy="1377651"/>
          </a:xfrm>
        </p:spPr>
        <p:txBody>
          <a:bodyPr anchor="t">
            <a:normAutofit/>
          </a:bodyPr>
          <a:lstStyle>
            <a:lvl1pPr marL="0" indent="0" algn="ctr">
              <a:buNone/>
              <a:defRPr sz="20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8087223" y="5054602"/>
            <a:ext cx="897701" cy="279400"/>
          </a:xfrm>
        </p:spPr>
        <p:txBody>
          <a:bodyPr/>
          <a:lstStyle/>
          <a:p>
            <a:endParaRPr lang="en-IN"/>
          </a:p>
        </p:txBody>
      </p:sp>
      <p:sp>
        <p:nvSpPr>
          <p:cNvPr id="5" name="Footer Placeholder 4"/>
          <p:cNvSpPr>
            <a:spLocks noGrp="1"/>
          </p:cNvSpPr>
          <p:nvPr>
            <p:ph type="ftr" sz="quarter" idx="11"/>
          </p:nvPr>
        </p:nvSpPr>
        <p:spPr>
          <a:xfrm>
            <a:off x="2562579" y="5054602"/>
            <a:ext cx="5419813" cy="279400"/>
          </a:xfrm>
        </p:spPr>
        <p:txBody>
          <a:bodyPr/>
          <a:lstStyle/>
          <a:p>
            <a:endParaRPr lang="en-IN"/>
          </a:p>
        </p:txBody>
      </p:sp>
      <p:sp>
        <p:nvSpPr>
          <p:cNvPr id="6" name="Slide Number Placeholder 5"/>
          <p:cNvSpPr>
            <a:spLocks noGrp="1"/>
          </p:cNvSpPr>
          <p:nvPr>
            <p:ph type="sldNum" sz="quarter" idx="12"/>
          </p:nvPr>
        </p:nvSpPr>
        <p:spPr>
          <a:xfrm>
            <a:off x="9089757" y="5054602"/>
            <a:ext cx="551311" cy="279400"/>
          </a:xfrm>
        </p:spPr>
        <p:txBody>
          <a:bodyPr/>
          <a:lstStyle/>
          <a:p>
            <a:fld id="{BF233BAC-29A9-4035-88BE-28AE866AE2DA}" type="slidenum">
              <a:rPr lang="en-IN" smtClean="0"/>
              <a:pPr/>
              <a:t>‹#›</a:t>
            </a:fld>
            <a:endParaRPr lang="en-IN"/>
          </a:p>
        </p:txBody>
      </p:sp>
      <p:cxnSp>
        <p:nvCxnSpPr>
          <p:cNvPr id="15" name="Straight Connector 14"/>
          <p:cNvCxnSpPr/>
          <p:nvPr/>
        </p:nvCxnSpPr>
        <p:spPr>
          <a:xfrm>
            <a:off x="2693101" y="3471329"/>
            <a:ext cx="6817444"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986661583"/>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cxnSp>
        <p:nvCxnSpPr>
          <p:cNvPr id="7" name="Straight Connector 6"/>
          <p:cNvCxnSpPr/>
          <p:nvPr/>
        </p:nvCxnSpPr>
        <p:spPr>
          <a:xfrm>
            <a:off x="1704620" y="2356260"/>
            <a:ext cx="8794045"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F233BAC-29A9-4035-88BE-28AE866AE2DA}" type="slidenum">
              <a:rPr lang="en-IN" smtClean="0"/>
              <a:pPr/>
              <a:t>‹#›</a:t>
            </a:fld>
            <a:endParaRPr lang="en-IN"/>
          </a:p>
        </p:txBody>
      </p:sp>
    </p:spTree>
    <p:extLst>
      <p:ext uri="{BB962C8B-B14F-4D97-AF65-F5344CB8AC3E}">
        <p14:creationId xmlns:p14="http://schemas.microsoft.com/office/powerpoint/2010/main" val="2080802999"/>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704620" y="1641413"/>
            <a:ext cx="8794045" cy="1822514"/>
          </a:xfrm>
        </p:spPr>
        <p:txBody>
          <a:bodyPr anchor="b">
            <a:normAutofit/>
          </a:bodyPr>
          <a:lstStyle>
            <a:lvl1pPr algn="ctr">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704620" y="3734860"/>
            <a:ext cx="8794045" cy="1090015"/>
          </a:xfrm>
        </p:spPr>
        <p:txBody>
          <a:bodyPr anchor="t">
            <a:normAutofit/>
          </a:bodyPr>
          <a:lstStyle>
            <a:lvl1pPr marL="0" indent="0" algn="ctr">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F233BAC-29A9-4035-88BE-28AE866AE2DA}" type="slidenum">
              <a:rPr lang="en-IN" smtClean="0"/>
              <a:pPr/>
              <a:t>‹#›</a:t>
            </a:fld>
            <a:endParaRPr lang="en-IN"/>
          </a:p>
        </p:txBody>
      </p:sp>
      <p:cxnSp>
        <p:nvCxnSpPr>
          <p:cNvPr id="31" name="Straight Connector 30"/>
          <p:cNvCxnSpPr/>
          <p:nvPr/>
        </p:nvCxnSpPr>
        <p:spPr>
          <a:xfrm>
            <a:off x="1704622" y="3599392"/>
            <a:ext cx="8794044"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232866324"/>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cxnSp>
        <p:nvCxnSpPr>
          <p:cNvPr id="8" name="Straight Connector 7"/>
          <p:cNvCxnSpPr/>
          <p:nvPr/>
        </p:nvCxnSpPr>
        <p:spPr>
          <a:xfrm>
            <a:off x="1704620" y="2356260"/>
            <a:ext cx="8794045"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a:xfrm>
            <a:off x="1569155" y="915338"/>
            <a:ext cx="9064979" cy="130386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569155" y="2487168"/>
            <a:ext cx="4450080" cy="344728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93536" y="2487168"/>
            <a:ext cx="4450080" cy="344728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F233BAC-29A9-4035-88BE-28AE866AE2DA}" type="slidenum">
              <a:rPr lang="en-IN" smtClean="0"/>
              <a:pPr/>
              <a:t>‹#›</a:t>
            </a:fld>
            <a:endParaRPr lang="en-IN"/>
          </a:p>
        </p:txBody>
      </p:sp>
    </p:spTree>
    <p:extLst>
      <p:ext uri="{BB962C8B-B14F-4D97-AF65-F5344CB8AC3E}">
        <p14:creationId xmlns:p14="http://schemas.microsoft.com/office/powerpoint/2010/main" val="104868509"/>
      </p:ext>
    </p:extLst>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569157" y="2658533"/>
            <a:ext cx="4450080"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569157" y="3243263"/>
            <a:ext cx="4450080" cy="2706624"/>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89109" y="2658533"/>
            <a:ext cx="4450080"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89109" y="3243263"/>
            <a:ext cx="4450080" cy="2706624"/>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BF233BAC-29A9-4035-88BE-28AE866AE2DA}" type="slidenum">
              <a:rPr lang="en-IN" smtClean="0"/>
              <a:pPr/>
              <a:t>‹#›</a:t>
            </a:fld>
            <a:endParaRPr lang="en-IN"/>
          </a:p>
        </p:txBody>
      </p:sp>
      <p:cxnSp>
        <p:nvCxnSpPr>
          <p:cNvPr id="41" name="Straight Connector 40"/>
          <p:cNvCxnSpPr/>
          <p:nvPr/>
        </p:nvCxnSpPr>
        <p:spPr>
          <a:xfrm>
            <a:off x="1704622" y="2354670"/>
            <a:ext cx="8794045"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776330814"/>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569154" y="915338"/>
            <a:ext cx="9064980" cy="1303867"/>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BF233BAC-29A9-4035-88BE-28AE866AE2DA}" type="slidenum">
              <a:rPr lang="en-IN" smtClean="0"/>
              <a:pPr/>
              <a:t>‹#›</a:t>
            </a:fld>
            <a:endParaRPr lang="en-IN"/>
          </a:p>
        </p:txBody>
      </p:sp>
      <p:cxnSp>
        <p:nvCxnSpPr>
          <p:cNvPr id="14" name="Straight Connector 13"/>
          <p:cNvCxnSpPr/>
          <p:nvPr/>
        </p:nvCxnSpPr>
        <p:spPr>
          <a:xfrm>
            <a:off x="1704622" y="2354670"/>
            <a:ext cx="8794045"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011023176"/>
      </p:ext>
    </p:extLst>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BF233BAC-29A9-4035-88BE-28AE866AE2DA}" type="slidenum">
              <a:rPr lang="en-IN" smtClean="0"/>
              <a:pPr/>
              <a:t>‹#›</a:t>
            </a:fld>
            <a:endParaRPr lang="en-IN"/>
          </a:p>
        </p:txBody>
      </p:sp>
    </p:spTree>
    <p:extLst>
      <p:ext uri="{BB962C8B-B14F-4D97-AF65-F5344CB8AC3E}">
        <p14:creationId xmlns:p14="http://schemas.microsoft.com/office/powerpoint/2010/main" val="4070484283"/>
      </p:ext>
    </p:extLst>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69153" y="1388534"/>
            <a:ext cx="3382397"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5493417" y="982133"/>
            <a:ext cx="5140719" cy="4893735"/>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569153" y="3031065"/>
            <a:ext cx="3382397" cy="243840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F233BAC-29A9-4035-88BE-28AE866AE2DA}" type="slidenum">
              <a:rPr lang="en-IN" smtClean="0"/>
              <a:pPr/>
              <a:t>‹#›</a:t>
            </a:fld>
            <a:endParaRPr lang="en-IN"/>
          </a:p>
        </p:txBody>
      </p:sp>
      <p:cxnSp>
        <p:nvCxnSpPr>
          <p:cNvPr id="16" name="Straight Connector 15"/>
          <p:cNvCxnSpPr/>
          <p:nvPr/>
        </p:nvCxnSpPr>
        <p:spPr>
          <a:xfrm>
            <a:off x="1704621" y="2912533"/>
            <a:ext cx="3111459"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384143206"/>
      </p:ext>
    </p:extLst>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69153" y="1883832"/>
            <a:ext cx="4842936" cy="1371600"/>
          </a:xfrm>
        </p:spPr>
        <p:txBody>
          <a:bodyPr anchor="b">
            <a:normAutofit/>
          </a:bodyPr>
          <a:lstStyle>
            <a:lvl1pPr algn="ctr">
              <a:defRPr sz="2400" b="0"/>
            </a:lvl1pPr>
          </a:lstStyle>
          <a:p>
            <a:r>
              <a:rPr lang="en-US"/>
              <a:t>Click to edit Master title style</a:t>
            </a:r>
            <a:endParaRPr lang="en-US" dirty="0"/>
          </a:p>
        </p:txBody>
      </p:sp>
      <p:sp>
        <p:nvSpPr>
          <p:cNvPr id="17" name="Picture Placeholder 2"/>
          <p:cNvSpPr>
            <a:spLocks noGrp="1" noChangeAspect="1"/>
          </p:cNvSpPr>
          <p:nvPr>
            <p:ph type="pic" idx="1"/>
          </p:nvPr>
        </p:nvSpPr>
        <p:spPr>
          <a:xfrm>
            <a:off x="6910759" y="1032933"/>
            <a:ext cx="3905951" cy="4792136"/>
          </a:xfrm>
          <a:prstGeom prst="roundRect">
            <a:avLst>
              <a:gd name="adj" fmla="val 0"/>
            </a:avLst>
          </a:prstGeom>
          <a:ln w="57150" cmpd="thickThin">
            <a:solidFill>
              <a:schemeClr val="tx1">
                <a:lumMod val="50000"/>
                <a:lumOff val="50000"/>
              </a:schemeClr>
            </a:soli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569154" y="3255432"/>
            <a:ext cx="4842935" cy="1828800"/>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F233BAC-29A9-4035-88BE-28AE866AE2DA}" type="slidenum">
              <a:rPr lang="en-IN" smtClean="0"/>
              <a:pPr/>
              <a:t>‹#›</a:t>
            </a:fld>
            <a:endParaRPr lang="en-IN"/>
          </a:p>
        </p:txBody>
      </p:sp>
    </p:spTree>
    <p:extLst>
      <p:ext uri="{BB962C8B-B14F-4D97-AF65-F5344CB8AC3E}">
        <p14:creationId xmlns:p14="http://schemas.microsoft.com/office/powerpoint/2010/main" val="3345523813"/>
      </p:ext>
    </p:extLst>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69155" y="4815415"/>
            <a:ext cx="9064979"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368347" y="1032934"/>
            <a:ext cx="9455309" cy="3361269"/>
          </a:xfrm>
          <a:prstGeom prst="roundRect">
            <a:avLst>
              <a:gd name="adj" fmla="val 0"/>
            </a:avLst>
          </a:prstGeom>
          <a:ln w="57150" cmpd="thickThin">
            <a:solidFill>
              <a:schemeClr val="tx1">
                <a:lumMod val="50000"/>
                <a:lumOff val="50000"/>
              </a:schemeClr>
            </a:soli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569155" y="5382153"/>
            <a:ext cx="9064979" cy="493712"/>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F233BAC-29A9-4035-88BE-28AE866AE2DA}" type="slidenum">
              <a:rPr lang="en-IN" smtClean="0"/>
              <a:pPr/>
              <a:t>‹#›</a:t>
            </a:fld>
            <a:endParaRPr lang="en-IN"/>
          </a:p>
        </p:txBody>
      </p:sp>
    </p:spTree>
    <p:extLst>
      <p:ext uri="{BB962C8B-B14F-4D97-AF65-F5344CB8AC3E}">
        <p14:creationId xmlns:p14="http://schemas.microsoft.com/office/powerpoint/2010/main" val="1424084421"/>
      </p:ext>
    </p:extLst>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569155" y="906873"/>
            <a:ext cx="9064979" cy="3097860"/>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569154" y="4275666"/>
            <a:ext cx="9064981" cy="1600202"/>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F233BAC-29A9-4035-88BE-28AE866AE2DA}" type="slidenum">
              <a:rPr lang="en-IN" smtClean="0"/>
              <a:pPr/>
              <a:t>‹#›</a:t>
            </a:fld>
            <a:endParaRPr lang="en-IN"/>
          </a:p>
        </p:txBody>
      </p:sp>
      <p:cxnSp>
        <p:nvCxnSpPr>
          <p:cNvPr id="15" name="Straight Connector 14"/>
          <p:cNvCxnSpPr/>
          <p:nvPr/>
        </p:nvCxnSpPr>
        <p:spPr>
          <a:xfrm>
            <a:off x="1704621" y="4140199"/>
            <a:ext cx="8808567"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589529338"/>
      </p:ext>
    </p:extLst>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79111" y="982132"/>
            <a:ext cx="8533667" cy="2370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2133600" y="3352800"/>
            <a:ext cx="7857064" cy="651933"/>
          </a:xfrm>
        </p:spPr>
        <p:txBody>
          <a:bodyPr anchor="ctr">
            <a:normAutofit/>
          </a:bodyPr>
          <a:lstStyle>
            <a:lvl1pPr marL="0" indent="0" algn="r">
              <a:buFontTx/>
              <a:buNone/>
              <a:defRPr sz="18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569151" y="4343401"/>
            <a:ext cx="9064984"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F233BAC-29A9-4035-88BE-28AE866AE2DA}" type="slidenum">
              <a:rPr lang="en-IN" smtClean="0"/>
              <a:pPr/>
              <a:t>‹#›</a:t>
            </a:fld>
            <a:endParaRPr lang="en-IN"/>
          </a:p>
        </p:txBody>
      </p:sp>
      <p:sp>
        <p:nvSpPr>
          <p:cNvPr id="14" name="TextBox 13"/>
          <p:cNvSpPr txBox="1"/>
          <p:nvPr/>
        </p:nvSpPr>
        <p:spPr>
          <a:xfrm>
            <a:off x="1133293" y="905362"/>
            <a:ext cx="609759" cy="584776"/>
          </a:xfrm>
          <a:prstGeom prst="rect">
            <a:avLst/>
          </a:prstGeom>
        </p:spPr>
        <p:txBody>
          <a:bodyPr vert="horz" lIns="91440" tIns="45720" rIns="91440" bIns="45720" rtlCol="0" anchor="ctr">
            <a:noAutofit/>
          </a:bodyPr>
          <a:lstStyle/>
          <a:p>
            <a:pPr lvl="0"/>
            <a:r>
              <a:rPr lang="en-US" sz="7200" dirty="0">
                <a:solidFill>
                  <a:schemeClr val="tx1"/>
                </a:solidFill>
                <a:effectLst/>
              </a:rPr>
              <a:t>“</a:t>
            </a:r>
          </a:p>
        </p:txBody>
      </p:sp>
      <p:sp>
        <p:nvSpPr>
          <p:cNvPr id="15" name="TextBox 14"/>
          <p:cNvSpPr txBox="1"/>
          <p:nvPr/>
        </p:nvSpPr>
        <p:spPr>
          <a:xfrm>
            <a:off x="10178005" y="2827870"/>
            <a:ext cx="609759" cy="584776"/>
          </a:xfrm>
          <a:prstGeom prst="rect">
            <a:avLst/>
          </a:prstGeom>
        </p:spPr>
        <p:txBody>
          <a:bodyPr vert="horz" lIns="91440" tIns="45720" rIns="91440" bIns="45720" rtlCol="0" anchor="ctr">
            <a:noAutofit/>
          </a:bodyPr>
          <a:lstStyle/>
          <a:p>
            <a:pPr lvl="0" algn="r"/>
            <a:r>
              <a:rPr lang="en-US" sz="7200" dirty="0">
                <a:solidFill>
                  <a:schemeClr val="tx1"/>
                </a:solidFill>
                <a:effectLst/>
              </a:rPr>
              <a:t>”</a:t>
            </a:r>
          </a:p>
        </p:txBody>
      </p:sp>
      <p:cxnSp>
        <p:nvCxnSpPr>
          <p:cNvPr id="19" name="Straight Connector 18"/>
          <p:cNvCxnSpPr/>
          <p:nvPr/>
        </p:nvCxnSpPr>
        <p:spPr>
          <a:xfrm>
            <a:off x="1704622" y="4140199"/>
            <a:ext cx="8794045"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002523681"/>
      </p:ext>
    </p:extLst>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569159" y="3308581"/>
            <a:ext cx="9064971" cy="1468800"/>
          </a:xfrm>
        </p:spPr>
        <p:txBody>
          <a:bodyPr anchor="b">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569158" y="4777381"/>
            <a:ext cx="9064973" cy="8604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F233BAC-29A9-4035-88BE-28AE866AE2DA}" type="slidenum">
              <a:rPr lang="en-IN" smtClean="0"/>
              <a:pPr/>
              <a:t>‹#›</a:t>
            </a:fld>
            <a:endParaRPr lang="en-IN"/>
          </a:p>
        </p:txBody>
      </p:sp>
    </p:spTree>
    <p:extLst>
      <p:ext uri="{BB962C8B-B14F-4D97-AF65-F5344CB8AC3E}">
        <p14:creationId xmlns:p14="http://schemas.microsoft.com/office/powerpoint/2010/main" val="64486318"/>
      </p:ext>
    </p:extLst>
  </p:cSld>
  <p:clrMapOvr>
    <a:masterClrMapping/>
  </p:clrMapOvr>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879222" y="982132"/>
            <a:ext cx="8433557" cy="2243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8" name="Text Placeholder 2"/>
          <p:cNvSpPr>
            <a:spLocks noGrp="1"/>
          </p:cNvSpPr>
          <p:nvPr>
            <p:ph type="body" idx="13"/>
          </p:nvPr>
        </p:nvSpPr>
        <p:spPr>
          <a:xfrm>
            <a:off x="1569158" y="3639312"/>
            <a:ext cx="9064973" cy="886968"/>
          </a:xfrm>
        </p:spPr>
        <p:txBody>
          <a:bodyPr anchor="b">
            <a:normAutofit/>
          </a:bodyPr>
          <a:lstStyle>
            <a:lvl1pPr marL="0" indent="0" algn="l">
              <a:spcBef>
                <a:spcPts val="0"/>
              </a:spcBef>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569154" y="4529667"/>
            <a:ext cx="9064981" cy="1346200"/>
          </a:xfrm>
        </p:spPr>
        <p:txBody>
          <a:bodyPr anchor="t">
            <a:normAutofit/>
          </a:bodyPr>
          <a:lstStyle>
            <a:lvl1pPr marL="0" indent="0" algn="l">
              <a:buNone/>
              <a:defRPr sz="1600">
                <a:solidFill>
                  <a:schemeClr val="tx1"/>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F233BAC-29A9-4035-88BE-28AE866AE2DA}" type="slidenum">
              <a:rPr lang="en-IN" smtClean="0"/>
              <a:pPr/>
              <a:t>‹#›</a:t>
            </a:fld>
            <a:endParaRPr lang="en-IN"/>
          </a:p>
        </p:txBody>
      </p:sp>
      <p:sp>
        <p:nvSpPr>
          <p:cNvPr id="12" name="TextBox 11"/>
          <p:cNvSpPr txBox="1"/>
          <p:nvPr/>
        </p:nvSpPr>
        <p:spPr>
          <a:xfrm>
            <a:off x="1170747" y="896895"/>
            <a:ext cx="609759"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3" name="TextBox 12"/>
          <p:cNvSpPr txBox="1"/>
          <p:nvPr/>
        </p:nvSpPr>
        <p:spPr>
          <a:xfrm>
            <a:off x="10199729" y="2607728"/>
            <a:ext cx="609759"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26" name="Straight Connector 25"/>
          <p:cNvCxnSpPr/>
          <p:nvPr/>
        </p:nvCxnSpPr>
        <p:spPr>
          <a:xfrm>
            <a:off x="1704622" y="3429000"/>
            <a:ext cx="8794045"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309443921"/>
      </p:ext>
    </p:extLst>
  </p:cSld>
  <p:clrMapOvr>
    <a:masterClrMapping/>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569153" y="982132"/>
            <a:ext cx="9064979" cy="2294467"/>
          </a:xfrm>
        </p:spPr>
        <p:txBody>
          <a:bodyPr vert="horz" lIns="91440" tIns="45720" rIns="91440" bIns="45720" rtlCol="0" anchor="ctr">
            <a:normAutofit/>
          </a:bodyPr>
          <a:lstStyle>
            <a:lvl1pPr>
              <a:defRPr lang="en-US" sz="3200" b="0" dirty="0"/>
            </a:lvl1pPr>
          </a:lstStyle>
          <a:p>
            <a:pPr marL="0" lvl="0"/>
            <a:r>
              <a:rPr lang="en-US"/>
              <a:t>Click to edit Master title style</a:t>
            </a:r>
            <a:endParaRPr lang="en-US" dirty="0"/>
          </a:p>
        </p:txBody>
      </p:sp>
      <p:sp>
        <p:nvSpPr>
          <p:cNvPr id="14" name="Text Placeholder 2"/>
          <p:cNvSpPr>
            <a:spLocks noGrp="1"/>
          </p:cNvSpPr>
          <p:nvPr>
            <p:ph type="body" idx="13"/>
          </p:nvPr>
        </p:nvSpPr>
        <p:spPr>
          <a:xfrm>
            <a:off x="1569158" y="3566160"/>
            <a:ext cx="9064973" cy="905256"/>
          </a:xfrm>
        </p:spPr>
        <p:txBody>
          <a:bodyPr anchor="b">
            <a:normAutofit/>
          </a:bodyPr>
          <a:lstStyle>
            <a:lvl1pPr marL="0" indent="0" algn="l">
              <a:spcBef>
                <a:spcPts val="0"/>
              </a:spcBef>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569155" y="4470401"/>
            <a:ext cx="9064979" cy="1405467"/>
          </a:xfrm>
        </p:spPr>
        <p:txBody>
          <a:bodyPr anchor="t">
            <a:normAutofit/>
          </a:bodyPr>
          <a:lstStyle>
            <a:lvl1pPr marL="0" indent="0" algn="l">
              <a:buNone/>
              <a:defRPr sz="1600">
                <a:solidFill>
                  <a:schemeClr val="tx1"/>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F233BAC-29A9-4035-88BE-28AE866AE2DA}" type="slidenum">
              <a:rPr lang="en-IN" smtClean="0"/>
              <a:pPr/>
              <a:t>‹#›</a:t>
            </a:fld>
            <a:endParaRPr lang="en-IN"/>
          </a:p>
        </p:txBody>
      </p:sp>
      <p:cxnSp>
        <p:nvCxnSpPr>
          <p:cNvPr id="15" name="Straight Connector 14"/>
          <p:cNvCxnSpPr/>
          <p:nvPr/>
        </p:nvCxnSpPr>
        <p:spPr>
          <a:xfrm>
            <a:off x="1704626" y="3429000"/>
            <a:ext cx="8808561"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077458647"/>
      </p:ext>
    </p:extLst>
  </p:cSld>
  <p:clrMapOvr>
    <a:masterClrMapping/>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569154" y="2490136"/>
            <a:ext cx="9064981" cy="3385733"/>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F233BAC-29A9-4035-88BE-28AE866AE2DA}" type="slidenum">
              <a:rPr lang="en-IN" smtClean="0"/>
              <a:pPr/>
              <a:t>‹#›</a:t>
            </a:fld>
            <a:endParaRPr lang="en-IN"/>
          </a:p>
        </p:txBody>
      </p:sp>
      <p:cxnSp>
        <p:nvCxnSpPr>
          <p:cNvPr id="14" name="Straight Connector 13"/>
          <p:cNvCxnSpPr/>
          <p:nvPr/>
        </p:nvCxnSpPr>
        <p:spPr>
          <a:xfrm>
            <a:off x="1704622" y="2354670"/>
            <a:ext cx="8808565"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099069939"/>
      </p:ext>
    </p:extLst>
  </p:cSld>
  <p:clrMapOvr>
    <a:masterClrMapping/>
  </p:clrMapOvr>
</p:sldLayout>
</file>

<file path=ppt/slideLayouts/slideLayout10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475556" y="906874"/>
            <a:ext cx="2158573" cy="4968995"/>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569157" y="906874"/>
            <a:ext cx="6554012" cy="4968993"/>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F233BAC-29A9-4035-88BE-28AE866AE2DA}" type="slidenum">
              <a:rPr lang="en-IN" smtClean="0"/>
              <a:pPr/>
              <a:t>‹#›</a:t>
            </a:fld>
            <a:endParaRPr lang="en-IN"/>
          </a:p>
        </p:txBody>
      </p:sp>
      <p:cxnSp>
        <p:nvCxnSpPr>
          <p:cNvPr id="14" name="Straight Connector 13"/>
          <p:cNvCxnSpPr/>
          <p:nvPr/>
        </p:nvCxnSpPr>
        <p:spPr>
          <a:xfrm>
            <a:off x="8327349" y="906874"/>
            <a:ext cx="0" cy="4968993"/>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448318147"/>
      </p:ext>
    </p:extLst>
  </p:cSld>
  <p:clrMapOvr>
    <a:masterClrMapping/>
  </p:clrMapOvr>
</p:sldLayout>
</file>

<file path=ppt/slideLayouts/slideLayout10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9CB273-FA87-7A3F-8C65-8D399BFA2E42}"/>
              </a:ext>
            </a:extLst>
          </p:cNvPr>
          <p:cNvSpPr txBox="1">
            <a:spLocks noGrp="1"/>
          </p:cNvSpPr>
          <p:nvPr>
            <p:ph type="ctrTitle"/>
          </p:nvPr>
        </p:nvSpPr>
        <p:spPr>
          <a:xfrm>
            <a:off x="914400" y="2130423"/>
            <a:ext cx="10363196" cy="1470026"/>
          </a:xfrm>
        </p:spPr>
        <p:txBody>
          <a:bodyPr/>
          <a:lstStyle>
            <a:lvl1pPr>
              <a:defRPr/>
            </a:lvl1pPr>
          </a:lstStyle>
          <a:p>
            <a:pPr lvl="0"/>
            <a:r>
              <a:rPr lang="en-US"/>
              <a:t>Click to edit Master title style</a:t>
            </a:r>
          </a:p>
        </p:txBody>
      </p:sp>
      <p:sp>
        <p:nvSpPr>
          <p:cNvPr id="3" name="Subtitle 2">
            <a:extLst>
              <a:ext uri="{FF2B5EF4-FFF2-40B4-BE49-F238E27FC236}">
                <a16:creationId xmlns:a16="http://schemas.microsoft.com/office/drawing/2014/main" id="{6B5A9A9B-6743-C0A9-B8D4-45ECC3738A8A}"/>
              </a:ext>
            </a:extLst>
          </p:cNvPr>
          <p:cNvSpPr txBox="1">
            <a:spLocks noGrp="1"/>
          </p:cNvSpPr>
          <p:nvPr>
            <p:ph type="subTitle" idx="1"/>
          </p:nvPr>
        </p:nvSpPr>
        <p:spPr>
          <a:xfrm>
            <a:off x="1828800" y="3886200"/>
            <a:ext cx="8534396" cy="1752603"/>
          </a:xfrm>
        </p:spPr>
        <p:txBody>
          <a:bodyPr anchorCtr="1"/>
          <a:lstStyle>
            <a:lvl1pPr marL="0" indent="0" algn="ctr">
              <a:buNone/>
              <a:defRPr>
                <a:solidFill>
                  <a:srgbClr val="898989"/>
                </a:solidFill>
              </a:defRPr>
            </a:lvl1pPr>
          </a:lstStyle>
          <a:p>
            <a:pPr lvl="0"/>
            <a:r>
              <a:rPr lang="en-US"/>
              <a:t>Click to edit Master subtitle style</a:t>
            </a:r>
          </a:p>
        </p:txBody>
      </p:sp>
    </p:spTree>
    <p:extLst>
      <p:ext uri="{BB962C8B-B14F-4D97-AF65-F5344CB8AC3E}">
        <p14:creationId xmlns:p14="http://schemas.microsoft.com/office/powerpoint/2010/main" val="4194728433"/>
      </p:ext>
    </p:extLst>
  </p:cSld>
  <p:clrMapOvr>
    <a:masterClrMapping/>
  </p:clrMapOvr>
</p:sldLayout>
</file>

<file path=ppt/slideLayouts/slideLayout10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504DB2-AEF5-FA68-AD5D-DC416CEA4387}"/>
              </a:ext>
            </a:extLst>
          </p:cNvPr>
          <p:cNvSpPr txBox="1">
            <a:spLocks noGrp="1"/>
          </p:cNvSpPr>
          <p:nvPr>
            <p:ph type="title"/>
          </p:nvPr>
        </p:nvSpPr>
        <p:spPr/>
        <p:txBody>
          <a:bodyPr/>
          <a:lstStyle>
            <a:lvl1pPr>
              <a:defRPr/>
            </a:lvl1pPr>
          </a:lstStyle>
          <a:p>
            <a:pPr lvl="0"/>
            <a:r>
              <a:rPr lang="en-US"/>
              <a:t>Click to edit Master title style</a:t>
            </a:r>
          </a:p>
        </p:txBody>
      </p:sp>
      <p:sp>
        <p:nvSpPr>
          <p:cNvPr id="3" name="Content Placeholder 2">
            <a:extLst>
              <a:ext uri="{FF2B5EF4-FFF2-40B4-BE49-F238E27FC236}">
                <a16:creationId xmlns:a16="http://schemas.microsoft.com/office/drawing/2014/main" id="{E2E4DD38-7548-CB47-0457-718913B0282F}"/>
              </a:ext>
            </a:extLst>
          </p:cNvPr>
          <p:cNvSpPr txBox="1">
            <a:spLocks noGrp="1"/>
          </p:cNvSpPr>
          <p:nvPr>
            <p:ph idx="1"/>
          </p:nvPr>
        </p:nvSpPr>
        <p:spPr/>
        <p:txBody>
          <a:bodyPr/>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443535974"/>
      </p:ext>
    </p:extLst>
  </p:cSld>
  <p:clrMapOvr>
    <a:masterClrMapping/>
  </p:clrMapOvr>
</p:sldLayout>
</file>

<file path=ppt/slideLayouts/slideLayout10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22D2C6-324D-E87D-F770-C0A370B8563C}"/>
              </a:ext>
            </a:extLst>
          </p:cNvPr>
          <p:cNvSpPr txBox="1">
            <a:spLocks noGrp="1"/>
          </p:cNvSpPr>
          <p:nvPr>
            <p:ph type="title"/>
          </p:nvPr>
        </p:nvSpPr>
        <p:spPr>
          <a:xfrm>
            <a:off x="963082" y="4406905"/>
            <a:ext cx="10363196" cy="1362071"/>
          </a:xfrm>
        </p:spPr>
        <p:txBody>
          <a:bodyPr anchor="t" anchorCtr="0"/>
          <a:lstStyle>
            <a:lvl1pPr algn="l">
              <a:defRPr sz="4000" b="1" cap="all"/>
            </a:lvl1pPr>
          </a:lstStyle>
          <a:p>
            <a:pPr lvl="0"/>
            <a:r>
              <a:rPr lang="en-US"/>
              <a:t>Click to edit Master title style</a:t>
            </a:r>
          </a:p>
        </p:txBody>
      </p:sp>
      <p:sp>
        <p:nvSpPr>
          <p:cNvPr id="3" name="Text Placeholder 2">
            <a:extLst>
              <a:ext uri="{FF2B5EF4-FFF2-40B4-BE49-F238E27FC236}">
                <a16:creationId xmlns:a16="http://schemas.microsoft.com/office/drawing/2014/main" id="{2A7D7232-1988-7A6A-FF97-767830DD6539}"/>
              </a:ext>
            </a:extLst>
          </p:cNvPr>
          <p:cNvSpPr txBox="1">
            <a:spLocks noGrp="1"/>
          </p:cNvSpPr>
          <p:nvPr>
            <p:ph type="body" idx="1"/>
          </p:nvPr>
        </p:nvSpPr>
        <p:spPr>
          <a:xfrm>
            <a:off x="963082" y="2906713"/>
            <a:ext cx="10363196" cy="1500182"/>
          </a:xfrm>
        </p:spPr>
        <p:txBody>
          <a:bodyPr anchor="b"/>
          <a:lstStyle>
            <a:lvl1pPr marL="0" indent="0">
              <a:spcBef>
                <a:spcPts val="500"/>
              </a:spcBef>
              <a:buNone/>
              <a:defRPr sz="2000">
                <a:solidFill>
                  <a:srgbClr val="898989"/>
                </a:solidFill>
              </a:defRPr>
            </a:lvl1pPr>
          </a:lstStyle>
          <a:p>
            <a:pPr lvl="0"/>
            <a:r>
              <a:rPr lang="en-US"/>
              <a:t>Click to edit Master text styles</a:t>
            </a:r>
          </a:p>
        </p:txBody>
      </p:sp>
    </p:spTree>
    <p:extLst>
      <p:ext uri="{BB962C8B-B14F-4D97-AF65-F5344CB8AC3E}">
        <p14:creationId xmlns:p14="http://schemas.microsoft.com/office/powerpoint/2010/main" val="905969502"/>
      </p:ext>
    </p:extLst>
  </p:cSld>
  <p:clrMapOvr>
    <a:masterClrMapping/>
  </p:clrMapOvr>
</p:sldLayout>
</file>

<file path=ppt/slideLayouts/slideLayout10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18CAA4-EB8A-3861-65E8-BF5305451CA0}"/>
              </a:ext>
            </a:extLst>
          </p:cNvPr>
          <p:cNvSpPr txBox="1">
            <a:spLocks noGrp="1"/>
          </p:cNvSpPr>
          <p:nvPr>
            <p:ph type="title"/>
          </p:nvPr>
        </p:nvSpPr>
        <p:spPr/>
        <p:txBody>
          <a:bodyPr/>
          <a:lstStyle>
            <a:lvl1pPr>
              <a:defRPr/>
            </a:lvl1pPr>
          </a:lstStyle>
          <a:p>
            <a:pPr lvl="0"/>
            <a:r>
              <a:rPr lang="en-US"/>
              <a:t>Click to edit Master title style</a:t>
            </a:r>
          </a:p>
        </p:txBody>
      </p:sp>
      <p:sp>
        <p:nvSpPr>
          <p:cNvPr id="3" name="Content Placeholder 2">
            <a:extLst>
              <a:ext uri="{FF2B5EF4-FFF2-40B4-BE49-F238E27FC236}">
                <a16:creationId xmlns:a16="http://schemas.microsoft.com/office/drawing/2014/main" id="{3A69538D-76A6-D3DB-5612-4089D86A77A4}"/>
              </a:ext>
            </a:extLst>
          </p:cNvPr>
          <p:cNvSpPr txBox="1">
            <a:spLocks noGrp="1"/>
          </p:cNvSpPr>
          <p:nvPr>
            <p:ph idx="1"/>
          </p:nvPr>
        </p:nvSpPr>
        <p:spPr>
          <a:xfrm>
            <a:off x="609603" y="1600200"/>
            <a:ext cx="5384801" cy="4525959"/>
          </a:xfrm>
        </p:spPr>
        <p:txBody>
          <a:bodyPr/>
          <a:lstStyle>
            <a:lvl1pPr>
              <a:spcBef>
                <a:spcPts val="700"/>
              </a:spcBef>
              <a:defRPr sz="2800"/>
            </a:lvl1pPr>
            <a:lvl2pPr>
              <a:spcBef>
                <a:spcPts val="600"/>
              </a:spcBef>
              <a:defRPr sz="2400"/>
            </a:lvl2pPr>
            <a:lvl3pPr>
              <a:spcBef>
                <a:spcPts val="500"/>
              </a:spcBef>
              <a:defRPr sz="2000"/>
            </a:lvl3pPr>
            <a:lvl4pPr>
              <a:spcBef>
                <a:spcPts val="400"/>
              </a:spcBef>
              <a:defRPr sz="1800"/>
            </a:lvl4pPr>
            <a:lvl5pPr>
              <a:spcBef>
                <a:spcPts val="400"/>
              </a:spcBef>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436BD446-9109-6665-3EC0-E3A9E4D5654A}"/>
              </a:ext>
            </a:extLst>
          </p:cNvPr>
          <p:cNvSpPr txBox="1">
            <a:spLocks noGrp="1"/>
          </p:cNvSpPr>
          <p:nvPr>
            <p:ph idx="2"/>
          </p:nvPr>
        </p:nvSpPr>
        <p:spPr>
          <a:xfrm>
            <a:off x="6197602" y="1600200"/>
            <a:ext cx="5384801" cy="4525959"/>
          </a:xfrm>
        </p:spPr>
        <p:txBody>
          <a:bodyPr/>
          <a:lstStyle>
            <a:lvl1pPr>
              <a:spcBef>
                <a:spcPts val="700"/>
              </a:spcBef>
              <a:defRPr sz="2800"/>
            </a:lvl1pPr>
            <a:lvl2pPr>
              <a:spcBef>
                <a:spcPts val="600"/>
              </a:spcBef>
              <a:defRPr sz="2400"/>
            </a:lvl2pPr>
            <a:lvl3pPr>
              <a:spcBef>
                <a:spcPts val="500"/>
              </a:spcBef>
              <a:defRPr sz="2000"/>
            </a:lvl3pPr>
            <a:lvl4pPr>
              <a:spcBef>
                <a:spcPts val="400"/>
              </a:spcBef>
              <a:defRPr sz="1800"/>
            </a:lvl4pPr>
            <a:lvl5pPr>
              <a:spcBef>
                <a:spcPts val="400"/>
              </a:spcBef>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880859687"/>
      </p:ext>
    </p:extLst>
  </p:cSld>
  <p:clrMapOvr>
    <a:masterClrMapping/>
  </p:clrMapOvr>
</p:sldLayout>
</file>

<file path=ppt/slideLayouts/slideLayout10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A969AD-071B-1607-48F6-6463F68FFB30}"/>
              </a:ext>
            </a:extLst>
          </p:cNvPr>
          <p:cNvSpPr txBox="1">
            <a:spLocks noGrp="1"/>
          </p:cNvSpPr>
          <p:nvPr>
            <p:ph type="title"/>
          </p:nvPr>
        </p:nvSpPr>
        <p:spPr/>
        <p:txBody>
          <a:bodyPr/>
          <a:lstStyle>
            <a:lvl1pPr>
              <a:defRPr/>
            </a:lvl1pPr>
          </a:lstStyle>
          <a:p>
            <a:pPr lvl="0"/>
            <a:r>
              <a:rPr lang="en-US"/>
              <a:t>Click to edit Master title style</a:t>
            </a:r>
          </a:p>
        </p:txBody>
      </p:sp>
      <p:sp>
        <p:nvSpPr>
          <p:cNvPr id="3" name="Text Placeholder 2">
            <a:extLst>
              <a:ext uri="{FF2B5EF4-FFF2-40B4-BE49-F238E27FC236}">
                <a16:creationId xmlns:a16="http://schemas.microsoft.com/office/drawing/2014/main" id="{C0B15351-E1A6-9C65-E50E-D7B6E6AA4454}"/>
              </a:ext>
            </a:extLst>
          </p:cNvPr>
          <p:cNvSpPr txBox="1">
            <a:spLocks noGrp="1"/>
          </p:cNvSpPr>
          <p:nvPr>
            <p:ph type="body" idx="1"/>
          </p:nvPr>
        </p:nvSpPr>
        <p:spPr>
          <a:xfrm>
            <a:off x="609603" y="1535113"/>
            <a:ext cx="5386913" cy="639759"/>
          </a:xfrm>
        </p:spPr>
        <p:txBody>
          <a:bodyPr anchor="b"/>
          <a:lstStyle>
            <a:lvl1pPr marL="0" indent="0">
              <a:spcBef>
                <a:spcPts val="600"/>
              </a:spcBef>
              <a:buNone/>
              <a:defRPr sz="2400" b="1"/>
            </a:lvl1pPr>
          </a:lstStyle>
          <a:p>
            <a:pPr lvl="0"/>
            <a:r>
              <a:rPr lang="en-US"/>
              <a:t>Click to edit Master text styles</a:t>
            </a:r>
          </a:p>
        </p:txBody>
      </p:sp>
      <p:sp>
        <p:nvSpPr>
          <p:cNvPr id="4" name="Content Placeholder 3">
            <a:extLst>
              <a:ext uri="{FF2B5EF4-FFF2-40B4-BE49-F238E27FC236}">
                <a16:creationId xmlns:a16="http://schemas.microsoft.com/office/drawing/2014/main" id="{B6A91B4C-7C3D-872D-FD33-890988AFC59A}"/>
              </a:ext>
            </a:extLst>
          </p:cNvPr>
          <p:cNvSpPr txBox="1">
            <a:spLocks noGrp="1"/>
          </p:cNvSpPr>
          <p:nvPr>
            <p:ph idx="2"/>
          </p:nvPr>
        </p:nvSpPr>
        <p:spPr>
          <a:xfrm>
            <a:off x="609603" y="2174872"/>
            <a:ext cx="5386913" cy="3951286"/>
          </a:xfrm>
        </p:spPr>
        <p:txBody>
          <a:bodyPr/>
          <a:lstStyle>
            <a:lvl1pPr>
              <a:spcBef>
                <a:spcPts val="600"/>
              </a:spcBef>
              <a:defRPr sz="2400"/>
            </a:lvl1pPr>
            <a:lvl2pPr>
              <a:spcBef>
                <a:spcPts val="500"/>
              </a:spcBef>
              <a:defRPr sz="2000"/>
            </a:lvl2pPr>
            <a:lvl3pPr>
              <a:spcBef>
                <a:spcPts val="400"/>
              </a:spcBef>
              <a:defRPr sz="1800"/>
            </a:lvl3pPr>
            <a:lvl4pPr>
              <a:spcBef>
                <a:spcPts val="400"/>
              </a:spcBef>
              <a:defRPr sz="1600"/>
            </a:lvl4pPr>
            <a:lvl5pPr>
              <a:spcBef>
                <a:spcPts val="400"/>
              </a:spcBef>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BC72F5C-9483-95D4-D9B6-93E41141E1EA}"/>
              </a:ext>
            </a:extLst>
          </p:cNvPr>
          <p:cNvSpPr txBox="1">
            <a:spLocks noGrp="1"/>
          </p:cNvSpPr>
          <p:nvPr>
            <p:ph type="body" idx="3"/>
          </p:nvPr>
        </p:nvSpPr>
        <p:spPr>
          <a:xfrm>
            <a:off x="6193368" y="1535113"/>
            <a:ext cx="5389034" cy="639759"/>
          </a:xfrm>
        </p:spPr>
        <p:txBody>
          <a:bodyPr anchor="b"/>
          <a:lstStyle>
            <a:lvl1pPr marL="0" indent="0">
              <a:spcBef>
                <a:spcPts val="600"/>
              </a:spcBef>
              <a:buNone/>
              <a:defRPr sz="2400" b="1"/>
            </a:lvl1pPr>
          </a:lstStyle>
          <a:p>
            <a:pPr lvl="0"/>
            <a:r>
              <a:rPr lang="en-US"/>
              <a:t>Click to edit Master text styles</a:t>
            </a:r>
          </a:p>
        </p:txBody>
      </p:sp>
      <p:sp>
        <p:nvSpPr>
          <p:cNvPr id="6" name="Content Placeholder 5">
            <a:extLst>
              <a:ext uri="{FF2B5EF4-FFF2-40B4-BE49-F238E27FC236}">
                <a16:creationId xmlns:a16="http://schemas.microsoft.com/office/drawing/2014/main" id="{84561FBE-8B77-B88A-0989-D02209167070}"/>
              </a:ext>
            </a:extLst>
          </p:cNvPr>
          <p:cNvSpPr txBox="1">
            <a:spLocks noGrp="1"/>
          </p:cNvSpPr>
          <p:nvPr>
            <p:ph idx="4"/>
          </p:nvPr>
        </p:nvSpPr>
        <p:spPr>
          <a:xfrm>
            <a:off x="6193368" y="2174872"/>
            <a:ext cx="5389034" cy="3951286"/>
          </a:xfrm>
        </p:spPr>
        <p:txBody>
          <a:bodyPr/>
          <a:lstStyle>
            <a:lvl1pPr>
              <a:spcBef>
                <a:spcPts val="600"/>
              </a:spcBef>
              <a:defRPr sz="2400"/>
            </a:lvl1pPr>
            <a:lvl2pPr>
              <a:spcBef>
                <a:spcPts val="500"/>
              </a:spcBef>
              <a:defRPr sz="2000"/>
            </a:lvl2pPr>
            <a:lvl3pPr>
              <a:spcBef>
                <a:spcPts val="400"/>
              </a:spcBef>
              <a:defRPr sz="1800"/>
            </a:lvl3pPr>
            <a:lvl4pPr>
              <a:spcBef>
                <a:spcPts val="400"/>
              </a:spcBef>
              <a:defRPr sz="1600"/>
            </a:lvl4pPr>
            <a:lvl5pPr>
              <a:spcBef>
                <a:spcPts val="400"/>
              </a:spcBef>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772905397"/>
      </p:ext>
    </p:extLst>
  </p:cSld>
  <p:clrMapOvr>
    <a:masterClrMapping/>
  </p:clrMapOvr>
</p:sldLayout>
</file>

<file path=ppt/slideLayouts/slideLayout10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C74CD3-F78C-5C0E-5F9D-DE90B2840D19}"/>
              </a:ext>
            </a:extLst>
          </p:cNvPr>
          <p:cNvSpPr txBox="1">
            <a:spLocks noGrp="1"/>
          </p:cNvSpPr>
          <p:nvPr>
            <p:ph type="title"/>
          </p:nvPr>
        </p:nvSpPr>
        <p:spPr/>
        <p:txBody>
          <a:bodyPr/>
          <a:lstStyle>
            <a:lvl1pPr>
              <a:defRPr/>
            </a:lvl1pPr>
          </a:lstStyle>
          <a:p>
            <a:pPr lvl="0"/>
            <a:r>
              <a:rPr lang="en-US"/>
              <a:t>Click to edit Master title style</a:t>
            </a:r>
          </a:p>
        </p:txBody>
      </p:sp>
    </p:spTree>
    <p:extLst>
      <p:ext uri="{BB962C8B-B14F-4D97-AF65-F5344CB8AC3E}">
        <p14:creationId xmlns:p14="http://schemas.microsoft.com/office/powerpoint/2010/main" val="3966027250"/>
      </p:ext>
    </p:extLst>
  </p:cSld>
  <p:clrMapOvr>
    <a:masterClrMapping/>
  </p:clrMapOvr>
</p:sldLayout>
</file>

<file path=ppt/slideLayouts/slideLayout10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116246805"/>
      </p:ext>
    </p:extLst>
  </p:cSld>
  <p:clrMapOvr>
    <a:masterClrMapping/>
  </p:clrMapOvr>
</p:sldLayout>
</file>

<file path=ppt/slideLayouts/slideLayout10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CBE841-3D85-E398-AC91-63A45AFD2513}"/>
              </a:ext>
            </a:extLst>
          </p:cNvPr>
          <p:cNvSpPr txBox="1">
            <a:spLocks noGrp="1"/>
          </p:cNvSpPr>
          <p:nvPr>
            <p:ph type="title"/>
          </p:nvPr>
        </p:nvSpPr>
        <p:spPr>
          <a:xfrm>
            <a:off x="609603" y="273048"/>
            <a:ext cx="4011079" cy="1162046"/>
          </a:xfrm>
        </p:spPr>
        <p:txBody>
          <a:bodyPr anchor="b" anchorCtr="0"/>
          <a:lstStyle>
            <a:lvl1pPr algn="l">
              <a:defRPr sz="2000" b="1"/>
            </a:lvl1pPr>
          </a:lstStyle>
          <a:p>
            <a:pPr lvl="0"/>
            <a:r>
              <a:rPr lang="en-US"/>
              <a:t>Click to edit Master title style</a:t>
            </a:r>
          </a:p>
        </p:txBody>
      </p:sp>
      <p:sp>
        <p:nvSpPr>
          <p:cNvPr id="3" name="Content Placeholder 2">
            <a:extLst>
              <a:ext uri="{FF2B5EF4-FFF2-40B4-BE49-F238E27FC236}">
                <a16:creationId xmlns:a16="http://schemas.microsoft.com/office/drawing/2014/main" id="{99BC1C70-843B-E9CF-0B74-9824E4CA97EF}"/>
              </a:ext>
            </a:extLst>
          </p:cNvPr>
          <p:cNvSpPr txBox="1">
            <a:spLocks noGrp="1"/>
          </p:cNvSpPr>
          <p:nvPr>
            <p:ph idx="1"/>
          </p:nvPr>
        </p:nvSpPr>
        <p:spPr>
          <a:xfrm>
            <a:off x="4766730" y="273048"/>
            <a:ext cx="6815672" cy="5853110"/>
          </a:xfrm>
        </p:spPr>
        <p:txBody>
          <a:bodyPr/>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82E528C-1978-18AC-ECD6-E6EDF8409A23}"/>
              </a:ext>
            </a:extLst>
          </p:cNvPr>
          <p:cNvSpPr txBox="1">
            <a:spLocks noGrp="1"/>
          </p:cNvSpPr>
          <p:nvPr>
            <p:ph type="body" idx="2"/>
          </p:nvPr>
        </p:nvSpPr>
        <p:spPr>
          <a:xfrm>
            <a:off x="609603" y="1435105"/>
            <a:ext cx="4011079" cy="4691064"/>
          </a:xfrm>
        </p:spPr>
        <p:txBody>
          <a:bodyPr/>
          <a:lstStyle>
            <a:lvl1pPr marL="0" indent="0">
              <a:spcBef>
                <a:spcPts val="300"/>
              </a:spcBef>
              <a:buNone/>
              <a:defRPr sz="1400"/>
            </a:lvl1pPr>
          </a:lstStyle>
          <a:p>
            <a:pPr lvl="0"/>
            <a:r>
              <a:rPr lang="en-US"/>
              <a:t>Click to edit Master text styles</a:t>
            </a:r>
          </a:p>
        </p:txBody>
      </p:sp>
    </p:spTree>
    <p:extLst>
      <p:ext uri="{BB962C8B-B14F-4D97-AF65-F5344CB8AC3E}">
        <p14:creationId xmlns:p14="http://schemas.microsoft.com/office/powerpoint/2010/main" val="923769509"/>
      </p:ext>
    </p:extLst>
  </p:cSld>
  <p:clrMapOvr>
    <a:masterClrMapping/>
  </p:clrMapOvr>
</p:sldLayout>
</file>

<file path=ppt/slideLayouts/slideLayout1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F20E22-186E-04EB-DC96-C7F137F5153C}"/>
              </a:ext>
            </a:extLst>
          </p:cNvPr>
          <p:cNvSpPr txBox="1">
            <a:spLocks noGrp="1"/>
          </p:cNvSpPr>
          <p:nvPr>
            <p:ph type="title"/>
          </p:nvPr>
        </p:nvSpPr>
        <p:spPr>
          <a:xfrm>
            <a:off x="2389720" y="4800600"/>
            <a:ext cx="7315200" cy="566735"/>
          </a:xfrm>
        </p:spPr>
        <p:txBody>
          <a:bodyPr anchor="b" anchorCtr="0"/>
          <a:lstStyle>
            <a:lvl1pPr algn="l">
              <a:defRPr sz="2000" b="1"/>
            </a:lvl1pPr>
          </a:lstStyle>
          <a:p>
            <a:pPr lvl="0"/>
            <a:r>
              <a:rPr lang="en-US"/>
              <a:t>Click to edit Master title style</a:t>
            </a:r>
          </a:p>
        </p:txBody>
      </p:sp>
      <p:sp>
        <p:nvSpPr>
          <p:cNvPr id="3" name="Picture Placeholder 2">
            <a:extLst>
              <a:ext uri="{FF2B5EF4-FFF2-40B4-BE49-F238E27FC236}">
                <a16:creationId xmlns:a16="http://schemas.microsoft.com/office/drawing/2014/main" id="{B31E461D-F8D9-F0F4-31FF-D616AE1332A2}"/>
              </a:ext>
            </a:extLst>
          </p:cNvPr>
          <p:cNvSpPr txBox="1">
            <a:spLocks noGrp="1"/>
          </p:cNvSpPr>
          <p:nvPr>
            <p:ph type="pic" idx="1"/>
          </p:nvPr>
        </p:nvSpPr>
        <p:spPr>
          <a:xfrm>
            <a:off x="2389720" y="612776"/>
            <a:ext cx="7315200" cy="4114800"/>
          </a:xfrm>
        </p:spPr>
        <p:txBody>
          <a:bodyPr/>
          <a:lstStyle>
            <a:lvl1pPr marL="0" indent="0">
              <a:buNone/>
              <a:defRPr/>
            </a:lvl1pPr>
          </a:lstStyle>
          <a:p>
            <a:pPr lvl="0"/>
            <a:endParaRPr lang="en-US"/>
          </a:p>
        </p:txBody>
      </p:sp>
      <p:sp>
        <p:nvSpPr>
          <p:cNvPr id="4" name="Text Placeholder 3">
            <a:extLst>
              <a:ext uri="{FF2B5EF4-FFF2-40B4-BE49-F238E27FC236}">
                <a16:creationId xmlns:a16="http://schemas.microsoft.com/office/drawing/2014/main" id="{5BB2458D-0CBF-9501-DA6E-EB4E5768761B}"/>
              </a:ext>
            </a:extLst>
          </p:cNvPr>
          <p:cNvSpPr txBox="1">
            <a:spLocks noGrp="1"/>
          </p:cNvSpPr>
          <p:nvPr>
            <p:ph type="body" idx="2"/>
          </p:nvPr>
        </p:nvSpPr>
        <p:spPr>
          <a:xfrm>
            <a:off x="2389720" y="5367335"/>
            <a:ext cx="7315200" cy="804864"/>
          </a:xfrm>
        </p:spPr>
        <p:txBody>
          <a:bodyPr/>
          <a:lstStyle>
            <a:lvl1pPr marL="0" indent="0">
              <a:spcBef>
                <a:spcPts val="300"/>
              </a:spcBef>
              <a:buNone/>
              <a:defRPr sz="1400"/>
            </a:lvl1pPr>
          </a:lstStyle>
          <a:p>
            <a:pPr lvl="0"/>
            <a:r>
              <a:rPr lang="en-US"/>
              <a:t>Click to edit Master text styles</a:t>
            </a:r>
          </a:p>
        </p:txBody>
      </p:sp>
    </p:spTree>
    <p:extLst>
      <p:ext uri="{BB962C8B-B14F-4D97-AF65-F5344CB8AC3E}">
        <p14:creationId xmlns:p14="http://schemas.microsoft.com/office/powerpoint/2010/main" val="419663227"/>
      </p:ext>
    </p:extLst>
  </p:cSld>
  <p:clrMapOvr>
    <a:masterClrMapping/>
  </p:clrMapOvr>
</p:sldLayout>
</file>

<file path=ppt/slideLayouts/slideLayout1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65A22C-8BF9-576D-C7CB-D2909D55EED3}"/>
              </a:ext>
            </a:extLst>
          </p:cNvPr>
          <p:cNvSpPr txBox="1">
            <a:spLocks noGrp="1"/>
          </p:cNvSpPr>
          <p:nvPr>
            <p:ph type="title"/>
          </p:nvPr>
        </p:nvSpPr>
        <p:spPr/>
        <p:txBody>
          <a:bodyPr/>
          <a:lstStyle>
            <a:lvl1pPr>
              <a:defRPr/>
            </a:lvl1pPr>
          </a:lstStyle>
          <a:p>
            <a:pPr lvl="0"/>
            <a:r>
              <a:rPr lang="en-US"/>
              <a:t>Click to edit Master title style</a:t>
            </a:r>
          </a:p>
        </p:txBody>
      </p:sp>
      <p:sp>
        <p:nvSpPr>
          <p:cNvPr id="3" name="Vertical Text Placeholder 2">
            <a:extLst>
              <a:ext uri="{FF2B5EF4-FFF2-40B4-BE49-F238E27FC236}">
                <a16:creationId xmlns:a16="http://schemas.microsoft.com/office/drawing/2014/main" id="{1F54C73B-7C24-F600-9C21-B4F1AF72096C}"/>
              </a:ext>
            </a:extLst>
          </p:cNvPr>
          <p:cNvSpPr txBox="1">
            <a:spLocks noGrp="1"/>
          </p:cNvSpPr>
          <p:nvPr>
            <p:ph type="body" orient="vert" idx="1"/>
          </p:nvPr>
        </p:nvSpPr>
        <p:spPr/>
        <p:txBody>
          <a:bodyPr vert="eaVert"/>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356533402"/>
      </p:ext>
    </p:extLst>
  </p:cSld>
  <p:clrMapOvr>
    <a:masterClrMapping/>
  </p:clrMapOvr>
</p:sldLayout>
</file>

<file path=ppt/slideLayouts/slideLayout1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CD9E81D-45BD-1469-2436-CE0B6C554BD8}"/>
              </a:ext>
            </a:extLst>
          </p:cNvPr>
          <p:cNvSpPr txBox="1">
            <a:spLocks noGrp="1"/>
          </p:cNvSpPr>
          <p:nvPr>
            <p:ph type="title" orient="vert"/>
          </p:nvPr>
        </p:nvSpPr>
        <p:spPr>
          <a:xfrm>
            <a:off x="8839203" y="274640"/>
            <a:ext cx="2743200" cy="5851529"/>
          </a:xfrm>
        </p:spPr>
        <p:txBody>
          <a:bodyPr vert="eaVert"/>
          <a:lstStyle>
            <a:lvl1pPr>
              <a:defRPr/>
            </a:lvl1pPr>
          </a:lstStyle>
          <a:p>
            <a:pPr lvl="0"/>
            <a:r>
              <a:rPr lang="en-US"/>
              <a:t>Click to edit Master title style</a:t>
            </a:r>
          </a:p>
        </p:txBody>
      </p:sp>
      <p:sp>
        <p:nvSpPr>
          <p:cNvPr id="3" name="Vertical Text Placeholder 2">
            <a:extLst>
              <a:ext uri="{FF2B5EF4-FFF2-40B4-BE49-F238E27FC236}">
                <a16:creationId xmlns:a16="http://schemas.microsoft.com/office/drawing/2014/main" id="{1B42D4A7-4F02-CD87-649F-A6E810AAA1CC}"/>
              </a:ext>
            </a:extLst>
          </p:cNvPr>
          <p:cNvSpPr txBox="1">
            <a:spLocks noGrp="1"/>
          </p:cNvSpPr>
          <p:nvPr>
            <p:ph type="body" orient="vert" idx="1"/>
          </p:nvPr>
        </p:nvSpPr>
        <p:spPr>
          <a:xfrm>
            <a:off x="609603" y="274640"/>
            <a:ext cx="8026402" cy="5851529"/>
          </a:xfrm>
        </p:spPr>
        <p:txBody>
          <a:bodyPr vert="eaVert"/>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231164135"/>
      </p:ext>
    </p:extLst>
  </p:cSld>
  <p:clrMapOvr>
    <a:masterClrMapping/>
  </p:clrMapOvr>
</p:sldLayout>
</file>

<file path=ppt/slideLayouts/slideLayout113.xml><?xml version="1.0" encoding="utf-8"?>
<p:sldLayout xmlns:a="http://schemas.openxmlformats.org/drawingml/2006/main" xmlns:r="http://schemas.openxmlformats.org/officeDocument/2006/relationships" xmlns:p="http://schemas.openxmlformats.org/presentationml/2006/main" showMasterSp="0" preserve="1">
  <p:cSld name="1_Title Slide">
    <p:spTree>
      <p:nvGrpSpPr>
        <p:cNvPr id="1" name=""/>
        <p:cNvGrpSpPr/>
        <p:nvPr/>
      </p:nvGrpSpPr>
      <p:grpSpPr>
        <a:xfrm>
          <a:off x="0" y="0"/>
          <a:ext cx="0" cy="0"/>
          <a:chOff x="0" y="0"/>
          <a:chExt cx="0" cy="0"/>
        </a:xfrm>
      </p:grpSpPr>
      <p:sp>
        <p:nvSpPr>
          <p:cNvPr id="2" name="Freeform 5">
            <a:extLst>
              <a:ext uri="{FF2B5EF4-FFF2-40B4-BE49-F238E27FC236}">
                <a16:creationId xmlns:a16="http://schemas.microsoft.com/office/drawing/2014/main" id="{65E47FBA-8F3D-E2D7-86B5-096785FDB1E2}"/>
              </a:ext>
            </a:extLst>
          </p:cNvPr>
          <p:cNvSpPr/>
          <p:nvPr/>
        </p:nvSpPr>
        <p:spPr>
          <a:xfrm>
            <a:off x="-1591" y="0"/>
            <a:ext cx="9312277" cy="6858000"/>
          </a:xfrm>
          <a:custGeom>
            <a:avLst/>
            <a:gdLst>
              <a:gd name="f0" fmla="val 10800000"/>
              <a:gd name="f1" fmla="val 5400000"/>
              <a:gd name="f2" fmla="val 180"/>
              <a:gd name="f3" fmla="val w"/>
              <a:gd name="f4" fmla="val h"/>
              <a:gd name="f5" fmla="val 0"/>
              <a:gd name="f6" fmla="val 5867"/>
              <a:gd name="f7" fmla="val 4320"/>
              <a:gd name="f8" fmla="val 3187"/>
              <a:gd name="f9" fmla="val 3717"/>
              <a:gd name="f10" fmla="val 3993"/>
              <a:gd name="f11" fmla="val 4197"/>
              <a:gd name="f12" fmla="val 3574"/>
              <a:gd name="f13" fmla="val 4630"/>
              <a:gd name="f14" fmla="val 3063"/>
              <a:gd name="f15" fmla="val 5097"/>
              <a:gd name="f16" fmla="val 2509"/>
              <a:gd name="f17" fmla="val 5447"/>
              <a:gd name="f18" fmla="val 1824"/>
              <a:gd name="f19" fmla="val 5669"/>
              <a:gd name="f20" fmla="val 1003"/>
              <a:gd name="f21" fmla="val 5752"/>
              <a:gd name="f22" fmla="val 692"/>
              <a:gd name="f23" fmla="val 5818"/>
              <a:gd name="f24" fmla="val 357"/>
              <a:gd name="f25" fmla="+- 0 0 -90"/>
              <a:gd name="f26" fmla="*/ f3 1 5867"/>
              <a:gd name="f27" fmla="*/ f4 1 4320"/>
              <a:gd name="f28" fmla="val f5"/>
              <a:gd name="f29" fmla="val f6"/>
              <a:gd name="f30" fmla="val f7"/>
              <a:gd name="f31" fmla="*/ f25 f0 1"/>
              <a:gd name="f32" fmla="+- f30 0 f28"/>
              <a:gd name="f33" fmla="+- f29 0 f28"/>
              <a:gd name="f34" fmla="*/ f31 1 f2"/>
              <a:gd name="f35" fmla="*/ f33 1 5867"/>
              <a:gd name="f36" fmla="*/ f32 1 4320"/>
              <a:gd name="f37" fmla="*/ 0 f33 1"/>
              <a:gd name="f38" fmla="*/ 0 f32 1"/>
              <a:gd name="f39" fmla="*/ 4320 f32 1"/>
              <a:gd name="f40" fmla="*/ 3187 f33 1"/>
              <a:gd name="f41" fmla="*/ 4630 f33 1"/>
              <a:gd name="f42" fmla="*/ 3063 f32 1"/>
              <a:gd name="f43" fmla="*/ 5669 f33 1"/>
              <a:gd name="f44" fmla="*/ 1003 f32 1"/>
              <a:gd name="f45" fmla="*/ 5867 f33 1"/>
              <a:gd name="f46" fmla="+- f34 0 f1"/>
              <a:gd name="f47" fmla="*/ f37 1 5867"/>
              <a:gd name="f48" fmla="*/ f38 1 4320"/>
              <a:gd name="f49" fmla="*/ f39 1 4320"/>
              <a:gd name="f50" fmla="*/ f40 1 5867"/>
              <a:gd name="f51" fmla="*/ f41 1 5867"/>
              <a:gd name="f52" fmla="*/ f42 1 4320"/>
              <a:gd name="f53" fmla="*/ f43 1 5867"/>
              <a:gd name="f54" fmla="*/ f44 1 4320"/>
              <a:gd name="f55" fmla="*/ f45 1 5867"/>
              <a:gd name="f56" fmla="*/ 0 1 f35"/>
              <a:gd name="f57" fmla="*/ f29 1 f35"/>
              <a:gd name="f58" fmla="*/ 0 1 f36"/>
              <a:gd name="f59" fmla="*/ f30 1 f36"/>
              <a:gd name="f60" fmla="*/ f47 1 f35"/>
              <a:gd name="f61" fmla="*/ f48 1 f36"/>
              <a:gd name="f62" fmla="*/ f49 1 f36"/>
              <a:gd name="f63" fmla="*/ f50 1 f35"/>
              <a:gd name="f64" fmla="*/ f51 1 f35"/>
              <a:gd name="f65" fmla="*/ f52 1 f36"/>
              <a:gd name="f66" fmla="*/ f53 1 f35"/>
              <a:gd name="f67" fmla="*/ f54 1 f36"/>
              <a:gd name="f68" fmla="*/ f55 1 f35"/>
              <a:gd name="f69" fmla="*/ f56 f26 1"/>
              <a:gd name="f70" fmla="*/ f57 f26 1"/>
              <a:gd name="f71" fmla="*/ f59 f27 1"/>
              <a:gd name="f72" fmla="*/ f58 f27 1"/>
              <a:gd name="f73" fmla="*/ f60 f26 1"/>
              <a:gd name="f74" fmla="*/ f61 f27 1"/>
              <a:gd name="f75" fmla="*/ f62 f27 1"/>
              <a:gd name="f76" fmla="*/ f63 f26 1"/>
              <a:gd name="f77" fmla="*/ f64 f26 1"/>
              <a:gd name="f78" fmla="*/ f65 f27 1"/>
              <a:gd name="f79" fmla="*/ f66 f26 1"/>
              <a:gd name="f80" fmla="*/ f67 f27 1"/>
              <a:gd name="f81" fmla="*/ f68 f26 1"/>
            </a:gdLst>
            <a:ahLst/>
            <a:cxnLst>
              <a:cxn ang="3cd4">
                <a:pos x="hc" y="t"/>
              </a:cxn>
              <a:cxn ang="0">
                <a:pos x="r" y="vc"/>
              </a:cxn>
              <a:cxn ang="cd4">
                <a:pos x="hc" y="b"/>
              </a:cxn>
              <a:cxn ang="cd2">
                <a:pos x="l" y="vc"/>
              </a:cxn>
              <a:cxn ang="f46">
                <a:pos x="f73" y="f74"/>
              </a:cxn>
              <a:cxn ang="f46">
                <a:pos x="f73" y="f75"/>
              </a:cxn>
              <a:cxn ang="f46">
                <a:pos x="f76" y="f75"/>
              </a:cxn>
              <a:cxn ang="f46">
                <a:pos x="f77" y="f78"/>
              </a:cxn>
              <a:cxn ang="f46">
                <a:pos x="f79" y="f80"/>
              </a:cxn>
              <a:cxn ang="f46">
                <a:pos x="f81" y="f74"/>
              </a:cxn>
              <a:cxn ang="f46">
                <a:pos x="f73" y="f74"/>
              </a:cxn>
            </a:cxnLst>
            <a:rect l="f69" t="f72" r="f70" b="f71"/>
            <a:pathLst>
              <a:path w="5867" h="4320">
                <a:moveTo>
                  <a:pt x="f5" y="f5"/>
                </a:moveTo>
                <a:cubicBezTo>
                  <a:pt x="f5" y="f7"/>
                  <a:pt x="f5" y="f7"/>
                  <a:pt x="f5" y="f7"/>
                </a:cubicBezTo>
                <a:cubicBezTo>
                  <a:pt x="f8" y="f7"/>
                  <a:pt x="f8" y="f7"/>
                  <a:pt x="f8" y="f7"/>
                </a:cubicBezTo>
                <a:cubicBezTo>
                  <a:pt x="f9" y="f10"/>
                  <a:pt x="f11" y="f12"/>
                  <a:pt x="f13" y="f14"/>
                </a:cubicBezTo>
                <a:cubicBezTo>
                  <a:pt x="f15" y="f16"/>
                  <a:pt x="f17" y="f18"/>
                  <a:pt x="f19" y="f20"/>
                </a:cubicBezTo>
                <a:cubicBezTo>
                  <a:pt x="f21" y="f22"/>
                  <a:pt x="f23" y="f24"/>
                  <a:pt x="f6" y="f5"/>
                </a:cubicBezTo>
                <a:lnTo>
                  <a:pt x="f5" y="f5"/>
                </a:lnTo>
                <a:close/>
              </a:path>
            </a:pathLst>
          </a:custGeom>
          <a:solidFill>
            <a:srgbClr val="00667D"/>
          </a:solidFill>
          <a:ln cap="flat">
            <a:noFill/>
            <a:prstDash val="solid"/>
          </a:ln>
        </p:spPr>
        <p:txBody>
          <a:bodyPr vert="horz" wrap="square" lIns="85587" tIns="42793" rIns="85587" bIns="42793"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IE" sz="2160" b="0" i="0" u="none" strike="noStrike" kern="1200" cap="none" spc="0" baseline="0">
              <a:solidFill>
                <a:srgbClr val="000000"/>
              </a:solidFill>
              <a:uFillTx/>
              <a:latin typeface="Calibri"/>
            </a:endParaRPr>
          </a:p>
        </p:txBody>
      </p:sp>
    </p:spTree>
    <p:extLst>
      <p:ext uri="{BB962C8B-B14F-4D97-AF65-F5344CB8AC3E}">
        <p14:creationId xmlns:p14="http://schemas.microsoft.com/office/powerpoint/2010/main" val="2739859137"/>
      </p:ext>
    </p:extLst>
  </p:cSld>
  <p:clrMapOvr>
    <a:masterClrMapping/>
  </p:clrMapOvr>
</p:sldLayout>
</file>

<file path=ppt/slideLayouts/slideLayout114.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1410DACD-8814-0719-1B69-9449D528892C}"/>
              </a:ext>
            </a:extLst>
          </p:cNvPr>
          <p:cNvSpPr txBox="1"/>
          <p:nvPr userDrawn="1"/>
        </p:nvSpPr>
        <p:spPr>
          <a:xfrm>
            <a:off x="0" y="0"/>
            <a:ext cx="12192000" cy="707886"/>
          </a:xfrm>
          <a:prstGeom prst="rect">
            <a:avLst/>
          </a:prstGeom>
          <a:solidFill>
            <a:srgbClr val="0070C0"/>
          </a:solidFill>
        </p:spPr>
        <p:txBody>
          <a:bodyPr wrap="square" rtlCol="0">
            <a:spAutoFit/>
          </a:bodyPr>
          <a:lstStyle/>
          <a:p>
            <a:endParaRPr lang="en-GB" sz="4000" b="1" dirty="0">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518140549"/>
      </p:ext>
    </p:extLst>
  </p:cSld>
  <p:clrMapOvr>
    <a:masterClrMapping/>
  </p:clrMapOvr>
</p:sldLayout>
</file>

<file path=ppt/slideLayouts/slideLayout11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F9B3DB-352F-706E-8396-0711973F3FA6}"/>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C3CE9CEE-9788-9CFC-0336-41C2CB07714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D4E4505C-8BFE-C23C-2BE8-8711C164B9E0}"/>
              </a:ext>
            </a:extLst>
          </p:cNvPr>
          <p:cNvSpPr>
            <a:spLocks noGrp="1"/>
          </p:cNvSpPr>
          <p:nvPr>
            <p:ph type="dt" sz="half" idx="10"/>
          </p:nvPr>
        </p:nvSpPr>
        <p:spPr/>
        <p:txBody>
          <a:bodyPr/>
          <a:lstStyle/>
          <a:p>
            <a:endParaRPr lang="en-GB" dirty="0"/>
          </a:p>
        </p:txBody>
      </p:sp>
      <p:sp>
        <p:nvSpPr>
          <p:cNvPr id="5" name="Footer Placeholder 4">
            <a:extLst>
              <a:ext uri="{FF2B5EF4-FFF2-40B4-BE49-F238E27FC236}">
                <a16:creationId xmlns:a16="http://schemas.microsoft.com/office/drawing/2014/main" id="{500CA3FC-B7B5-E571-025A-6EDC9BF2FE8E}"/>
              </a:ext>
            </a:extLst>
          </p:cNvPr>
          <p:cNvSpPr>
            <a:spLocks noGrp="1"/>
          </p:cNvSpPr>
          <p:nvPr>
            <p:ph type="ftr" sz="quarter" idx="11"/>
          </p:nvPr>
        </p:nvSpPr>
        <p:spPr/>
        <p:txBody>
          <a:bodyPr/>
          <a:lstStyle/>
          <a:p>
            <a:endParaRPr lang="en-GB" dirty="0"/>
          </a:p>
        </p:txBody>
      </p:sp>
      <p:sp>
        <p:nvSpPr>
          <p:cNvPr id="6" name="Slide Number Placeholder 5">
            <a:extLst>
              <a:ext uri="{FF2B5EF4-FFF2-40B4-BE49-F238E27FC236}">
                <a16:creationId xmlns:a16="http://schemas.microsoft.com/office/drawing/2014/main" id="{53013495-7196-BF3A-8E94-4A35AF04424E}"/>
              </a:ext>
            </a:extLst>
          </p:cNvPr>
          <p:cNvSpPr>
            <a:spLocks noGrp="1"/>
          </p:cNvSpPr>
          <p:nvPr>
            <p:ph type="sldNum" sz="quarter" idx="12"/>
          </p:nvPr>
        </p:nvSpPr>
        <p:spPr/>
        <p:txBody>
          <a:bodyPr/>
          <a:lstStyle/>
          <a:p>
            <a:fld id="{A543E3C9-646C-4166-9BF4-CF049967B668}" type="slidenum">
              <a:rPr lang="en-GB" smtClean="0"/>
              <a:t>‹#›</a:t>
            </a:fld>
            <a:endParaRPr lang="en-GB" dirty="0"/>
          </a:p>
        </p:txBody>
      </p:sp>
    </p:spTree>
    <p:extLst>
      <p:ext uri="{BB962C8B-B14F-4D97-AF65-F5344CB8AC3E}">
        <p14:creationId xmlns:p14="http://schemas.microsoft.com/office/powerpoint/2010/main" val="1821354641"/>
      </p:ext>
    </p:extLst>
  </p:cSld>
  <p:clrMapOvr>
    <a:masterClrMapping/>
  </p:clrMapOvr>
</p:sldLayout>
</file>

<file path=ppt/slideLayouts/slideLayout11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0C883E-B324-7614-E832-C8FA2D5A5EB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739B83D1-CFEB-F699-FF61-2316C10D9A9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03B53EF-1B82-5CE0-D770-2336D95766A0}"/>
              </a:ext>
            </a:extLst>
          </p:cNvPr>
          <p:cNvSpPr>
            <a:spLocks noGrp="1"/>
          </p:cNvSpPr>
          <p:nvPr>
            <p:ph type="dt" sz="half" idx="10"/>
          </p:nvPr>
        </p:nvSpPr>
        <p:spPr/>
        <p:txBody>
          <a:bodyPr/>
          <a:lstStyle/>
          <a:p>
            <a:endParaRPr lang="en-GB" dirty="0"/>
          </a:p>
        </p:txBody>
      </p:sp>
      <p:sp>
        <p:nvSpPr>
          <p:cNvPr id="5" name="Footer Placeholder 4">
            <a:extLst>
              <a:ext uri="{FF2B5EF4-FFF2-40B4-BE49-F238E27FC236}">
                <a16:creationId xmlns:a16="http://schemas.microsoft.com/office/drawing/2014/main" id="{72DD1C29-FB7A-BB28-E384-E661FFB5528B}"/>
              </a:ext>
            </a:extLst>
          </p:cNvPr>
          <p:cNvSpPr>
            <a:spLocks noGrp="1"/>
          </p:cNvSpPr>
          <p:nvPr>
            <p:ph type="ftr" sz="quarter" idx="11"/>
          </p:nvPr>
        </p:nvSpPr>
        <p:spPr/>
        <p:txBody>
          <a:bodyPr/>
          <a:lstStyle/>
          <a:p>
            <a:endParaRPr lang="en-GB" dirty="0"/>
          </a:p>
        </p:txBody>
      </p:sp>
      <p:sp>
        <p:nvSpPr>
          <p:cNvPr id="6" name="Slide Number Placeholder 5">
            <a:extLst>
              <a:ext uri="{FF2B5EF4-FFF2-40B4-BE49-F238E27FC236}">
                <a16:creationId xmlns:a16="http://schemas.microsoft.com/office/drawing/2014/main" id="{E3A6A9A7-1A6F-0DEF-01C0-8B7B83A4C893}"/>
              </a:ext>
            </a:extLst>
          </p:cNvPr>
          <p:cNvSpPr>
            <a:spLocks noGrp="1"/>
          </p:cNvSpPr>
          <p:nvPr>
            <p:ph type="sldNum" sz="quarter" idx="12"/>
          </p:nvPr>
        </p:nvSpPr>
        <p:spPr/>
        <p:txBody>
          <a:bodyPr/>
          <a:lstStyle/>
          <a:p>
            <a:fld id="{A543E3C9-646C-4166-9BF4-CF049967B668}" type="slidenum">
              <a:rPr lang="en-GB" smtClean="0"/>
              <a:t>‹#›</a:t>
            </a:fld>
            <a:endParaRPr lang="en-GB" dirty="0"/>
          </a:p>
        </p:txBody>
      </p:sp>
    </p:spTree>
    <p:extLst>
      <p:ext uri="{BB962C8B-B14F-4D97-AF65-F5344CB8AC3E}">
        <p14:creationId xmlns:p14="http://schemas.microsoft.com/office/powerpoint/2010/main" val="3821333262"/>
      </p:ext>
    </p:extLst>
  </p:cSld>
  <p:clrMapOvr>
    <a:masterClrMapping/>
  </p:clrMapOvr>
</p:sldLayout>
</file>

<file path=ppt/slideLayouts/slideLayout11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652047-70A9-2D03-B647-5755581C36D9}"/>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6AFD41D4-1C56-BDF8-CE04-C033D2CD35C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4A2F20ED-6B10-8F9B-AE53-52CD7841A7F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ECFD7184-18A0-6EC7-844C-686E30267BE8}"/>
              </a:ext>
            </a:extLst>
          </p:cNvPr>
          <p:cNvSpPr>
            <a:spLocks noGrp="1"/>
          </p:cNvSpPr>
          <p:nvPr>
            <p:ph type="dt" sz="half" idx="10"/>
          </p:nvPr>
        </p:nvSpPr>
        <p:spPr/>
        <p:txBody>
          <a:bodyPr/>
          <a:lstStyle/>
          <a:p>
            <a:endParaRPr lang="en-GB" dirty="0"/>
          </a:p>
        </p:txBody>
      </p:sp>
      <p:sp>
        <p:nvSpPr>
          <p:cNvPr id="6" name="Footer Placeholder 5">
            <a:extLst>
              <a:ext uri="{FF2B5EF4-FFF2-40B4-BE49-F238E27FC236}">
                <a16:creationId xmlns:a16="http://schemas.microsoft.com/office/drawing/2014/main" id="{5B5511A2-4C74-9DA0-018F-0C795015BD62}"/>
              </a:ext>
            </a:extLst>
          </p:cNvPr>
          <p:cNvSpPr>
            <a:spLocks noGrp="1"/>
          </p:cNvSpPr>
          <p:nvPr>
            <p:ph type="ftr" sz="quarter" idx="11"/>
          </p:nvPr>
        </p:nvSpPr>
        <p:spPr/>
        <p:txBody>
          <a:bodyPr/>
          <a:lstStyle/>
          <a:p>
            <a:endParaRPr lang="en-GB" dirty="0"/>
          </a:p>
        </p:txBody>
      </p:sp>
      <p:sp>
        <p:nvSpPr>
          <p:cNvPr id="7" name="Slide Number Placeholder 6">
            <a:extLst>
              <a:ext uri="{FF2B5EF4-FFF2-40B4-BE49-F238E27FC236}">
                <a16:creationId xmlns:a16="http://schemas.microsoft.com/office/drawing/2014/main" id="{EA253FAE-C6F5-C793-AD81-1CA00D35F2EB}"/>
              </a:ext>
            </a:extLst>
          </p:cNvPr>
          <p:cNvSpPr>
            <a:spLocks noGrp="1"/>
          </p:cNvSpPr>
          <p:nvPr>
            <p:ph type="sldNum" sz="quarter" idx="12"/>
          </p:nvPr>
        </p:nvSpPr>
        <p:spPr/>
        <p:txBody>
          <a:bodyPr/>
          <a:lstStyle/>
          <a:p>
            <a:fld id="{A543E3C9-646C-4166-9BF4-CF049967B668}" type="slidenum">
              <a:rPr lang="en-GB" smtClean="0"/>
              <a:t>‹#›</a:t>
            </a:fld>
            <a:endParaRPr lang="en-GB" dirty="0"/>
          </a:p>
        </p:txBody>
      </p:sp>
    </p:spTree>
    <p:extLst>
      <p:ext uri="{BB962C8B-B14F-4D97-AF65-F5344CB8AC3E}">
        <p14:creationId xmlns:p14="http://schemas.microsoft.com/office/powerpoint/2010/main" val="2361787985"/>
      </p:ext>
    </p:extLst>
  </p:cSld>
  <p:clrMapOvr>
    <a:masterClrMapping/>
  </p:clrMapOvr>
</p:sldLayout>
</file>

<file path=ppt/slideLayouts/slideLayout11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2A29F0-653F-18E0-7165-5BA5CBD70B8E}"/>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DD3531B5-C7D5-3028-F0DE-22D69F8F49C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A93AE1F-7338-7490-95D4-33B43B8D0D3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8059247F-082A-4DFF-738D-532D8974788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33DC79B-5F2E-88CD-B76C-26C869E5AA7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BFC74FD9-C453-092D-9379-790EB54BB950}"/>
              </a:ext>
            </a:extLst>
          </p:cNvPr>
          <p:cNvSpPr>
            <a:spLocks noGrp="1"/>
          </p:cNvSpPr>
          <p:nvPr>
            <p:ph type="dt" sz="half" idx="10"/>
          </p:nvPr>
        </p:nvSpPr>
        <p:spPr/>
        <p:txBody>
          <a:bodyPr/>
          <a:lstStyle/>
          <a:p>
            <a:endParaRPr lang="en-GB" dirty="0"/>
          </a:p>
        </p:txBody>
      </p:sp>
      <p:sp>
        <p:nvSpPr>
          <p:cNvPr id="8" name="Footer Placeholder 7">
            <a:extLst>
              <a:ext uri="{FF2B5EF4-FFF2-40B4-BE49-F238E27FC236}">
                <a16:creationId xmlns:a16="http://schemas.microsoft.com/office/drawing/2014/main" id="{87FE4956-089C-EEE1-ED87-881BAC043558}"/>
              </a:ext>
            </a:extLst>
          </p:cNvPr>
          <p:cNvSpPr>
            <a:spLocks noGrp="1"/>
          </p:cNvSpPr>
          <p:nvPr>
            <p:ph type="ftr" sz="quarter" idx="11"/>
          </p:nvPr>
        </p:nvSpPr>
        <p:spPr/>
        <p:txBody>
          <a:bodyPr/>
          <a:lstStyle/>
          <a:p>
            <a:endParaRPr lang="en-GB" dirty="0"/>
          </a:p>
        </p:txBody>
      </p:sp>
      <p:sp>
        <p:nvSpPr>
          <p:cNvPr id="9" name="Slide Number Placeholder 8">
            <a:extLst>
              <a:ext uri="{FF2B5EF4-FFF2-40B4-BE49-F238E27FC236}">
                <a16:creationId xmlns:a16="http://schemas.microsoft.com/office/drawing/2014/main" id="{DC61FA7B-C31E-8DD6-BE30-38EFB4E904C8}"/>
              </a:ext>
            </a:extLst>
          </p:cNvPr>
          <p:cNvSpPr>
            <a:spLocks noGrp="1"/>
          </p:cNvSpPr>
          <p:nvPr>
            <p:ph type="sldNum" sz="quarter" idx="12"/>
          </p:nvPr>
        </p:nvSpPr>
        <p:spPr/>
        <p:txBody>
          <a:bodyPr/>
          <a:lstStyle/>
          <a:p>
            <a:fld id="{A543E3C9-646C-4166-9BF4-CF049967B668}" type="slidenum">
              <a:rPr lang="en-GB" smtClean="0"/>
              <a:t>‹#›</a:t>
            </a:fld>
            <a:endParaRPr lang="en-GB" dirty="0"/>
          </a:p>
        </p:txBody>
      </p:sp>
    </p:spTree>
    <p:extLst>
      <p:ext uri="{BB962C8B-B14F-4D97-AF65-F5344CB8AC3E}">
        <p14:creationId xmlns:p14="http://schemas.microsoft.com/office/powerpoint/2010/main" val="1115722873"/>
      </p:ext>
    </p:extLst>
  </p:cSld>
  <p:clrMapOvr>
    <a:masterClrMapping/>
  </p:clrMapOvr>
</p:sldLayout>
</file>

<file path=ppt/slideLayouts/slideLayout11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1EFEC7-FF5F-613C-8EB4-03C7D28FBC23}"/>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5BFC07DA-2C83-3C92-FD27-8C2CBFCAC2A9}"/>
              </a:ext>
            </a:extLst>
          </p:cNvPr>
          <p:cNvSpPr>
            <a:spLocks noGrp="1"/>
          </p:cNvSpPr>
          <p:nvPr>
            <p:ph type="dt" sz="half" idx="10"/>
          </p:nvPr>
        </p:nvSpPr>
        <p:spPr/>
        <p:txBody>
          <a:bodyPr/>
          <a:lstStyle/>
          <a:p>
            <a:endParaRPr lang="en-GB" dirty="0"/>
          </a:p>
        </p:txBody>
      </p:sp>
      <p:sp>
        <p:nvSpPr>
          <p:cNvPr id="4" name="Footer Placeholder 3">
            <a:extLst>
              <a:ext uri="{FF2B5EF4-FFF2-40B4-BE49-F238E27FC236}">
                <a16:creationId xmlns:a16="http://schemas.microsoft.com/office/drawing/2014/main" id="{590AE1B4-7E6D-3D72-9F28-4F589DB42DA7}"/>
              </a:ext>
            </a:extLst>
          </p:cNvPr>
          <p:cNvSpPr>
            <a:spLocks noGrp="1"/>
          </p:cNvSpPr>
          <p:nvPr>
            <p:ph type="ftr" sz="quarter" idx="11"/>
          </p:nvPr>
        </p:nvSpPr>
        <p:spPr/>
        <p:txBody>
          <a:bodyPr/>
          <a:lstStyle/>
          <a:p>
            <a:endParaRPr lang="en-GB" dirty="0"/>
          </a:p>
        </p:txBody>
      </p:sp>
      <p:sp>
        <p:nvSpPr>
          <p:cNvPr id="5" name="Slide Number Placeholder 4">
            <a:extLst>
              <a:ext uri="{FF2B5EF4-FFF2-40B4-BE49-F238E27FC236}">
                <a16:creationId xmlns:a16="http://schemas.microsoft.com/office/drawing/2014/main" id="{231D5769-5FED-8793-7595-C4E0663676CA}"/>
              </a:ext>
            </a:extLst>
          </p:cNvPr>
          <p:cNvSpPr>
            <a:spLocks noGrp="1"/>
          </p:cNvSpPr>
          <p:nvPr>
            <p:ph type="sldNum" sz="quarter" idx="12"/>
          </p:nvPr>
        </p:nvSpPr>
        <p:spPr/>
        <p:txBody>
          <a:bodyPr/>
          <a:lstStyle/>
          <a:p>
            <a:fld id="{A543E3C9-646C-4166-9BF4-CF049967B668}" type="slidenum">
              <a:rPr lang="en-GB" smtClean="0"/>
              <a:t>‹#›</a:t>
            </a:fld>
            <a:endParaRPr lang="en-GB" dirty="0"/>
          </a:p>
        </p:txBody>
      </p:sp>
    </p:spTree>
    <p:extLst>
      <p:ext uri="{BB962C8B-B14F-4D97-AF65-F5344CB8AC3E}">
        <p14:creationId xmlns:p14="http://schemas.microsoft.com/office/powerpoint/2010/main" val="2418619314"/>
      </p:ext>
    </p:extLst>
  </p:cSld>
  <p:clrMapOvr>
    <a:masterClrMapping/>
  </p:clrMapOvr>
</p:sldLayout>
</file>

<file path=ppt/slideLayouts/slideLayout12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C05C7F6-48E4-6E5F-449C-B03F87DBD6DB}"/>
              </a:ext>
            </a:extLst>
          </p:cNvPr>
          <p:cNvSpPr>
            <a:spLocks noGrp="1"/>
          </p:cNvSpPr>
          <p:nvPr>
            <p:ph type="dt" sz="half" idx="10"/>
          </p:nvPr>
        </p:nvSpPr>
        <p:spPr/>
        <p:txBody>
          <a:bodyPr/>
          <a:lstStyle/>
          <a:p>
            <a:endParaRPr lang="en-GB" dirty="0"/>
          </a:p>
        </p:txBody>
      </p:sp>
      <p:sp>
        <p:nvSpPr>
          <p:cNvPr id="3" name="Footer Placeholder 2">
            <a:extLst>
              <a:ext uri="{FF2B5EF4-FFF2-40B4-BE49-F238E27FC236}">
                <a16:creationId xmlns:a16="http://schemas.microsoft.com/office/drawing/2014/main" id="{2A61A2DD-00B4-3FB2-E6AF-B353EED32B13}"/>
              </a:ext>
            </a:extLst>
          </p:cNvPr>
          <p:cNvSpPr>
            <a:spLocks noGrp="1"/>
          </p:cNvSpPr>
          <p:nvPr>
            <p:ph type="ftr" sz="quarter" idx="11"/>
          </p:nvPr>
        </p:nvSpPr>
        <p:spPr/>
        <p:txBody>
          <a:bodyPr/>
          <a:lstStyle/>
          <a:p>
            <a:endParaRPr lang="en-GB" dirty="0"/>
          </a:p>
        </p:txBody>
      </p:sp>
      <p:sp>
        <p:nvSpPr>
          <p:cNvPr id="4" name="Slide Number Placeholder 3">
            <a:extLst>
              <a:ext uri="{FF2B5EF4-FFF2-40B4-BE49-F238E27FC236}">
                <a16:creationId xmlns:a16="http://schemas.microsoft.com/office/drawing/2014/main" id="{EAFDF081-2407-6DEE-130A-E934151FD538}"/>
              </a:ext>
            </a:extLst>
          </p:cNvPr>
          <p:cNvSpPr>
            <a:spLocks noGrp="1"/>
          </p:cNvSpPr>
          <p:nvPr>
            <p:ph type="sldNum" sz="quarter" idx="12"/>
          </p:nvPr>
        </p:nvSpPr>
        <p:spPr/>
        <p:txBody>
          <a:bodyPr/>
          <a:lstStyle/>
          <a:p>
            <a:fld id="{A543E3C9-646C-4166-9BF4-CF049967B668}" type="slidenum">
              <a:rPr lang="en-GB" smtClean="0"/>
              <a:t>‹#›</a:t>
            </a:fld>
            <a:endParaRPr lang="en-GB" dirty="0"/>
          </a:p>
        </p:txBody>
      </p:sp>
    </p:spTree>
    <p:extLst>
      <p:ext uri="{BB962C8B-B14F-4D97-AF65-F5344CB8AC3E}">
        <p14:creationId xmlns:p14="http://schemas.microsoft.com/office/powerpoint/2010/main" val="1614097625"/>
      </p:ext>
    </p:extLst>
  </p:cSld>
  <p:clrMapOvr>
    <a:masterClrMapping/>
  </p:clrMapOvr>
</p:sldLayout>
</file>

<file path=ppt/slideLayouts/slideLayout12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867CFD-9EDB-36E2-FCBA-EE29ACA3A5B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21902714-CC7D-A7DB-195D-7D2A345695D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49E1C133-6122-3853-524C-1458A27EDC5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C6CC213-218B-DDB2-F22F-BDE4BC501A1E}"/>
              </a:ext>
            </a:extLst>
          </p:cNvPr>
          <p:cNvSpPr>
            <a:spLocks noGrp="1"/>
          </p:cNvSpPr>
          <p:nvPr>
            <p:ph type="dt" sz="half" idx="10"/>
          </p:nvPr>
        </p:nvSpPr>
        <p:spPr/>
        <p:txBody>
          <a:bodyPr/>
          <a:lstStyle/>
          <a:p>
            <a:endParaRPr lang="en-GB" dirty="0"/>
          </a:p>
        </p:txBody>
      </p:sp>
      <p:sp>
        <p:nvSpPr>
          <p:cNvPr id="6" name="Footer Placeholder 5">
            <a:extLst>
              <a:ext uri="{FF2B5EF4-FFF2-40B4-BE49-F238E27FC236}">
                <a16:creationId xmlns:a16="http://schemas.microsoft.com/office/drawing/2014/main" id="{E8364279-F92D-0D8A-0360-CE20484CEC09}"/>
              </a:ext>
            </a:extLst>
          </p:cNvPr>
          <p:cNvSpPr>
            <a:spLocks noGrp="1"/>
          </p:cNvSpPr>
          <p:nvPr>
            <p:ph type="ftr" sz="quarter" idx="11"/>
          </p:nvPr>
        </p:nvSpPr>
        <p:spPr/>
        <p:txBody>
          <a:bodyPr/>
          <a:lstStyle/>
          <a:p>
            <a:endParaRPr lang="en-GB" dirty="0"/>
          </a:p>
        </p:txBody>
      </p:sp>
      <p:sp>
        <p:nvSpPr>
          <p:cNvPr id="7" name="Slide Number Placeholder 6">
            <a:extLst>
              <a:ext uri="{FF2B5EF4-FFF2-40B4-BE49-F238E27FC236}">
                <a16:creationId xmlns:a16="http://schemas.microsoft.com/office/drawing/2014/main" id="{3FB332DB-71CF-DB6A-F8B6-9852B35F6FE4}"/>
              </a:ext>
            </a:extLst>
          </p:cNvPr>
          <p:cNvSpPr>
            <a:spLocks noGrp="1"/>
          </p:cNvSpPr>
          <p:nvPr>
            <p:ph type="sldNum" sz="quarter" idx="12"/>
          </p:nvPr>
        </p:nvSpPr>
        <p:spPr/>
        <p:txBody>
          <a:bodyPr/>
          <a:lstStyle/>
          <a:p>
            <a:fld id="{A543E3C9-646C-4166-9BF4-CF049967B668}" type="slidenum">
              <a:rPr lang="en-GB" smtClean="0"/>
              <a:t>‹#›</a:t>
            </a:fld>
            <a:endParaRPr lang="en-GB" dirty="0"/>
          </a:p>
        </p:txBody>
      </p:sp>
    </p:spTree>
    <p:extLst>
      <p:ext uri="{BB962C8B-B14F-4D97-AF65-F5344CB8AC3E}">
        <p14:creationId xmlns:p14="http://schemas.microsoft.com/office/powerpoint/2010/main" val="496061411"/>
      </p:ext>
    </p:extLst>
  </p:cSld>
  <p:clrMapOvr>
    <a:masterClrMapping/>
  </p:clrMapOvr>
</p:sldLayout>
</file>

<file path=ppt/slideLayouts/slideLayout12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39EE78-AB8B-956C-3C03-ADF39349442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0D7CD64F-E49D-6173-6DE6-ABF43C437A7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dirty="0"/>
          </a:p>
        </p:txBody>
      </p:sp>
      <p:sp>
        <p:nvSpPr>
          <p:cNvPr id="4" name="Text Placeholder 3">
            <a:extLst>
              <a:ext uri="{FF2B5EF4-FFF2-40B4-BE49-F238E27FC236}">
                <a16:creationId xmlns:a16="http://schemas.microsoft.com/office/drawing/2014/main" id="{5B74FFCF-DFE5-7E94-53DF-C626B0B8AD3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E2489CA-698D-AC35-07C6-A26CF27E5377}"/>
              </a:ext>
            </a:extLst>
          </p:cNvPr>
          <p:cNvSpPr>
            <a:spLocks noGrp="1"/>
          </p:cNvSpPr>
          <p:nvPr>
            <p:ph type="dt" sz="half" idx="10"/>
          </p:nvPr>
        </p:nvSpPr>
        <p:spPr/>
        <p:txBody>
          <a:bodyPr/>
          <a:lstStyle/>
          <a:p>
            <a:endParaRPr lang="en-GB" dirty="0"/>
          </a:p>
        </p:txBody>
      </p:sp>
      <p:sp>
        <p:nvSpPr>
          <p:cNvPr id="6" name="Footer Placeholder 5">
            <a:extLst>
              <a:ext uri="{FF2B5EF4-FFF2-40B4-BE49-F238E27FC236}">
                <a16:creationId xmlns:a16="http://schemas.microsoft.com/office/drawing/2014/main" id="{6C343135-74F2-4FFE-96BB-ED357421E6C7}"/>
              </a:ext>
            </a:extLst>
          </p:cNvPr>
          <p:cNvSpPr>
            <a:spLocks noGrp="1"/>
          </p:cNvSpPr>
          <p:nvPr>
            <p:ph type="ftr" sz="quarter" idx="11"/>
          </p:nvPr>
        </p:nvSpPr>
        <p:spPr/>
        <p:txBody>
          <a:bodyPr/>
          <a:lstStyle/>
          <a:p>
            <a:endParaRPr lang="en-GB" dirty="0"/>
          </a:p>
        </p:txBody>
      </p:sp>
      <p:sp>
        <p:nvSpPr>
          <p:cNvPr id="7" name="Slide Number Placeholder 6">
            <a:extLst>
              <a:ext uri="{FF2B5EF4-FFF2-40B4-BE49-F238E27FC236}">
                <a16:creationId xmlns:a16="http://schemas.microsoft.com/office/drawing/2014/main" id="{A72BCDAC-B253-7FC6-1E11-7C77EB46DD10}"/>
              </a:ext>
            </a:extLst>
          </p:cNvPr>
          <p:cNvSpPr>
            <a:spLocks noGrp="1"/>
          </p:cNvSpPr>
          <p:nvPr>
            <p:ph type="sldNum" sz="quarter" idx="12"/>
          </p:nvPr>
        </p:nvSpPr>
        <p:spPr/>
        <p:txBody>
          <a:bodyPr/>
          <a:lstStyle/>
          <a:p>
            <a:fld id="{A543E3C9-646C-4166-9BF4-CF049967B668}" type="slidenum">
              <a:rPr lang="en-GB" smtClean="0"/>
              <a:t>‹#›</a:t>
            </a:fld>
            <a:endParaRPr lang="en-GB" dirty="0"/>
          </a:p>
        </p:txBody>
      </p:sp>
    </p:spTree>
    <p:extLst>
      <p:ext uri="{BB962C8B-B14F-4D97-AF65-F5344CB8AC3E}">
        <p14:creationId xmlns:p14="http://schemas.microsoft.com/office/powerpoint/2010/main" val="3235746133"/>
      </p:ext>
    </p:extLst>
  </p:cSld>
  <p:clrMapOvr>
    <a:masterClrMapping/>
  </p:clrMapOvr>
</p:sldLayout>
</file>

<file path=ppt/slideLayouts/slideLayout12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9D9922-FA9D-383D-A19C-1670E04BF660}"/>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78710FFC-07BA-368E-8BEF-5F9AD4558E3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F4AEFD48-A5EE-EB7B-2461-575DDF3EF31B}"/>
              </a:ext>
            </a:extLst>
          </p:cNvPr>
          <p:cNvSpPr>
            <a:spLocks noGrp="1"/>
          </p:cNvSpPr>
          <p:nvPr>
            <p:ph type="dt" sz="half" idx="10"/>
          </p:nvPr>
        </p:nvSpPr>
        <p:spPr/>
        <p:txBody>
          <a:bodyPr/>
          <a:lstStyle/>
          <a:p>
            <a:endParaRPr lang="en-GB" dirty="0"/>
          </a:p>
        </p:txBody>
      </p:sp>
      <p:sp>
        <p:nvSpPr>
          <p:cNvPr id="5" name="Footer Placeholder 4">
            <a:extLst>
              <a:ext uri="{FF2B5EF4-FFF2-40B4-BE49-F238E27FC236}">
                <a16:creationId xmlns:a16="http://schemas.microsoft.com/office/drawing/2014/main" id="{D00E48C6-ED81-B3B2-92AE-AF25ECBC64F7}"/>
              </a:ext>
            </a:extLst>
          </p:cNvPr>
          <p:cNvSpPr>
            <a:spLocks noGrp="1"/>
          </p:cNvSpPr>
          <p:nvPr>
            <p:ph type="ftr" sz="quarter" idx="11"/>
          </p:nvPr>
        </p:nvSpPr>
        <p:spPr/>
        <p:txBody>
          <a:bodyPr/>
          <a:lstStyle/>
          <a:p>
            <a:endParaRPr lang="en-GB" dirty="0"/>
          </a:p>
        </p:txBody>
      </p:sp>
      <p:sp>
        <p:nvSpPr>
          <p:cNvPr id="6" name="Slide Number Placeholder 5">
            <a:extLst>
              <a:ext uri="{FF2B5EF4-FFF2-40B4-BE49-F238E27FC236}">
                <a16:creationId xmlns:a16="http://schemas.microsoft.com/office/drawing/2014/main" id="{E8B1B257-1A5B-C712-6D80-E569B0558766}"/>
              </a:ext>
            </a:extLst>
          </p:cNvPr>
          <p:cNvSpPr>
            <a:spLocks noGrp="1"/>
          </p:cNvSpPr>
          <p:nvPr>
            <p:ph type="sldNum" sz="quarter" idx="12"/>
          </p:nvPr>
        </p:nvSpPr>
        <p:spPr/>
        <p:txBody>
          <a:bodyPr/>
          <a:lstStyle/>
          <a:p>
            <a:fld id="{A543E3C9-646C-4166-9BF4-CF049967B668}" type="slidenum">
              <a:rPr lang="en-GB" smtClean="0"/>
              <a:t>‹#›</a:t>
            </a:fld>
            <a:endParaRPr lang="en-GB" dirty="0"/>
          </a:p>
        </p:txBody>
      </p:sp>
    </p:spTree>
    <p:extLst>
      <p:ext uri="{BB962C8B-B14F-4D97-AF65-F5344CB8AC3E}">
        <p14:creationId xmlns:p14="http://schemas.microsoft.com/office/powerpoint/2010/main" val="2378234492"/>
      </p:ext>
    </p:extLst>
  </p:cSld>
  <p:clrMapOvr>
    <a:masterClrMapping/>
  </p:clrMapOvr>
</p:sldLayout>
</file>

<file path=ppt/slideLayouts/slideLayout12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757DC50-9430-8F55-3F8C-079680426CF1}"/>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989CD0E4-FF02-5A2E-BCCE-E5DEEEB2950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D72E451A-2FD6-F62A-87A7-402F00CBB088}"/>
              </a:ext>
            </a:extLst>
          </p:cNvPr>
          <p:cNvSpPr>
            <a:spLocks noGrp="1"/>
          </p:cNvSpPr>
          <p:nvPr>
            <p:ph type="dt" sz="half" idx="10"/>
          </p:nvPr>
        </p:nvSpPr>
        <p:spPr/>
        <p:txBody>
          <a:bodyPr/>
          <a:lstStyle/>
          <a:p>
            <a:endParaRPr lang="en-GB" dirty="0"/>
          </a:p>
        </p:txBody>
      </p:sp>
      <p:sp>
        <p:nvSpPr>
          <p:cNvPr id="5" name="Footer Placeholder 4">
            <a:extLst>
              <a:ext uri="{FF2B5EF4-FFF2-40B4-BE49-F238E27FC236}">
                <a16:creationId xmlns:a16="http://schemas.microsoft.com/office/drawing/2014/main" id="{2F4E098B-CA21-3CC7-B4DE-2D294CBAF9E2}"/>
              </a:ext>
            </a:extLst>
          </p:cNvPr>
          <p:cNvSpPr>
            <a:spLocks noGrp="1"/>
          </p:cNvSpPr>
          <p:nvPr>
            <p:ph type="ftr" sz="quarter" idx="11"/>
          </p:nvPr>
        </p:nvSpPr>
        <p:spPr/>
        <p:txBody>
          <a:bodyPr/>
          <a:lstStyle/>
          <a:p>
            <a:endParaRPr lang="en-GB" dirty="0"/>
          </a:p>
        </p:txBody>
      </p:sp>
      <p:sp>
        <p:nvSpPr>
          <p:cNvPr id="6" name="Slide Number Placeholder 5">
            <a:extLst>
              <a:ext uri="{FF2B5EF4-FFF2-40B4-BE49-F238E27FC236}">
                <a16:creationId xmlns:a16="http://schemas.microsoft.com/office/drawing/2014/main" id="{1EA4A002-EF22-9AD8-50CB-BDE5AB8FA80B}"/>
              </a:ext>
            </a:extLst>
          </p:cNvPr>
          <p:cNvSpPr>
            <a:spLocks noGrp="1"/>
          </p:cNvSpPr>
          <p:nvPr>
            <p:ph type="sldNum" sz="quarter" idx="12"/>
          </p:nvPr>
        </p:nvSpPr>
        <p:spPr/>
        <p:txBody>
          <a:bodyPr/>
          <a:lstStyle/>
          <a:p>
            <a:fld id="{A543E3C9-646C-4166-9BF4-CF049967B668}" type="slidenum">
              <a:rPr lang="en-GB" smtClean="0"/>
              <a:t>‹#›</a:t>
            </a:fld>
            <a:endParaRPr lang="en-GB" dirty="0"/>
          </a:p>
        </p:txBody>
      </p:sp>
    </p:spTree>
    <p:extLst>
      <p:ext uri="{BB962C8B-B14F-4D97-AF65-F5344CB8AC3E}">
        <p14:creationId xmlns:p14="http://schemas.microsoft.com/office/powerpoint/2010/main" val="597815791"/>
      </p:ext>
    </p:extLst>
  </p:cSld>
  <p:clrMapOvr>
    <a:masterClrMapping/>
  </p:clrMapOvr>
</p:sldLayout>
</file>

<file path=ppt/slideLayouts/slideLayout12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849D475-7154-42DD-9067-ACE4D1B546FC}" type="slidenum">
              <a:rPr lang="en-US" smtClean="0"/>
              <a:pPr/>
              <a:t>‹#›</a:t>
            </a:fld>
            <a:endParaRPr lang="en-US"/>
          </a:p>
        </p:txBody>
      </p:sp>
    </p:spTree>
    <p:extLst>
      <p:ext uri="{BB962C8B-B14F-4D97-AF65-F5344CB8AC3E}">
        <p14:creationId xmlns:p14="http://schemas.microsoft.com/office/powerpoint/2010/main" val="3682736097"/>
      </p:ext>
    </p:extLst>
  </p:cSld>
  <p:clrMapOvr>
    <a:masterClrMapping/>
  </p:clrMapOvr>
</p:sldLayout>
</file>

<file path=ppt/slideLayouts/slideLayout12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849D475-7154-42DD-9067-ACE4D1B546FC}" type="slidenum">
              <a:rPr lang="en-US" smtClean="0"/>
              <a:pPr/>
              <a:t>‹#›</a:t>
            </a:fld>
            <a:endParaRPr lang="en-US"/>
          </a:p>
        </p:txBody>
      </p:sp>
    </p:spTree>
    <p:extLst>
      <p:ext uri="{BB962C8B-B14F-4D97-AF65-F5344CB8AC3E}">
        <p14:creationId xmlns:p14="http://schemas.microsoft.com/office/powerpoint/2010/main" val="3118901078"/>
      </p:ext>
    </p:extLst>
  </p:cSld>
  <p:clrMapOvr>
    <a:masterClrMapping/>
  </p:clrMapOvr>
</p:sldLayout>
</file>

<file path=ppt/slideLayouts/slideLayout12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849D475-7154-42DD-9067-ACE4D1B546FC}" type="slidenum">
              <a:rPr lang="en-US" smtClean="0"/>
              <a:pPr/>
              <a:t>‹#›</a:t>
            </a:fld>
            <a:endParaRPr lang="en-US"/>
          </a:p>
        </p:txBody>
      </p:sp>
    </p:spTree>
    <p:extLst>
      <p:ext uri="{BB962C8B-B14F-4D97-AF65-F5344CB8AC3E}">
        <p14:creationId xmlns:p14="http://schemas.microsoft.com/office/powerpoint/2010/main" val="3813573361"/>
      </p:ext>
    </p:extLst>
  </p:cSld>
  <p:clrMapOvr>
    <a:masterClrMapping/>
  </p:clrMapOvr>
</p:sldLayout>
</file>

<file path=ppt/slideLayouts/slideLayout12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849D475-7154-42DD-9067-ACE4D1B546FC}" type="slidenum">
              <a:rPr lang="en-US" smtClean="0"/>
              <a:pPr/>
              <a:t>‹#›</a:t>
            </a:fld>
            <a:endParaRPr lang="en-US"/>
          </a:p>
        </p:txBody>
      </p:sp>
    </p:spTree>
    <p:extLst>
      <p:ext uri="{BB962C8B-B14F-4D97-AF65-F5344CB8AC3E}">
        <p14:creationId xmlns:p14="http://schemas.microsoft.com/office/powerpoint/2010/main" val="2731161927"/>
      </p:ext>
    </p:extLst>
  </p:cSld>
  <p:clrMapOvr>
    <a:masterClrMapping/>
  </p:clrMapOvr>
</p:sldLayout>
</file>

<file path=ppt/slideLayouts/slideLayout12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849D475-7154-42DD-9067-ACE4D1B546FC}" type="slidenum">
              <a:rPr lang="en-US" smtClean="0"/>
              <a:pPr/>
              <a:t>‹#›</a:t>
            </a:fld>
            <a:endParaRPr lang="en-US"/>
          </a:p>
        </p:txBody>
      </p:sp>
    </p:spTree>
    <p:extLst>
      <p:ext uri="{BB962C8B-B14F-4D97-AF65-F5344CB8AC3E}">
        <p14:creationId xmlns:p14="http://schemas.microsoft.com/office/powerpoint/2010/main" val="2591200207"/>
      </p:ext>
    </p:extLst>
  </p:cSld>
  <p:clrMapOvr>
    <a:masterClrMapping/>
  </p:clrMapOvr>
</p:sldLayout>
</file>

<file path=ppt/slideLayouts/slideLayout13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849D475-7154-42DD-9067-ACE4D1B546FC}" type="slidenum">
              <a:rPr lang="en-US" smtClean="0"/>
              <a:pPr/>
              <a:t>‹#›</a:t>
            </a:fld>
            <a:endParaRPr lang="en-US"/>
          </a:p>
        </p:txBody>
      </p:sp>
    </p:spTree>
    <p:extLst>
      <p:ext uri="{BB962C8B-B14F-4D97-AF65-F5344CB8AC3E}">
        <p14:creationId xmlns:p14="http://schemas.microsoft.com/office/powerpoint/2010/main" val="3792320077"/>
      </p:ext>
    </p:extLst>
  </p:cSld>
  <p:clrMapOvr>
    <a:masterClrMapping/>
  </p:clrMapOvr>
</p:sldLayout>
</file>

<file path=ppt/slideLayouts/slideLayout13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2849D475-7154-42DD-9067-ACE4D1B546FC}" type="slidenum">
              <a:rPr lang="en-US" smtClean="0"/>
              <a:pPr/>
              <a:t>‹#›</a:t>
            </a:fld>
            <a:endParaRPr lang="en-US"/>
          </a:p>
        </p:txBody>
      </p:sp>
    </p:spTree>
    <p:extLst>
      <p:ext uri="{BB962C8B-B14F-4D97-AF65-F5344CB8AC3E}">
        <p14:creationId xmlns:p14="http://schemas.microsoft.com/office/powerpoint/2010/main" val="2366135214"/>
      </p:ext>
    </p:extLst>
  </p:cSld>
  <p:clrMapOvr>
    <a:masterClrMapping/>
  </p:clrMapOvr>
</p:sldLayout>
</file>

<file path=ppt/slideLayouts/slideLayout13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849D475-7154-42DD-9067-ACE4D1B546FC}" type="slidenum">
              <a:rPr lang="en-US" smtClean="0"/>
              <a:pPr/>
              <a:t>‹#›</a:t>
            </a:fld>
            <a:endParaRPr lang="en-US"/>
          </a:p>
        </p:txBody>
      </p:sp>
    </p:spTree>
    <p:extLst>
      <p:ext uri="{BB962C8B-B14F-4D97-AF65-F5344CB8AC3E}">
        <p14:creationId xmlns:p14="http://schemas.microsoft.com/office/powerpoint/2010/main" val="2434032435"/>
      </p:ext>
    </p:extLst>
  </p:cSld>
  <p:clrMapOvr>
    <a:masterClrMapping/>
  </p:clrMapOvr>
</p:sldLayout>
</file>

<file path=ppt/slideLayouts/slideLayout13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849D475-7154-42DD-9067-ACE4D1B546FC}" type="slidenum">
              <a:rPr lang="en-US" smtClean="0"/>
              <a:pPr/>
              <a:t>‹#›</a:t>
            </a:fld>
            <a:endParaRPr lang="en-US"/>
          </a:p>
        </p:txBody>
      </p:sp>
    </p:spTree>
    <p:extLst>
      <p:ext uri="{BB962C8B-B14F-4D97-AF65-F5344CB8AC3E}">
        <p14:creationId xmlns:p14="http://schemas.microsoft.com/office/powerpoint/2010/main" val="463451265"/>
      </p:ext>
    </p:extLst>
  </p:cSld>
  <p:clrMapOvr>
    <a:masterClrMapping/>
  </p:clrMapOvr>
</p:sldLayout>
</file>

<file path=ppt/slideLayouts/slideLayout13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849D475-7154-42DD-9067-ACE4D1B546FC}" type="slidenum">
              <a:rPr lang="en-US" smtClean="0"/>
              <a:pPr/>
              <a:t>‹#›</a:t>
            </a:fld>
            <a:endParaRPr lang="en-US"/>
          </a:p>
        </p:txBody>
      </p:sp>
    </p:spTree>
    <p:extLst>
      <p:ext uri="{BB962C8B-B14F-4D97-AF65-F5344CB8AC3E}">
        <p14:creationId xmlns:p14="http://schemas.microsoft.com/office/powerpoint/2010/main" val="3153755894"/>
      </p:ext>
    </p:extLst>
  </p:cSld>
  <p:clrMapOvr>
    <a:masterClrMapping/>
  </p:clrMapOvr>
</p:sldLayout>
</file>

<file path=ppt/slideLayouts/slideLayout13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849D475-7154-42DD-9067-ACE4D1B546FC}" type="slidenum">
              <a:rPr lang="en-US" smtClean="0"/>
              <a:pPr/>
              <a:t>‹#›</a:t>
            </a:fld>
            <a:endParaRPr lang="en-US"/>
          </a:p>
        </p:txBody>
      </p:sp>
    </p:spTree>
    <p:extLst>
      <p:ext uri="{BB962C8B-B14F-4D97-AF65-F5344CB8AC3E}">
        <p14:creationId xmlns:p14="http://schemas.microsoft.com/office/powerpoint/2010/main" val="1147268750"/>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slideLayout" Target="../slideLayouts/slideLayout19.xml"/><Relationship Id="rId3" Type="http://schemas.openxmlformats.org/officeDocument/2006/relationships/slideLayout" Target="../slideLayouts/slideLayout20.xml"/><Relationship Id="rId4" Type="http://schemas.openxmlformats.org/officeDocument/2006/relationships/slideLayout" Target="../slideLayouts/slideLayout21.xml"/><Relationship Id="rId5" Type="http://schemas.openxmlformats.org/officeDocument/2006/relationships/slideLayout" Target="../slideLayouts/slideLayout22.xml"/><Relationship Id="rId6" Type="http://schemas.openxmlformats.org/officeDocument/2006/relationships/slideLayout" Target="../slideLayouts/slideLayout23.xml"/><Relationship Id="rId7" Type="http://schemas.openxmlformats.org/officeDocument/2006/relationships/slideLayout" Target="../slideLayouts/slideLayout24.xml"/><Relationship Id="rId8" Type="http://schemas.openxmlformats.org/officeDocument/2006/relationships/slideLayout" Target="../slideLayouts/slideLayout25.xml"/><Relationship Id="rId9" Type="http://schemas.openxmlformats.org/officeDocument/2006/relationships/slideLayout" Target="../slideLayouts/slideLayout26.xml"/><Relationship Id="rId10" Type="http://schemas.openxmlformats.org/officeDocument/2006/relationships/slideLayout" Target="../slideLayouts/slideLayout27.xml"/><Relationship Id="rId11" Type="http://schemas.openxmlformats.org/officeDocument/2006/relationships/slideLayout" Target="../slideLayouts/slideLayout28.xml"/><Relationship Id="rId12"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slideLayout" Target="../slideLayouts/slideLayout30.xml"/><Relationship Id="rId3" Type="http://schemas.openxmlformats.org/officeDocument/2006/relationships/slideLayout" Target="../slideLayouts/slideLayout31.xml"/><Relationship Id="rId4" Type="http://schemas.openxmlformats.org/officeDocument/2006/relationships/slideLayout" Target="../slideLayouts/slideLayout32.xml"/><Relationship Id="rId5" Type="http://schemas.openxmlformats.org/officeDocument/2006/relationships/slideLayout" Target="../slideLayouts/slideLayout33.xml"/><Relationship Id="rId6" Type="http://schemas.openxmlformats.org/officeDocument/2006/relationships/slideLayout" Target="../slideLayouts/slideLayout34.xml"/><Relationship Id="rId7" Type="http://schemas.openxmlformats.org/officeDocument/2006/relationships/slideLayout" Target="../slideLayouts/slideLayout35.xml"/><Relationship Id="rId8" Type="http://schemas.openxmlformats.org/officeDocument/2006/relationships/slideLayout" Target="../slideLayouts/slideLayout36.xml"/><Relationship Id="rId9" Type="http://schemas.openxmlformats.org/officeDocument/2006/relationships/slideLayout" Target="../slideLayouts/slideLayout37.xml"/><Relationship Id="rId10" Type="http://schemas.openxmlformats.org/officeDocument/2006/relationships/slideLayout" Target="../slideLayouts/slideLayout38.xml"/><Relationship Id="rId11" Type="http://schemas.openxmlformats.org/officeDocument/2006/relationships/slideLayout" Target="../slideLayouts/slideLayout39.xml"/><Relationship Id="rId12" Type="http://schemas.openxmlformats.org/officeDocument/2006/relationships/slideLayout" Target="../slideLayouts/slideLayout40.xml"/><Relationship Id="rId13" Type="http://schemas.openxmlformats.org/officeDocument/2006/relationships/slideLayout" Target="../slideLayouts/slideLayout41.xml"/><Relationship Id="rId14" Type="http://schemas.openxmlformats.org/officeDocument/2006/relationships/slideLayout" Target="../slideLayouts/slideLayout42.xml"/><Relationship Id="rId15" Type="http://schemas.openxmlformats.org/officeDocument/2006/relationships/slideLayout" Target="../slideLayouts/slideLayout43.xml"/><Relationship Id="rId16"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44.xml"/><Relationship Id="rId2" Type="http://schemas.openxmlformats.org/officeDocument/2006/relationships/slideLayout" Target="../slideLayouts/slideLayout45.xml"/><Relationship Id="rId3" Type="http://schemas.openxmlformats.org/officeDocument/2006/relationships/slideLayout" Target="../slideLayouts/slideLayout46.xml"/><Relationship Id="rId4" Type="http://schemas.openxmlformats.org/officeDocument/2006/relationships/slideLayout" Target="../slideLayouts/slideLayout47.xml"/><Relationship Id="rId5" Type="http://schemas.openxmlformats.org/officeDocument/2006/relationships/slideLayout" Target="../slideLayouts/slideLayout48.xml"/><Relationship Id="rId6" Type="http://schemas.openxmlformats.org/officeDocument/2006/relationships/theme" Target="../theme/theme4.xml"/></Relationships>
</file>

<file path=ppt/slideMasters/_rels/slideMaster5.xml.rels><?xml version='1.0' encoding='UTF-8' standalone='yes'?>
<Relationships xmlns="http://schemas.openxmlformats.org/package/2006/relationships"><Relationship Id="rId1" Type="http://schemas.openxmlformats.org/officeDocument/2006/relationships/slideLayout" Target="../slideLayouts/slideLayout49.xml"/><Relationship Id="rId2" Type="http://schemas.openxmlformats.org/officeDocument/2006/relationships/slideLayout" Target="../slideLayouts/slideLayout50.xml"/><Relationship Id="rId3" Type="http://schemas.openxmlformats.org/officeDocument/2006/relationships/slideLayout" Target="../slideLayouts/slideLayout51.xml"/><Relationship Id="rId4" Type="http://schemas.openxmlformats.org/officeDocument/2006/relationships/slideLayout" Target="../slideLayouts/slideLayout52.xml"/><Relationship Id="rId5" Type="http://schemas.openxmlformats.org/officeDocument/2006/relationships/slideLayout" Target="../slideLayouts/slideLayout53.xml"/><Relationship Id="rId6" Type="http://schemas.openxmlformats.org/officeDocument/2006/relationships/slideLayout" Target="../slideLayouts/slideLayout54.xml"/><Relationship Id="rId7" Type="http://schemas.openxmlformats.org/officeDocument/2006/relationships/slideLayout" Target="../slideLayouts/slideLayout55.xml"/><Relationship Id="rId8" Type="http://schemas.openxmlformats.org/officeDocument/2006/relationships/slideLayout" Target="../slideLayouts/slideLayout56.xml"/><Relationship Id="rId9" Type="http://schemas.openxmlformats.org/officeDocument/2006/relationships/slideLayout" Target="../slideLayouts/slideLayout57.xml"/><Relationship Id="rId10" Type="http://schemas.openxmlformats.org/officeDocument/2006/relationships/slideLayout" Target="../slideLayouts/slideLayout58.xml"/><Relationship Id="rId11" Type="http://schemas.openxmlformats.org/officeDocument/2006/relationships/slideLayout" Target="../slideLayouts/slideLayout59.xml"/><Relationship Id="rId12" Type="http://schemas.openxmlformats.org/officeDocument/2006/relationships/slideLayout" Target="../slideLayouts/slideLayout60.xml"/><Relationship Id="rId13" Type="http://schemas.openxmlformats.org/officeDocument/2006/relationships/slideLayout" Target="../slideLayouts/slideLayout61.xml"/><Relationship Id="rId14" Type="http://schemas.openxmlformats.org/officeDocument/2006/relationships/theme" Target="../theme/theme5.xml"/></Relationships>
</file>

<file path=ppt/slideMasters/_rels/slideMaster6.xml.rels><?xml version='1.0' encoding='UTF-8' standalone='yes'?>
<Relationships xmlns="http://schemas.openxmlformats.org/package/2006/relationships"><Relationship Id="rId1" Type="http://schemas.openxmlformats.org/officeDocument/2006/relationships/slideLayout" Target="../slideLayouts/slideLayout62.xml"/><Relationship Id="rId2" Type="http://schemas.openxmlformats.org/officeDocument/2006/relationships/slideLayout" Target="../slideLayouts/slideLayout63.xml"/><Relationship Id="rId3" Type="http://schemas.openxmlformats.org/officeDocument/2006/relationships/slideLayout" Target="../slideLayouts/slideLayout64.xml"/><Relationship Id="rId4" Type="http://schemas.openxmlformats.org/officeDocument/2006/relationships/slideLayout" Target="../slideLayouts/slideLayout65.xml"/><Relationship Id="rId5" Type="http://schemas.openxmlformats.org/officeDocument/2006/relationships/slideLayout" Target="../slideLayouts/slideLayout66.xml"/><Relationship Id="rId6" Type="http://schemas.openxmlformats.org/officeDocument/2006/relationships/slideLayout" Target="../slideLayouts/slideLayout67.xml"/><Relationship Id="rId7" Type="http://schemas.openxmlformats.org/officeDocument/2006/relationships/slideLayout" Target="../slideLayouts/slideLayout68.xml"/><Relationship Id="rId8" Type="http://schemas.openxmlformats.org/officeDocument/2006/relationships/slideLayout" Target="../slideLayouts/slideLayout69.xml"/><Relationship Id="rId9" Type="http://schemas.openxmlformats.org/officeDocument/2006/relationships/slideLayout" Target="../slideLayouts/slideLayout70.xml"/><Relationship Id="rId10" Type="http://schemas.openxmlformats.org/officeDocument/2006/relationships/slideLayout" Target="../slideLayouts/slideLayout71.xml"/><Relationship Id="rId11" Type="http://schemas.openxmlformats.org/officeDocument/2006/relationships/slideLayout" Target="../slideLayouts/slideLayout72.xml"/><Relationship Id="rId12" Type="http://schemas.openxmlformats.org/officeDocument/2006/relationships/slideLayout" Target="../slideLayouts/slideLayout73.xml"/><Relationship Id="rId13" Type="http://schemas.openxmlformats.org/officeDocument/2006/relationships/slideLayout" Target="../slideLayouts/slideLayout74.xml"/><Relationship Id="rId14" Type="http://schemas.openxmlformats.org/officeDocument/2006/relationships/slideLayout" Target="../slideLayouts/slideLayout75.xml"/><Relationship Id="rId15" Type="http://schemas.openxmlformats.org/officeDocument/2006/relationships/slideLayout" Target="../slideLayouts/slideLayout76.xml"/><Relationship Id="rId16" Type="http://schemas.openxmlformats.org/officeDocument/2006/relationships/slideLayout" Target="../slideLayouts/slideLayout77.xml"/><Relationship Id="rId17" Type="http://schemas.openxmlformats.org/officeDocument/2006/relationships/slideLayout" Target="../slideLayouts/slideLayout78.xml"/><Relationship Id="rId18" Type="http://schemas.openxmlformats.org/officeDocument/2006/relationships/slideLayout" Target="../slideLayouts/slideLayout79.xml"/><Relationship Id="rId19" Type="http://schemas.openxmlformats.org/officeDocument/2006/relationships/slideLayout" Target="../slideLayouts/slideLayout80.xml"/><Relationship Id="rId20" Type="http://schemas.openxmlformats.org/officeDocument/2006/relationships/slideLayout" Target="../slideLayouts/slideLayout81.xml"/><Relationship Id="rId21" Type="http://schemas.openxmlformats.org/officeDocument/2006/relationships/slideLayout" Target="../slideLayouts/slideLayout82.xml"/><Relationship Id="rId22" Type="http://schemas.openxmlformats.org/officeDocument/2006/relationships/slideLayout" Target="../slideLayouts/slideLayout83.xml"/><Relationship Id="rId23" Type="http://schemas.openxmlformats.org/officeDocument/2006/relationships/slideLayout" Target="../slideLayouts/slideLayout84.xml"/><Relationship Id="rId24" Type="http://schemas.openxmlformats.org/officeDocument/2006/relationships/theme" Target="../theme/theme6.xml"/></Relationships>
</file>

<file path=ppt/slideMasters/_rels/slideMaster7.xml.rels><?xml version='1.0' encoding='UTF-8' standalone='yes'?>
<Relationships xmlns="http://schemas.openxmlformats.org/package/2006/relationships"><Relationship Id="rId1" Type="http://schemas.openxmlformats.org/officeDocument/2006/relationships/slideLayout" Target="../slideLayouts/slideLayout85.xml"/><Relationship Id="rId2" Type="http://schemas.openxmlformats.org/officeDocument/2006/relationships/slideLayout" Target="../slideLayouts/slideLayout86.xml"/><Relationship Id="rId3" Type="http://schemas.openxmlformats.org/officeDocument/2006/relationships/slideLayout" Target="../slideLayouts/slideLayout87.xml"/><Relationship Id="rId4" Type="http://schemas.openxmlformats.org/officeDocument/2006/relationships/slideLayout" Target="../slideLayouts/slideLayout88.xml"/><Relationship Id="rId5" Type="http://schemas.openxmlformats.org/officeDocument/2006/relationships/slideLayout" Target="../slideLayouts/slideLayout89.xml"/><Relationship Id="rId6" Type="http://schemas.openxmlformats.org/officeDocument/2006/relationships/slideLayout" Target="../slideLayouts/slideLayout90.xml"/><Relationship Id="rId7" Type="http://schemas.openxmlformats.org/officeDocument/2006/relationships/slideLayout" Target="../slideLayouts/slideLayout91.xml"/><Relationship Id="rId8" Type="http://schemas.openxmlformats.org/officeDocument/2006/relationships/slideLayout" Target="../slideLayouts/slideLayout92.xml"/><Relationship Id="rId9" Type="http://schemas.openxmlformats.org/officeDocument/2006/relationships/slideLayout" Target="../slideLayouts/slideLayout93.xml"/><Relationship Id="rId10" Type="http://schemas.openxmlformats.org/officeDocument/2006/relationships/slideLayout" Target="../slideLayouts/slideLayout94.xml"/><Relationship Id="rId11" Type="http://schemas.openxmlformats.org/officeDocument/2006/relationships/slideLayout" Target="../slideLayouts/slideLayout95.xml"/><Relationship Id="rId12" Type="http://schemas.openxmlformats.org/officeDocument/2006/relationships/slideLayout" Target="../slideLayouts/slideLayout96.xml"/><Relationship Id="rId13" Type="http://schemas.openxmlformats.org/officeDocument/2006/relationships/slideLayout" Target="../slideLayouts/slideLayout97.xml"/><Relationship Id="rId14" Type="http://schemas.openxmlformats.org/officeDocument/2006/relationships/slideLayout" Target="../slideLayouts/slideLayout98.xml"/><Relationship Id="rId15" Type="http://schemas.openxmlformats.org/officeDocument/2006/relationships/slideLayout" Target="../slideLayouts/slideLayout99.xml"/><Relationship Id="rId16" Type="http://schemas.openxmlformats.org/officeDocument/2006/relationships/slideLayout" Target="../slideLayouts/slideLayout100.xml"/><Relationship Id="rId17" Type="http://schemas.openxmlformats.org/officeDocument/2006/relationships/slideLayout" Target="../slideLayouts/slideLayout101.xml"/><Relationship Id="rId18" Type="http://schemas.openxmlformats.org/officeDocument/2006/relationships/theme" Target="../theme/theme7.xml"/><Relationship Id="rId19" Type="http://schemas.openxmlformats.org/officeDocument/2006/relationships/image" Target="../media/image17.png"/><Relationship Id="rId20" Type="http://schemas.openxmlformats.org/officeDocument/2006/relationships/image" Target="../media/image18.png"/></Relationships>
</file>

<file path=ppt/slideMasters/_rels/slideMaster8.xml.rels><?xml version='1.0' encoding='UTF-8' standalone='yes'?>
<Relationships xmlns="http://schemas.openxmlformats.org/package/2006/relationships"><Relationship Id="rId1" Type="http://schemas.openxmlformats.org/officeDocument/2006/relationships/slideLayout" Target="../slideLayouts/slideLayout102.xml"/><Relationship Id="rId2" Type="http://schemas.openxmlformats.org/officeDocument/2006/relationships/slideLayout" Target="../slideLayouts/slideLayout103.xml"/><Relationship Id="rId3" Type="http://schemas.openxmlformats.org/officeDocument/2006/relationships/slideLayout" Target="../slideLayouts/slideLayout104.xml"/><Relationship Id="rId4" Type="http://schemas.openxmlformats.org/officeDocument/2006/relationships/slideLayout" Target="../slideLayouts/slideLayout105.xml"/><Relationship Id="rId5" Type="http://schemas.openxmlformats.org/officeDocument/2006/relationships/slideLayout" Target="../slideLayouts/slideLayout106.xml"/><Relationship Id="rId6" Type="http://schemas.openxmlformats.org/officeDocument/2006/relationships/slideLayout" Target="../slideLayouts/slideLayout107.xml"/><Relationship Id="rId7" Type="http://schemas.openxmlformats.org/officeDocument/2006/relationships/slideLayout" Target="../slideLayouts/slideLayout108.xml"/><Relationship Id="rId8" Type="http://schemas.openxmlformats.org/officeDocument/2006/relationships/slideLayout" Target="../slideLayouts/slideLayout109.xml"/><Relationship Id="rId9" Type="http://schemas.openxmlformats.org/officeDocument/2006/relationships/slideLayout" Target="../slideLayouts/slideLayout110.xml"/><Relationship Id="rId10" Type="http://schemas.openxmlformats.org/officeDocument/2006/relationships/slideLayout" Target="../slideLayouts/slideLayout111.xml"/><Relationship Id="rId11" Type="http://schemas.openxmlformats.org/officeDocument/2006/relationships/slideLayout" Target="../slideLayouts/slideLayout112.xml"/><Relationship Id="rId12" Type="http://schemas.openxmlformats.org/officeDocument/2006/relationships/slideLayout" Target="../slideLayouts/slideLayout113.xml"/><Relationship Id="rId13" Type="http://schemas.openxmlformats.org/officeDocument/2006/relationships/theme" Target="../theme/theme8.xml"/></Relationships>
</file>

<file path=ppt/slideMasters/_rels/slideMaster9.xml.rels><?xml version='1.0' encoding='UTF-8' standalone='yes'?>
<Relationships xmlns="http://schemas.openxmlformats.org/package/2006/relationships"><Relationship Id="rId1" Type="http://schemas.openxmlformats.org/officeDocument/2006/relationships/slideLayout" Target="../slideLayouts/slideLayout114.xml"/><Relationship Id="rId2" Type="http://schemas.openxmlformats.org/officeDocument/2006/relationships/slideLayout" Target="../slideLayouts/slideLayout115.xml"/><Relationship Id="rId3" Type="http://schemas.openxmlformats.org/officeDocument/2006/relationships/slideLayout" Target="../slideLayouts/slideLayout116.xml"/><Relationship Id="rId4" Type="http://schemas.openxmlformats.org/officeDocument/2006/relationships/slideLayout" Target="../slideLayouts/slideLayout117.xml"/><Relationship Id="rId5" Type="http://schemas.openxmlformats.org/officeDocument/2006/relationships/slideLayout" Target="../slideLayouts/slideLayout118.xml"/><Relationship Id="rId6" Type="http://schemas.openxmlformats.org/officeDocument/2006/relationships/slideLayout" Target="../slideLayouts/slideLayout119.xml"/><Relationship Id="rId7" Type="http://schemas.openxmlformats.org/officeDocument/2006/relationships/slideLayout" Target="../slideLayouts/slideLayout120.xml"/><Relationship Id="rId8" Type="http://schemas.openxmlformats.org/officeDocument/2006/relationships/slideLayout" Target="../slideLayouts/slideLayout121.xml"/><Relationship Id="rId9" Type="http://schemas.openxmlformats.org/officeDocument/2006/relationships/slideLayout" Target="../slideLayouts/slideLayout122.xml"/><Relationship Id="rId10" Type="http://schemas.openxmlformats.org/officeDocument/2006/relationships/slideLayout" Target="../slideLayouts/slideLayout123.xml"/><Relationship Id="rId11" Type="http://schemas.openxmlformats.org/officeDocument/2006/relationships/slideLayout" Target="../slideLayouts/slideLayout124.xml"/><Relationship Id="rId12" Type="http://schemas.openxmlformats.org/officeDocument/2006/relationships/theme" Target="../theme/theme9.xml"/></Relationships>
</file>

<file path=ppt/slideMasters/_rels/slideMaster10.xml.rels><?xml version='1.0' encoding='UTF-8' standalone='yes'?>
<Relationships xmlns="http://schemas.openxmlformats.org/package/2006/relationships"><Relationship Id="rId1" Type="http://schemas.openxmlformats.org/officeDocument/2006/relationships/slideLayout" Target="../slideLayouts/slideLayout125.xml"/><Relationship Id="rId2" Type="http://schemas.openxmlformats.org/officeDocument/2006/relationships/slideLayout" Target="../slideLayouts/slideLayout126.xml"/><Relationship Id="rId3" Type="http://schemas.openxmlformats.org/officeDocument/2006/relationships/slideLayout" Target="../slideLayouts/slideLayout127.xml"/><Relationship Id="rId4" Type="http://schemas.openxmlformats.org/officeDocument/2006/relationships/slideLayout" Target="../slideLayouts/slideLayout128.xml"/><Relationship Id="rId5" Type="http://schemas.openxmlformats.org/officeDocument/2006/relationships/slideLayout" Target="../slideLayouts/slideLayout129.xml"/><Relationship Id="rId6" Type="http://schemas.openxmlformats.org/officeDocument/2006/relationships/slideLayout" Target="../slideLayouts/slideLayout130.xml"/><Relationship Id="rId7" Type="http://schemas.openxmlformats.org/officeDocument/2006/relationships/slideLayout" Target="../slideLayouts/slideLayout131.xml"/><Relationship Id="rId8" Type="http://schemas.openxmlformats.org/officeDocument/2006/relationships/slideLayout" Target="../slideLayouts/slideLayout132.xml"/><Relationship Id="rId9" Type="http://schemas.openxmlformats.org/officeDocument/2006/relationships/slideLayout" Target="../slideLayouts/slideLayout133.xml"/><Relationship Id="rId10" Type="http://schemas.openxmlformats.org/officeDocument/2006/relationships/slideLayout" Target="../slideLayouts/slideLayout134.xml"/><Relationship Id="rId11" Type="http://schemas.openxmlformats.org/officeDocument/2006/relationships/slideLayout" Target="../slideLayouts/slideLayout135.xml"/><Relationship Id="rId12" Type="http://schemas.openxmlformats.org/officeDocument/2006/relationships/theme" Target="../theme/theme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406360122"/>
      </p:ext>
    </p:extLst>
  </p:cSld>
  <p:clrMap bg1="lt1" tx1="dk1" bg2="lt2" tx2="dk2" accent1="accent1" accent2="accent2" accent3="accent3" accent4="accent4" accent5="accent5" accent6="accent6" hlink="hlink" folHlink="folHlink"/>
  <p:sldLayoutIdLst>
    <p:sldLayoutId id="2147483700" r:id="rId1"/>
    <p:sldLayoutId id="2147483701" r:id="rId2"/>
    <p:sldLayoutId id="2147483702" r:id="rId3"/>
    <p:sldLayoutId id="2147483703" r:id="rId4"/>
    <p:sldLayoutId id="2147483704" r:id="rId5"/>
    <p:sldLayoutId id="2147483705" r:id="rId6"/>
    <p:sldLayoutId id="2147483706" r:id="rId7"/>
    <p:sldLayoutId id="2147483707" r:id="rId8"/>
    <p:sldLayoutId id="2147483708" r:id="rId9"/>
    <p:sldLayoutId id="2147483709" r:id="rId10"/>
    <p:sldLayoutId id="2147483710" r:id="rId11"/>
    <p:sldLayoutId id="2147483711" r:id="rId12"/>
    <p:sldLayoutId id="2147483712" r:id="rId13"/>
    <p:sldLayoutId id="2147483713" r:id="rId14"/>
    <p:sldLayoutId id="2147483714" r:id="rId15"/>
    <p:sldLayoutId id="2147483715" r:id="rId16"/>
    <p:sldLayoutId id="2147483716" r:id="rId17"/>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319" y="274638"/>
            <a:ext cx="8231744"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319" y="1600201"/>
            <a:ext cx="8231744"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775366482"/>
      </p:ext>
    </p:extLst>
  </p:cSld>
  <p:clrMap bg1="lt1" tx1="dk1" bg2="lt2" tx2="dk2" accent1="accent1" accent2="accent2" accent3="accent3" accent4="accent4" accent5="accent5" accent6="accent6" hlink="hlink" folHlink="folHlink"/>
  <p:sldLayoutIdLst>
    <p:sldLayoutId id="2147483718" r:id="rId1"/>
    <p:sldLayoutId id="2147483719" r:id="rId2"/>
    <p:sldLayoutId id="2147483720" r:id="rId3"/>
    <p:sldLayoutId id="2147483721" r:id="rId4"/>
    <p:sldLayoutId id="2147483722" r:id="rId5"/>
    <p:sldLayoutId id="2147483723" r:id="rId6"/>
    <p:sldLayoutId id="2147483724" r:id="rId7"/>
    <p:sldLayoutId id="2147483725" r:id="rId8"/>
    <p:sldLayoutId id="2147483726" r:id="rId9"/>
    <p:sldLayoutId id="2147483727" r:id="rId10"/>
    <p:sldLayoutId id="2147483728" r:id="rId11"/>
  </p:sldLayoutIdLst>
  <p:hf sldNum="0" hdr="0" ftr="0" dt="0"/>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6EDC453-280C-4DD0-B691-565117EA15E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426CAEDA-7F8E-5DD1-5615-9122A76CB39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03F4B92-0338-8496-2BC9-D78BC35A9FC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endParaRPr lang="en-IN"/>
          </a:p>
        </p:txBody>
      </p:sp>
      <p:sp>
        <p:nvSpPr>
          <p:cNvPr id="5" name="Footer Placeholder 4">
            <a:extLst>
              <a:ext uri="{FF2B5EF4-FFF2-40B4-BE49-F238E27FC236}">
                <a16:creationId xmlns:a16="http://schemas.microsoft.com/office/drawing/2014/main" id="{00A1C1FB-97D8-32C1-4E03-B90A99350E1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F30F0401-86B8-B0E1-5F2E-8EFCFE719BD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5FA026B6-5CDD-4028-AFCB-F4401504FF31}" type="slidenum">
              <a:rPr lang="en-IN" smtClean="0"/>
              <a:t>‹#›</a:t>
            </a:fld>
            <a:endParaRPr lang="en-IN"/>
          </a:p>
        </p:txBody>
      </p:sp>
    </p:spTree>
    <p:extLst>
      <p:ext uri="{BB962C8B-B14F-4D97-AF65-F5344CB8AC3E}">
        <p14:creationId xmlns:p14="http://schemas.microsoft.com/office/powerpoint/2010/main" val="3297216282"/>
      </p:ext>
    </p:extLst>
  </p:cSld>
  <p:clrMap bg1="lt1" tx1="dk1" bg2="lt2" tx2="dk2" accent1="accent1" accent2="accent2" accent3="accent3" accent4="accent4" accent5="accent5" accent6="accent6" hlink="hlink" folHlink="folHlink"/>
  <p:sldLayoutIdLst>
    <p:sldLayoutId id="2147483730" r:id="rId1"/>
    <p:sldLayoutId id="2147483731" r:id="rId2"/>
    <p:sldLayoutId id="2147483732" r:id="rId3"/>
    <p:sldLayoutId id="2147483733" r:id="rId4"/>
    <p:sldLayoutId id="2147483734" r:id="rId5"/>
    <p:sldLayoutId id="2147483735" r:id="rId6"/>
    <p:sldLayoutId id="2147483736" r:id="rId7"/>
    <p:sldLayoutId id="2147483737" r:id="rId8"/>
    <p:sldLayoutId id="2147483738" r:id="rId9"/>
    <p:sldLayoutId id="2147483739" r:id="rId10"/>
    <p:sldLayoutId id="2147483740" r:id="rId11"/>
    <p:sldLayoutId id="2147483741" r:id="rId12"/>
    <p:sldLayoutId id="2147483742" r:id="rId13"/>
    <p:sldLayoutId id="2147483743" r:id="rId14"/>
    <p:sldLayoutId id="2147483744" r:id="rId15"/>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258470353"/>
      </p:ext>
    </p:extLst>
  </p:cSld>
  <p:clrMap bg1="lt1" tx1="dk1" bg2="lt2" tx2="dk2" accent1="accent1" accent2="accent2" accent3="accent3" accent4="accent4" accent5="accent5" accent6="accent6" hlink="hlink" folHlink="folHlink"/>
  <p:sldLayoutIdLst>
    <p:sldLayoutId id="2147483746" r:id="rId1"/>
    <p:sldLayoutId id="2147483747" r:id="rId2"/>
    <p:sldLayoutId id="2147483845" r:id="rId3"/>
    <p:sldLayoutId id="2147483846" r:id="rId4"/>
    <p:sldLayoutId id="2147483847"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0B38B0F-09FD-DDC6-3B63-8AF09C35E366}"/>
              </a:ext>
            </a:extLst>
          </p:cNvPr>
          <p:cNvSpPr txBox="1">
            <a:spLocks noGrp="1"/>
          </p:cNvSpPr>
          <p:nvPr>
            <p:ph type="title"/>
          </p:nvPr>
        </p:nvSpPr>
        <p:spPr>
          <a:xfrm>
            <a:off x="838203" y="365129"/>
            <a:ext cx="10515600" cy="1325559"/>
          </a:xfrm>
          <a:prstGeom prst="rect">
            <a:avLst/>
          </a:prstGeom>
          <a:noFill/>
          <a:ln>
            <a:noFill/>
          </a:ln>
        </p:spPr>
        <p:txBody>
          <a:bodyPr vert="horz" wrap="square" lIns="91440" tIns="45720" rIns="91440" bIns="45720" anchor="ctr" anchorCtr="0" compatLnSpc="1">
            <a:normAutofit/>
          </a:bodyPr>
          <a:lstStyle/>
          <a:p>
            <a:pPr lvl="0"/>
            <a:r>
              <a:rPr lang="en-US"/>
              <a:t>Click to edit Master title style</a:t>
            </a:r>
            <a:endParaRPr lang="en-IN"/>
          </a:p>
        </p:txBody>
      </p:sp>
      <p:sp>
        <p:nvSpPr>
          <p:cNvPr id="3" name="Text Placeholder 2">
            <a:extLst>
              <a:ext uri="{FF2B5EF4-FFF2-40B4-BE49-F238E27FC236}">
                <a16:creationId xmlns:a16="http://schemas.microsoft.com/office/drawing/2014/main" id="{7B9EAB06-2AFE-2C12-1BB4-384FC380BC57}"/>
              </a:ext>
            </a:extLst>
          </p:cNvPr>
          <p:cNvSpPr txBox="1">
            <a:spLocks noGrp="1"/>
          </p:cNvSpPr>
          <p:nvPr>
            <p:ph type="body" idx="1"/>
          </p:nvPr>
        </p:nvSpPr>
        <p:spPr>
          <a:xfrm>
            <a:off x="838203" y="1825627"/>
            <a:ext cx="10515600" cy="4351336"/>
          </a:xfrm>
          <a:prstGeom prst="rect">
            <a:avLst/>
          </a:prstGeom>
          <a:noFill/>
          <a:ln>
            <a:noFill/>
          </a:ln>
        </p:spPr>
        <p:txBody>
          <a:bodyPr vert="horz" wrap="square" lIns="91440" tIns="45720" rIns="91440" bIns="45720" anchor="t" anchorCtr="0" compatLnSpc="1">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B4F2E60-03D8-275F-2BA8-6EFAE3CF267E}"/>
              </a:ext>
            </a:extLst>
          </p:cNvPr>
          <p:cNvSpPr txBox="1">
            <a:spLocks noGrp="1"/>
          </p:cNvSpPr>
          <p:nvPr>
            <p:ph type="dt" sz="half" idx="2"/>
          </p:nvPr>
        </p:nvSpPr>
        <p:spPr>
          <a:xfrm>
            <a:off x="838203" y="6356351"/>
            <a:ext cx="2743200" cy="365129"/>
          </a:xfrm>
          <a:prstGeom prst="rect">
            <a:avLst/>
          </a:prstGeom>
          <a:noFill/>
          <a:ln>
            <a:noFill/>
          </a:ln>
        </p:spPr>
        <p:txBody>
          <a:bodyPr vert="horz" wrap="square" lIns="91440" tIns="45720" rIns="91440" bIns="45720" anchor="ctr" anchorCtr="0" compatLnSpc="1">
            <a:noAutofit/>
          </a:bodyPr>
          <a:lstStyle>
            <a:lvl1pPr marL="0" marR="0" lvl="0" indent="0" algn="l" defTabSz="914400" rtl="0" fontAlgn="auto" hangingPunct="1">
              <a:lnSpc>
                <a:spcPct val="100000"/>
              </a:lnSpc>
              <a:spcBef>
                <a:spcPts val="0"/>
              </a:spcBef>
              <a:spcAft>
                <a:spcPts val="0"/>
              </a:spcAft>
              <a:buNone/>
              <a:tabLst/>
              <a:defRPr lang="en-IN" sz="1200" b="0" i="0" u="none" strike="noStrike" kern="1200" cap="none" spc="0" baseline="0">
                <a:solidFill>
                  <a:srgbClr val="767676"/>
                </a:solidFill>
                <a:uFillTx/>
                <a:latin typeface="Aptos"/>
              </a:defRPr>
            </a:lvl1pPr>
          </a:lstStyle>
          <a:p>
            <a:pPr lvl="0"/>
            <a:endParaRPr lang="en-IN"/>
          </a:p>
        </p:txBody>
      </p:sp>
      <p:sp>
        <p:nvSpPr>
          <p:cNvPr id="5" name="Footer Placeholder 4">
            <a:extLst>
              <a:ext uri="{FF2B5EF4-FFF2-40B4-BE49-F238E27FC236}">
                <a16:creationId xmlns:a16="http://schemas.microsoft.com/office/drawing/2014/main" id="{40E721A0-E937-50F8-C798-8EB0BC6D85AD}"/>
              </a:ext>
            </a:extLst>
          </p:cNvPr>
          <p:cNvSpPr txBox="1">
            <a:spLocks noGrp="1"/>
          </p:cNvSpPr>
          <p:nvPr>
            <p:ph type="ftr" sz="quarter" idx="3"/>
          </p:nvPr>
        </p:nvSpPr>
        <p:spPr>
          <a:xfrm>
            <a:off x="4038603" y="6356351"/>
            <a:ext cx="4114800" cy="365129"/>
          </a:xfrm>
          <a:prstGeom prst="rect">
            <a:avLst/>
          </a:prstGeom>
          <a:noFill/>
          <a:ln>
            <a:noFill/>
          </a:ln>
        </p:spPr>
        <p:txBody>
          <a:bodyPr vert="horz" wrap="square" lIns="91440" tIns="45720" rIns="91440" bIns="45720" anchor="ctr" anchorCtr="1" compatLnSpc="1">
            <a:noAutofit/>
          </a:bodyPr>
          <a:lstStyle>
            <a:lvl1pPr marL="0" marR="0" lvl="0" indent="0" algn="ctr" defTabSz="914400" rtl="0" fontAlgn="auto" hangingPunct="1">
              <a:lnSpc>
                <a:spcPct val="100000"/>
              </a:lnSpc>
              <a:spcBef>
                <a:spcPts val="0"/>
              </a:spcBef>
              <a:spcAft>
                <a:spcPts val="0"/>
              </a:spcAft>
              <a:buNone/>
              <a:tabLst/>
              <a:defRPr lang="en-IN" sz="1200" b="0" i="0" u="none" strike="noStrike" kern="1200" cap="none" spc="0" baseline="0">
                <a:solidFill>
                  <a:srgbClr val="767676"/>
                </a:solidFill>
                <a:uFillTx/>
                <a:latin typeface="Aptos"/>
              </a:defRPr>
            </a:lvl1pPr>
          </a:lstStyle>
          <a:p>
            <a:pPr lvl="0"/>
            <a:endParaRPr lang="en-IN"/>
          </a:p>
        </p:txBody>
      </p:sp>
      <p:sp>
        <p:nvSpPr>
          <p:cNvPr id="6" name="Slide Number Placeholder 5">
            <a:extLst>
              <a:ext uri="{FF2B5EF4-FFF2-40B4-BE49-F238E27FC236}">
                <a16:creationId xmlns:a16="http://schemas.microsoft.com/office/drawing/2014/main" id="{5916C06C-A904-8DD7-8829-D1021B6DFDED}"/>
              </a:ext>
            </a:extLst>
          </p:cNvPr>
          <p:cNvSpPr txBox="1">
            <a:spLocks noGrp="1"/>
          </p:cNvSpPr>
          <p:nvPr>
            <p:ph type="sldNum" sz="quarter" idx="4"/>
          </p:nvPr>
        </p:nvSpPr>
        <p:spPr>
          <a:xfrm>
            <a:off x="8610603" y="6356351"/>
            <a:ext cx="2743200" cy="365129"/>
          </a:xfrm>
          <a:prstGeom prst="rect">
            <a:avLst/>
          </a:prstGeom>
          <a:noFill/>
          <a:ln>
            <a:noFill/>
          </a:ln>
        </p:spPr>
        <p:txBody>
          <a:bodyPr vert="horz" wrap="square" lIns="91440" tIns="45720" rIns="91440" bIns="45720" anchor="ctr" anchorCtr="0" compatLnSpc="1">
            <a:noAutofit/>
          </a:bodyPr>
          <a:lstStyle>
            <a:lvl1pPr marL="0" marR="0" lvl="0" indent="0" algn="r" defTabSz="914400" rtl="0" fontAlgn="auto" hangingPunct="1">
              <a:lnSpc>
                <a:spcPct val="100000"/>
              </a:lnSpc>
              <a:spcBef>
                <a:spcPts val="0"/>
              </a:spcBef>
              <a:spcAft>
                <a:spcPts val="0"/>
              </a:spcAft>
              <a:buNone/>
              <a:tabLst/>
              <a:defRPr lang="en-IN" sz="1200" b="0" i="0" u="none" strike="noStrike" kern="1200" cap="none" spc="0" baseline="0">
                <a:solidFill>
                  <a:srgbClr val="767676"/>
                </a:solidFill>
                <a:uFillTx/>
                <a:latin typeface="Aptos"/>
              </a:defRPr>
            </a:lvl1pPr>
          </a:lstStyle>
          <a:p>
            <a:pPr lvl="0"/>
            <a:fld id="{8B930FF2-ADD6-48BA-B740-C81F3D772E11}" type="slidenum">
              <a:t>‹#›</a:t>
            </a:fld>
            <a:endParaRPr lang="en-IN"/>
          </a:p>
        </p:txBody>
      </p:sp>
    </p:spTree>
    <p:extLst>
      <p:ext uri="{BB962C8B-B14F-4D97-AF65-F5344CB8AC3E}">
        <p14:creationId xmlns:p14="http://schemas.microsoft.com/office/powerpoint/2010/main" val="2243940387"/>
      </p:ext>
    </p:extLst>
  </p:cSld>
  <p:clrMap bg1="lt1" tx1="dk1" bg2="lt2" tx2="dk2" accent1="accent1" accent2="accent2" accent3="accent3" accent4="accent4" accent5="accent5" accent6="accent6" hlink="hlink" folHlink="folHlink"/>
  <p:sldLayoutIdLst>
    <p:sldLayoutId id="2147483749" r:id="rId1"/>
    <p:sldLayoutId id="2147483750" r:id="rId2"/>
    <p:sldLayoutId id="2147483751" r:id="rId3"/>
    <p:sldLayoutId id="2147483752" r:id="rId4"/>
    <p:sldLayoutId id="2147483753" r:id="rId5"/>
    <p:sldLayoutId id="2147483754" r:id="rId6"/>
    <p:sldLayoutId id="2147483755" r:id="rId7"/>
    <p:sldLayoutId id="2147483756" r:id="rId8"/>
    <p:sldLayoutId id="2147483757" r:id="rId9"/>
    <p:sldLayoutId id="2147483758" r:id="rId10"/>
    <p:sldLayoutId id="2147483759" r:id="rId11"/>
    <p:sldLayoutId id="2147483760" r:id="rId12"/>
    <p:sldLayoutId id="2147483761" r:id="rId13"/>
  </p:sldLayoutIdLst>
  <p:hf sldNum="0" hdr="0" ftr="0" dt="0"/>
  <p:txStyles>
    <p:titleStyle>
      <a:lvl1pPr marL="0" marR="0" lvl="0" indent="0" algn="l" defTabSz="914400" rtl="0" fontAlgn="auto" hangingPunct="1">
        <a:lnSpc>
          <a:spcPct val="90000"/>
        </a:lnSpc>
        <a:spcBef>
          <a:spcPts val="0"/>
        </a:spcBef>
        <a:spcAft>
          <a:spcPts val="0"/>
        </a:spcAft>
        <a:buNone/>
        <a:tabLst/>
        <a:defRPr lang="en-US" sz="4400" b="0" i="0" u="none" strike="noStrike" kern="1200" cap="none" spc="0" baseline="0">
          <a:solidFill>
            <a:srgbClr val="000000"/>
          </a:solidFill>
          <a:uFillTx/>
          <a:latin typeface="Aptos Display"/>
        </a:defRPr>
      </a:lvl1pPr>
    </p:titleStyle>
    <p:bodyStyle>
      <a:lvl1pPr marL="228600" marR="0" lvl="0" indent="-228600" algn="l" defTabSz="914400" rtl="0" fontAlgn="auto" hangingPunct="1">
        <a:lnSpc>
          <a:spcPct val="90000"/>
        </a:lnSpc>
        <a:spcBef>
          <a:spcPts val="1000"/>
        </a:spcBef>
        <a:spcAft>
          <a:spcPts val="0"/>
        </a:spcAft>
        <a:buSzPct val="100000"/>
        <a:buFont typeface="Arial" pitchFamily="34"/>
        <a:buChar char="•"/>
        <a:tabLst/>
        <a:defRPr lang="en-US" sz="2800" b="0" i="0" u="none" strike="noStrike" kern="1200" cap="none" spc="0" baseline="0">
          <a:solidFill>
            <a:srgbClr val="000000"/>
          </a:solidFill>
          <a:uFillTx/>
          <a:latin typeface="Aptos"/>
        </a:defRPr>
      </a:lvl1pPr>
      <a:lvl2pPr marL="685800" marR="0" lvl="1" indent="-228600" algn="l" defTabSz="914400" rtl="0" fontAlgn="auto" hangingPunct="1">
        <a:lnSpc>
          <a:spcPct val="90000"/>
        </a:lnSpc>
        <a:spcBef>
          <a:spcPts val="500"/>
        </a:spcBef>
        <a:spcAft>
          <a:spcPts val="0"/>
        </a:spcAft>
        <a:buSzPct val="100000"/>
        <a:buFont typeface="Arial" pitchFamily="34"/>
        <a:buChar char="•"/>
        <a:tabLst/>
        <a:defRPr lang="en-US" sz="2400" b="0" i="0" u="none" strike="noStrike" kern="1200" cap="none" spc="0" baseline="0">
          <a:solidFill>
            <a:srgbClr val="000000"/>
          </a:solidFill>
          <a:uFillTx/>
          <a:latin typeface="Aptos"/>
        </a:defRPr>
      </a:lvl2pPr>
      <a:lvl3pPr marL="1143000" marR="0" lvl="2" indent="-228600" algn="l" defTabSz="914400" rtl="0" fontAlgn="auto" hangingPunct="1">
        <a:lnSpc>
          <a:spcPct val="90000"/>
        </a:lnSpc>
        <a:spcBef>
          <a:spcPts val="500"/>
        </a:spcBef>
        <a:spcAft>
          <a:spcPts val="0"/>
        </a:spcAft>
        <a:buSzPct val="100000"/>
        <a:buFont typeface="Arial" pitchFamily="34"/>
        <a:buChar char="•"/>
        <a:tabLst/>
        <a:defRPr lang="en-US" sz="2000" b="0" i="0" u="none" strike="noStrike" kern="1200" cap="none" spc="0" baseline="0">
          <a:solidFill>
            <a:srgbClr val="000000"/>
          </a:solidFill>
          <a:uFillTx/>
          <a:latin typeface="Aptos"/>
        </a:defRPr>
      </a:lvl3pPr>
      <a:lvl4pPr marL="1600200" marR="0" lvl="3" indent="-228600" algn="l" defTabSz="914400" rtl="0" fontAlgn="auto" hangingPunct="1">
        <a:lnSpc>
          <a:spcPct val="90000"/>
        </a:lnSpc>
        <a:spcBef>
          <a:spcPts val="500"/>
        </a:spcBef>
        <a:spcAft>
          <a:spcPts val="0"/>
        </a:spcAft>
        <a:buSzPct val="100000"/>
        <a:buFont typeface="Arial" pitchFamily="34"/>
        <a:buChar char="•"/>
        <a:tabLst/>
        <a:defRPr lang="en-US" sz="1800" b="0" i="0" u="none" strike="noStrike" kern="1200" cap="none" spc="0" baseline="0">
          <a:solidFill>
            <a:srgbClr val="000000"/>
          </a:solidFill>
          <a:uFillTx/>
          <a:latin typeface="Aptos"/>
        </a:defRPr>
      </a:lvl4pPr>
      <a:lvl5pPr marL="2057400" marR="0" lvl="4" indent="-228600" algn="l" defTabSz="914400" rtl="0" fontAlgn="auto" hangingPunct="1">
        <a:lnSpc>
          <a:spcPct val="90000"/>
        </a:lnSpc>
        <a:spcBef>
          <a:spcPts val="500"/>
        </a:spcBef>
        <a:spcAft>
          <a:spcPts val="0"/>
        </a:spcAft>
        <a:buSzPct val="100000"/>
        <a:buFont typeface="Arial" pitchFamily="34"/>
        <a:buChar char="•"/>
        <a:tabLst/>
        <a:defRPr lang="en-US" sz="1800" b="0" i="0" u="none" strike="noStrike" kern="1200" cap="none" spc="0" baseline="0">
          <a:solidFill>
            <a:srgbClr val="000000"/>
          </a:solidFill>
          <a:uFillTx/>
          <a:latin typeface="Apto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AF3E944-12FC-1DA6-1A82-9D447DBA0494}"/>
              </a:ext>
            </a:extLst>
          </p:cNvPr>
          <p:cNvSpPr txBox="1">
            <a:spLocks noGrp="1"/>
          </p:cNvSpPr>
          <p:nvPr>
            <p:ph type="title"/>
          </p:nvPr>
        </p:nvSpPr>
        <p:spPr>
          <a:xfrm>
            <a:off x="631594" y="577845"/>
            <a:ext cx="10928808" cy="1112833"/>
          </a:xfrm>
          <a:prstGeom prst="rect">
            <a:avLst/>
          </a:prstGeom>
          <a:noFill/>
          <a:ln>
            <a:noFill/>
          </a:ln>
        </p:spPr>
        <p:txBody>
          <a:bodyPr vert="horz" wrap="square" lIns="0" tIns="45720" rIns="0" bIns="45720" anchor="t" anchorCtr="0" compatLnSpc="1">
            <a:noAutofit/>
          </a:bodyPr>
          <a:lstStyle/>
          <a:p>
            <a:pPr lvl="0"/>
            <a:r>
              <a:rPr lang="en-US"/>
              <a:t>Project objectives Click to edit Master title style</a:t>
            </a:r>
            <a:endParaRPr lang="en-IE"/>
          </a:p>
        </p:txBody>
      </p:sp>
      <p:sp>
        <p:nvSpPr>
          <p:cNvPr id="3" name="Text Placeholder 2">
            <a:extLst>
              <a:ext uri="{FF2B5EF4-FFF2-40B4-BE49-F238E27FC236}">
                <a16:creationId xmlns:a16="http://schemas.microsoft.com/office/drawing/2014/main" id="{81B742FB-3438-9D79-D6FF-4410846F7C5A}"/>
              </a:ext>
            </a:extLst>
          </p:cNvPr>
          <p:cNvSpPr txBox="1">
            <a:spLocks noGrp="1"/>
          </p:cNvSpPr>
          <p:nvPr>
            <p:ph type="body" idx="1"/>
          </p:nvPr>
        </p:nvSpPr>
        <p:spPr>
          <a:xfrm>
            <a:off x="631594" y="1904996"/>
            <a:ext cx="7521799" cy="4271967"/>
          </a:xfrm>
          <a:prstGeom prst="rect">
            <a:avLst/>
          </a:prstGeom>
          <a:noFill/>
          <a:ln>
            <a:noFill/>
          </a:ln>
        </p:spPr>
        <p:txBody>
          <a:bodyPr vert="horz" wrap="square" lIns="0" tIns="45720" rIns="0" bIns="45720" anchor="t" anchorCtr="0" compatLnSpc="1">
            <a:normAutofit/>
          </a:bodyPr>
          <a:lstStyle/>
          <a:p>
            <a:pPr lvl="0"/>
            <a:r>
              <a:rPr lang="en-US"/>
              <a:t>Bullet Tier 1: Lorum Ipsum lluptatem qui rectas event, conseni maximi, quo iur suntionse pos estrum,</a:t>
            </a:r>
          </a:p>
          <a:p>
            <a:pPr lvl="0"/>
            <a:r>
              <a:rPr lang="en-US"/>
              <a:t>Bullet Tier 1: Lorum Ipsum lluptatem qui rectas event, conseni maximi, quo iur suntionse pos estrum,</a:t>
            </a:r>
          </a:p>
          <a:p>
            <a:pPr lvl="0"/>
            <a:r>
              <a:rPr lang="en-US"/>
              <a:t>Click to edit Master text styles</a:t>
            </a:r>
          </a:p>
          <a:p>
            <a:pPr lvl="1"/>
            <a:r>
              <a:rPr lang="en-US"/>
              <a:t>Second level</a:t>
            </a:r>
          </a:p>
          <a:p>
            <a:pPr lvl="2"/>
            <a:r>
              <a:rPr lang="en-US"/>
              <a:t>Third level</a:t>
            </a:r>
          </a:p>
        </p:txBody>
      </p:sp>
      <p:cxnSp>
        <p:nvCxnSpPr>
          <p:cNvPr id="8" name="Straight Connector 9">
            <a:extLst>
              <a:ext uri="{FF2B5EF4-FFF2-40B4-BE49-F238E27FC236}">
                <a16:creationId xmlns:a16="http://schemas.microsoft.com/office/drawing/2014/main" id="{052D5BE6-22DB-72DF-3E35-DA9381B8BD4C}"/>
              </a:ext>
            </a:extLst>
          </p:cNvPr>
          <p:cNvCxnSpPr/>
          <p:nvPr/>
        </p:nvCxnSpPr>
        <p:spPr>
          <a:xfrm>
            <a:off x="631594" y="540465"/>
            <a:ext cx="10928808" cy="0"/>
          </a:xfrm>
          <a:prstGeom prst="straightConnector1">
            <a:avLst/>
          </a:prstGeom>
          <a:noFill/>
          <a:ln w="25402" cap="rnd">
            <a:solidFill>
              <a:srgbClr val="26CAD3"/>
            </a:solidFill>
            <a:custDash>
              <a:ds d="300000" sp="0"/>
            </a:custDash>
            <a:miter/>
          </a:ln>
        </p:spPr>
      </p:cxnSp>
    </p:spTree>
    <p:extLst>
      <p:ext uri="{BB962C8B-B14F-4D97-AF65-F5344CB8AC3E}">
        <p14:creationId xmlns:p14="http://schemas.microsoft.com/office/powerpoint/2010/main" val="2055019637"/>
      </p:ext>
    </p:extLst>
  </p:cSld>
  <p:clrMap bg1="lt1" tx1="dk1" bg2="lt2" tx2="dk2" accent1="accent1" accent2="accent2" accent3="accent3" accent4="accent4" accent5="accent5" accent6="accent6" hlink="hlink" folHlink="folHlink"/>
  <p:sldLayoutIdLst>
    <p:sldLayoutId id="2147483767" r:id="rId1"/>
    <p:sldLayoutId id="2147483768" r:id="rId2"/>
    <p:sldLayoutId id="2147483769" r:id="rId3"/>
    <p:sldLayoutId id="2147483770" r:id="rId4"/>
    <p:sldLayoutId id="2147483771" r:id="rId5"/>
    <p:sldLayoutId id="2147483772" r:id="rId6"/>
    <p:sldLayoutId id="2147483773" r:id="rId7"/>
    <p:sldLayoutId id="2147483774" r:id="rId8"/>
    <p:sldLayoutId id="2147483775" r:id="rId9"/>
    <p:sldLayoutId id="2147483776" r:id="rId10"/>
    <p:sldLayoutId id="2147483777" r:id="rId11"/>
    <p:sldLayoutId id="2147483778" r:id="rId12"/>
    <p:sldLayoutId id="2147483779" r:id="rId13"/>
    <p:sldLayoutId id="2147483780" r:id="rId14"/>
    <p:sldLayoutId id="2147483781" r:id="rId15"/>
    <p:sldLayoutId id="2147483782" r:id="rId16"/>
    <p:sldLayoutId id="2147483783" r:id="rId17"/>
    <p:sldLayoutId id="2147483784" r:id="rId18"/>
    <p:sldLayoutId id="2147483785" r:id="rId19"/>
    <p:sldLayoutId id="2147483786" r:id="rId20"/>
    <p:sldLayoutId id="2147483787" r:id="rId21"/>
    <p:sldLayoutId id="2147483788" r:id="rId22"/>
    <p:sldLayoutId id="2147483789" r:id="rId23"/>
  </p:sldLayoutIdLst>
  <p:hf sldNum="0" hdr="0" ftr="0" dt="0"/>
  <p:txStyles>
    <p:titleStyle>
      <a:lvl1pPr marL="0" marR="0" lvl="0" indent="0" algn="l" defTabSz="914400" rtl="0" fontAlgn="auto" hangingPunct="1">
        <a:lnSpc>
          <a:spcPct val="90000"/>
        </a:lnSpc>
        <a:spcBef>
          <a:spcPts val="0"/>
        </a:spcBef>
        <a:spcAft>
          <a:spcPts val="0"/>
        </a:spcAft>
        <a:buNone/>
        <a:tabLst/>
        <a:defRPr lang="en-US" sz="3300" b="1" i="0" u="none" strike="noStrike" kern="1200" cap="none" spc="0" baseline="0">
          <a:solidFill>
            <a:srgbClr val="00667D"/>
          </a:solidFill>
          <a:uFillTx/>
          <a:latin typeface="Calibri"/>
        </a:defRPr>
      </a:lvl1pPr>
    </p:titleStyle>
    <p:bodyStyle>
      <a:lvl1pPr marL="228600" marR="0" lvl="0" indent="-228600" algn="l" defTabSz="914400" rtl="0" fontAlgn="auto" hangingPunct="1">
        <a:lnSpc>
          <a:spcPct val="90000"/>
        </a:lnSpc>
        <a:spcBef>
          <a:spcPts val="1200"/>
        </a:spcBef>
        <a:spcAft>
          <a:spcPts val="0"/>
        </a:spcAft>
        <a:buClr>
          <a:srgbClr val="26CAD3"/>
        </a:buClr>
        <a:buSzPct val="100000"/>
        <a:buFont typeface="Arial" pitchFamily="34"/>
        <a:buChar char="•"/>
        <a:tabLst/>
        <a:defRPr lang="en-US" sz="1900" b="0" i="0" u="none" strike="noStrike" kern="1200" cap="none" spc="0" baseline="0">
          <a:solidFill>
            <a:srgbClr val="55565A"/>
          </a:solidFill>
          <a:uFillTx/>
          <a:latin typeface="Calibri"/>
        </a:defRPr>
      </a:lvl1pPr>
      <a:lvl2pPr marL="228600" marR="0" lvl="0" indent="-228600" algn="l" defTabSz="914400" rtl="0" fontAlgn="auto" hangingPunct="1">
        <a:lnSpc>
          <a:spcPct val="90000"/>
        </a:lnSpc>
        <a:spcBef>
          <a:spcPts val="1200"/>
        </a:spcBef>
        <a:spcAft>
          <a:spcPts val="0"/>
        </a:spcAft>
        <a:buClr>
          <a:srgbClr val="26CAD3"/>
        </a:buClr>
        <a:buSzPct val="100000"/>
        <a:buFont typeface="Arial" pitchFamily="34"/>
        <a:buChar char="•"/>
        <a:tabLst/>
        <a:defRPr lang="en-US" sz="1900" b="0" i="0" u="none" strike="noStrike" kern="1200" cap="none" spc="0" baseline="0">
          <a:solidFill>
            <a:srgbClr val="55565A"/>
          </a:solidFill>
          <a:uFillTx/>
          <a:latin typeface="Calibri"/>
        </a:defRPr>
      </a:lvl2pPr>
      <a:lvl3pPr marL="228600" marR="0" lvl="0" indent="-228600" algn="l" defTabSz="914400" rtl="0" fontAlgn="auto" hangingPunct="1">
        <a:lnSpc>
          <a:spcPct val="90000"/>
        </a:lnSpc>
        <a:spcBef>
          <a:spcPts val="1200"/>
        </a:spcBef>
        <a:spcAft>
          <a:spcPts val="0"/>
        </a:spcAft>
        <a:buClr>
          <a:srgbClr val="26CAD3"/>
        </a:buClr>
        <a:buSzPct val="100000"/>
        <a:buFont typeface="Arial" pitchFamily="34"/>
        <a:buChar char="•"/>
        <a:tabLst/>
        <a:defRPr lang="en-US" sz="1900" b="0" i="0" u="none" strike="noStrike" kern="1200" cap="none" spc="0" baseline="0">
          <a:solidFill>
            <a:srgbClr val="55565A"/>
          </a:solidFill>
          <a:uFillTx/>
          <a:latin typeface="Calibri"/>
        </a:defRPr>
      </a:lvl3pPr>
      <a:lvl4pPr marL="228600" marR="0" lvl="1" indent="-228600" algn="l" defTabSz="914400" rtl="0" fontAlgn="auto" hangingPunct="1">
        <a:lnSpc>
          <a:spcPct val="90000"/>
        </a:lnSpc>
        <a:spcBef>
          <a:spcPts val="1200"/>
        </a:spcBef>
        <a:spcAft>
          <a:spcPts val="0"/>
        </a:spcAft>
        <a:buClr>
          <a:srgbClr val="26CAD3"/>
        </a:buClr>
        <a:buSzPct val="100000"/>
        <a:buFont typeface="Arial" pitchFamily="34"/>
        <a:buChar char="•"/>
        <a:tabLst/>
        <a:defRPr lang="en-US" sz="1900" b="0" i="0" u="none" strike="noStrike" kern="1200" cap="none" spc="0" baseline="0">
          <a:solidFill>
            <a:srgbClr val="55565A"/>
          </a:solidFill>
          <a:uFillTx/>
          <a:latin typeface="Calibri"/>
        </a:defRPr>
      </a:lvl4pPr>
      <a:lvl5pPr marL="228600" marR="0" lvl="2" indent="-228600" algn="l" defTabSz="914400" rtl="0" fontAlgn="auto" hangingPunct="1">
        <a:lnSpc>
          <a:spcPct val="90000"/>
        </a:lnSpc>
        <a:spcBef>
          <a:spcPts val="1200"/>
        </a:spcBef>
        <a:spcAft>
          <a:spcPts val="0"/>
        </a:spcAft>
        <a:buClr>
          <a:srgbClr val="26CAD3"/>
        </a:buClr>
        <a:buSzPct val="100000"/>
        <a:buFont typeface="Arial" pitchFamily="34"/>
        <a:buChar char="•"/>
        <a:tabLst/>
        <a:defRPr lang="en-US" sz="1900" b="0" i="0" u="none" strike="noStrike" kern="1200" cap="none" spc="0" baseline="0">
          <a:solidFill>
            <a:srgbClr val="55565A"/>
          </a:solidFill>
          <a:uFillTx/>
          <a:latin typeface="Calibri"/>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grpSp>
        <p:nvGrpSpPr>
          <p:cNvPr id="7" name="Group 6"/>
          <p:cNvGrpSpPr/>
          <p:nvPr/>
        </p:nvGrpSpPr>
        <p:grpSpPr>
          <a:xfrm>
            <a:off x="1" y="0"/>
            <a:ext cx="12203289" cy="6858000"/>
            <a:chOff x="0" y="0"/>
            <a:chExt cx="9152467" cy="6858000"/>
          </a:xfrm>
        </p:grpSpPr>
        <p:pic>
          <p:nvPicPr>
            <p:cNvPr id="8" name="Picture 7" descr="SD-PanelContent.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9" name="Rectangle 8"/>
            <p:cNvSpPr/>
            <p:nvPr/>
          </p:nvSpPr>
          <p:spPr>
            <a:xfrm>
              <a:off x="553888" y="542807"/>
              <a:ext cx="8039776" cy="5756392"/>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txBody>
            <a:bodyPr/>
            <a:lstStyle/>
            <a:p>
              <a:endParaRPr lang="en-IN" sz="1800"/>
            </a:p>
          </p:txBody>
        </p:sp>
        <p:pic>
          <p:nvPicPr>
            <p:cNvPr id="10" name="Picture 9"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l="1" r="14240"/>
            <a:stretch/>
          </p:blipFill>
          <p:spPr>
            <a:xfrm>
              <a:off x="0" y="3128434"/>
              <a:ext cx="685800" cy="606425"/>
            </a:xfrm>
            <a:prstGeom prst="rect">
              <a:avLst/>
            </a:prstGeom>
          </p:spPr>
        </p:pic>
        <p:pic>
          <p:nvPicPr>
            <p:cNvPr id="11" name="Picture 10"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l="1" r="14240"/>
            <a:stretch/>
          </p:blipFill>
          <p:spPr>
            <a:xfrm>
              <a:off x="8466667" y="3128434"/>
              <a:ext cx="685800" cy="606425"/>
            </a:xfrm>
            <a:prstGeom prst="rect">
              <a:avLst/>
            </a:prstGeom>
          </p:spPr>
        </p:pic>
      </p:grpSp>
      <p:sp>
        <p:nvSpPr>
          <p:cNvPr id="2" name="Title Placeholder 1"/>
          <p:cNvSpPr>
            <a:spLocks noGrp="1"/>
          </p:cNvSpPr>
          <p:nvPr>
            <p:ph type="title"/>
          </p:nvPr>
        </p:nvSpPr>
        <p:spPr>
          <a:xfrm>
            <a:off x="1569155" y="915338"/>
            <a:ext cx="9064979" cy="13038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569154" y="2490136"/>
            <a:ext cx="9064981" cy="3444997"/>
          </a:xfrm>
          <a:prstGeom prst="rect">
            <a:avLst/>
          </a:prstGeom>
        </p:spPr>
        <p:txBody>
          <a:bodyPr vert="horz"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475561" y="5960533"/>
            <a:ext cx="1531044"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endParaRPr lang="en-IN"/>
          </a:p>
        </p:txBody>
      </p:sp>
      <p:sp>
        <p:nvSpPr>
          <p:cNvPr id="5" name="Footer Placeholder 4"/>
          <p:cNvSpPr>
            <a:spLocks noGrp="1"/>
          </p:cNvSpPr>
          <p:nvPr>
            <p:ph type="ftr" sz="quarter" idx="3"/>
          </p:nvPr>
        </p:nvSpPr>
        <p:spPr>
          <a:xfrm>
            <a:off x="1569154" y="5960533"/>
            <a:ext cx="6806223" cy="279400"/>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IN"/>
          </a:p>
        </p:txBody>
      </p:sp>
      <p:sp>
        <p:nvSpPr>
          <p:cNvPr id="6" name="Slide Number Placeholder 5"/>
          <p:cNvSpPr>
            <a:spLocks noGrp="1"/>
          </p:cNvSpPr>
          <p:nvPr>
            <p:ph type="sldNum" sz="quarter" idx="4"/>
          </p:nvPr>
        </p:nvSpPr>
        <p:spPr>
          <a:xfrm>
            <a:off x="10106788" y="5960533"/>
            <a:ext cx="527347"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BF233BAC-29A9-4035-88BE-28AE866AE2DA}" type="slidenum">
              <a:rPr lang="en-IN" smtClean="0"/>
              <a:pPr/>
              <a:t>‹#›</a:t>
            </a:fld>
            <a:endParaRPr lang="en-IN"/>
          </a:p>
        </p:txBody>
      </p:sp>
    </p:spTree>
    <p:extLst>
      <p:ext uri="{BB962C8B-B14F-4D97-AF65-F5344CB8AC3E}">
        <p14:creationId xmlns:p14="http://schemas.microsoft.com/office/powerpoint/2010/main" val="2879195623"/>
      </p:ext>
    </p:extLst>
  </p:cSld>
  <p:clrMap bg1="lt1" tx1="dk1" bg2="lt2" tx2="dk2" accent1="accent1" accent2="accent2" accent3="accent3" accent4="accent4" accent5="accent5" accent6="accent6" hlink="hlink" folHlink="folHlink"/>
  <p:sldLayoutIdLst>
    <p:sldLayoutId id="2147483791" r:id="rId1"/>
    <p:sldLayoutId id="2147483792" r:id="rId2"/>
    <p:sldLayoutId id="2147483793" r:id="rId3"/>
    <p:sldLayoutId id="2147483794" r:id="rId4"/>
    <p:sldLayoutId id="2147483795" r:id="rId5"/>
    <p:sldLayoutId id="2147483796" r:id="rId6"/>
    <p:sldLayoutId id="2147483797" r:id="rId7"/>
    <p:sldLayoutId id="2147483798" r:id="rId8"/>
    <p:sldLayoutId id="2147483799" r:id="rId9"/>
    <p:sldLayoutId id="2147483800" r:id="rId10"/>
    <p:sldLayoutId id="2147483801" r:id="rId11"/>
    <p:sldLayoutId id="2147483802" r:id="rId12"/>
    <p:sldLayoutId id="2147483803" r:id="rId13"/>
    <p:sldLayoutId id="2147483804" r:id="rId14"/>
    <p:sldLayoutId id="2147483805" r:id="rId15"/>
    <p:sldLayoutId id="2147483806" r:id="rId16"/>
    <p:sldLayoutId id="2147483807" r:id="rId17"/>
  </p:sldLayoutIdLst>
  <p:hf sldNum="0" hdr="0" ftr="0" dt="0"/>
  <p:txStyles>
    <p:titleStyle>
      <a:lvl1pPr algn="ctr" defTabSz="457200" rtl="0" eaLnBrk="1" latinLnBrk="0" hangingPunct="1">
        <a:spcBef>
          <a:spcPct val="0"/>
        </a:spcBef>
        <a:buNone/>
        <a:defRPr sz="40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C3F1F9C-7792-BD09-4C73-B4A1A4E78951}"/>
              </a:ext>
            </a:extLst>
          </p:cNvPr>
          <p:cNvSpPr txBox="1">
            <a:spLocks noGrp="1"/>
          </p:cNvSpPr>
          <p:nvPr>
            <p:ph type="title"/>
          </p:nvPr>
        </p:nvSpPr>
        <p:spPr>
          <a:xfrm>
            <a:off x="609603" y="274640"/>
            <a:ext cx="10972800" cy="1143000"/>
          </a:xfrm>
          <a:prstGeom prst="rect">
            <a:avLst/>
          </a:prstGeom>
          <a:noFill/>
          <a:ln>
            <a:noFill/>
          </a:ln>
        </p:spPr>
        <p:txBody>
          <a:bodyPr vert="horz" wrap="square" lIns="91440" tIns="45720" rIns="91440" bIns="45720" anchor="ctr" anchorCtr="1" compatLnSpc="1">
            <a:normAutofit/>
          </a:bodyPr>
          <a:lstStyle/>
          <a:p>
            <a:pPr lvl="0"/>
            <a:r>
              <a:rPr lang="en-US"/>
              <a:t>Click to edit Master title style</a:t>
            </a:r>
          </a:p>
        </p:txBody>
      </p:sp>
      <p:sp>
        <p:nvSpPr>
          <p:cNvPr id="3" name="Text Placeholder 2">
            <a:extLst>
              <a:ext uri="{FF2B5EF4-FFF2-40B4-BE49-F238E27FC236}">
                <a16:creationId xmlns:a16="http://schemas.microsoft.com/office/drawing/2014/main" id="{3BA21CB9-F3C8-E76B-9B8A-09616928C968}"/>
              </a:ext>
            </a:extLst>
          </p:cNvPr>
          <p:cNvSpPr txBox="1">
            <a:spLocks noGrp="1"/>
          </p:cNvSpPr>
          <p:nvPr>
            <p:ph type="body" idx="1"/>
          </p:nvPr>
        </p:nvSpPr>
        <p:spPr>
          <a:xfrm>
            <a:off x="609603" y="1600200"/>
            <a:ext cx="10972800" cy="4525959"/>
          </a:xfrm>
          <a:prstGeom prst="rect">
            <a:avLst/>
          </a:prstGeom>
          <a:noFill/>
          <a:ln>
            <a:noFill/>
          </a:ln>
        </p:spPr>
        <p:txBody>
          <a:bodyPr vert="horz" wrap="square" lIns="91440" tIns="45720" rIns="91440" bIns="45720" anchor="t" anchorCtr="0" compatLnSpc="1">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E2D8D3E-1A37-301F-3BC2-E33102DFC5F0}"/>
              </a:ext>
            </a:extLst>
          </p:cNvPr>
          <p:cNvSpPr txBox="1">
            <a:spLocks noGrp="1"/>
          </p:cNvSpPr>
          <p:nvPr>
            <p:ph type="dt" sz="half" idx="2"/>
          </p:nvPr>
        </p:nvSpPr>
        <p:spPr>
          <a:xfrm>
            <a:off x="609603" y="6356351"/>
            <a:ext cx="2844798" cy="365129"/>
          </a:xfrm>
          <a:prstGeom prst="rect">
            <a:avLst/>
          </a:prstGeom>
          <a:noFill/>
          <a:ln>
            <a:noFill/>
          </a:ln>
        </p:spPr>
        <p:txBody>
          <a:bodyPr vert="horz" wrap="square" lIns="91440" tIns="45720" rIns="91440" bIns="45720" anchor="ctr" anchorCtr="0" compatLnSpc="1">
            <a:noAutofit/>
          </a:bodyPr>
          <a:lstStyle>
            <a:lvl1pPr marL="0" marR="0" lvl="0" indent="0" algn="l" defTabSz="914400" rtl="0" fontAlgn="auto" hangingPunct="1">
              <a:lnSpc>
                <a:spcPct val="100000"/>
              </a:lnSpc>
              <a:spcBef>
                <a:spcPts val="0"/>
              </a:spcBef>
              <a:spcAft>
                <a:spcPts val="0"/>
              </a:spcAft>
              <a:buNone/>
              <a:tabLst/>
              <a:defRPr lang="en-US" sz="1200" b="0" i="0" u="none" strike="noStrike" kern="1200" cap="none" spc="0" baseline="0">
                <a:solidFill>
                  <a:srgbClr val="898989"/>
                </a:solidFill>
                <a:uFillTx/>
                <a:latin typeface="Calibri"/>
              </a:defRPr>
            </a:lvl1pPr>
          </a:lstStyle>
          <a:p>
            <a:pPr lvl="0"/>
            <a:endParaRPr lang="en-US"/>
          </a:p>
        </p:txBody>
      </p:sp>
      <p:sp>
        <p:nvSpPr>
          <p:cNvPr id="5" name="Footer Placeholder 4">
            <a:extLst>
              <a:ext uri="{FF2B5EF4-FFF2-40B4-BE49-F238E27FC236}">
                <a16:creationId xmlns:a16="http://schemas.microsoft.com/office/drawing/2014/main" id="{BAEE8C35-9AE9-964C-69AE-27F457B2CA8D}"/>
              </a:ext>
            </a:extLst>
          </p:cNvPr>
          <p:cNvSpPr txBox="1">
            <a:spLocks noGrp="1"/>
          </p:cNvSpPr>
          <p:nvPr>
            <p:ph type="ftr" sz="quarter" idx="3"/>
          </p:nvPr>
        </p:nvSpPr>
        <p:spPr>
          <a:xfrm>
            <a:off x="4165604" y="6356351"/>
            <a:ext cx="3860797" cy="365129"/>
          </a:xfrm>
          <a:prstGeom prst="rect">
            <a:avLst/>
          </a:prstGeom>
          <a:noFill/>
          <a:ln>
            <a:noFill/>
          </a:ln>
        </p:spPr>
        <p:txBody>
          <a:bodyPr vert="horz" wrap="square" lIns="91440" tIns="45720" rIns="91440" bIns="45720" anchor="ctr" anchorCtr="1" compatLnSpc="1">
            <a:noAutofit/>
          </a:bodyPr>
          <a:lstStyle>
            <a:lvl1pPr marL="0" marR="0" lvl="0" indent="0" algn="ctr" defTabSz="914400" rtl="0" fontAlgn="auto" hangingPunct="1">
              <a:lnSpc>
                <a:spcPct val="100000"/>
              </a:lnSpc>
              <a:spcBef>
                <a:spcPts val="0"/>
              </a:spcBef>
              <a:spcAft>
                <a:spcPts val="0"/>
              </a:spcAft>
              <a:buNone/>
              <a:tabLst/>
              <a:defRPr lang="en-US" sz="1200" b="0" i="0" u="none" strike="noStrike" kern="1200" cap="none" spc="0" baseline="0">
                <a:solidFill>
                  <a:srgbClr val="898989"/>
                </a:solidFill>
                <a:uFillTx/>
                <a:latin typeface="Calibri"/>
              </a:defRPr>
            </a:lvl1pPr>
          </a:lstStyle>
          <a:p>
            <a:pPr lvl="0"/>
            <a:endParaRPr lang="en-US"/>
          </a:p>
        </p:txBody>
      </p:sp>
      <p:sp>
        <p:nvSpPr>
          <p:cNvPr id="6" name="Slide Number Placeholder 5">
            <a:extLst>
              <a:ext uri="{FF2B5EF4-FFF2-40B4-BE49-F238E27FC236}">
                <a16:creationId xmlns:a16="http://schemas.microsoft.com/office/drawing/2014/main" id="{2B84B10F-C4BA-27CE-B2D2-A397B9B92D2A}"/>
              </a:ext>
            </a:extLst>
          </p:cNvPr>
          <p:cNvSpPr txBox="1">
            <a:spLocks noGrp="1"/>
          </p:cNvSpPr>
          <p:nvPr>
            <p:ph type="sldNum" sz="quarter" idx="4"/>
          </p:nvPr>
        </p:nvSpPr>
        <p:spPr>
          <a:xfrm>
            <a:off x="8737604" y="6356351"/>
            <a:ext cx="2844798" cy="365129"/>
          </a:xfrm>
          <a:prstGeom prst="rect">
            <a:avLst/>
          </a:prstGeom>
          <a:noFill/>
          <a:ln>
            <a:noFill/>
          </a:ln>
        </p:spPr>
        <p:txBody>
          <a:bodyPr vert="horz" wrap="square" lIns="91440" tIns="45720" rIns="91440" bIns="45720" anchor="ctr" anchorCtr="0" compatLnSpc="1">
            <a:noAutofit/>
          </a:bodyPr>
          <a:lstStyle>
            <a:lvl1pPr marL="0" marR="0" lvl="0" indent="0" algn="r" defTabSz="914400" rtl="0" fontAlgn="auto" hangingPunct="1">
              <a:lnSpc>
                <a:spcPct val="100000"/>
              </a:lnSpc>
              <a:spcBef>
                <a:spcPts val="0"/>
              </a:spcBef>
              <a:spcAft>
                <a:spcPts val="0"/>
              </a:spcAft>
              <a:buNone/>
              <a:tabLst/>
              <a:defRPr lang="en-US" sz="1200" b="0" i="0" u="none" strike="noStrike" kern="1200" cap="none" spc="0" baseline="0">
                <a:solidFill>
                  <a:srgbClr val="898989"/>
                </a:solidFill>
                <a:uFillTx/>
                <a:latin typeface="Calibri"/>
              </a:defRPr>
            </a:lvl1pPr>
          </a:lstStyle>
          <a:p>
            <a:pPr lvl="0"/>
            <a:fld id="{7C0417AA-12A0-48A3-8BAE-748AB9373670}" type="slidenum">
              <a:t>‹#›</a:t>
            </a:fld>
            <a:endParaRPr lang="en-US"/>
          </a:p>
        </p:txBody>
      </p:sp>
    </p:spTree>
    <p:extLst>
      <p:ext uri="{BB962C8B-B14F-4D97-AF65-F5344CB8AC3E}">
        <p14:creationId xmlns:p14="http://schemas.microsoft.com/office/powerpoint/2010/main" val="1603405825"/>
      </p:ext>
    </p:extLst>
  </p:cSld>
  <p:clrMap bg1="lt1" tx1="dk1" bg2="lt2" tx2="dk2" accent1="accent1" accent2="accent2" accent3="accent3" accent4="accent4" accent5="accent5" accent6="accent6" hlink="hlink" folHlink="folHlink"/>
  <p:sldLayoutIdLst>
    <p:sldLayoutId id="2147483809" r:id="rId1"/>
    <p:sldLayoutId id="2147483810" r:id="rId2"/>
    <p:sldLayoutId id="2147483811" r:id="rId3"/>
    <p:sldLayoutId id="2147483812" r:id="rId4"/>
    <p:sldLayoutId id="2147483813" r:id="rId5"/>
    <p:sldLayoutId id="2147483814" r:id="rId6"/>
    <p:sldLayoutId id="2147483815" r:id="rId7"/>
    <p:sldLayoutId id="2147483816" r:id="rId8"/>
    <p:sldLayoutId id="2147483817" r:id="rId9"/>
    <p:sldLayoutId id="2147483818" r:id="rId10"/>
    <p:sldLayoutId id="2147483819" r:id="rId11"/>
    <p:sldLayoutId id="2147483820" r:id="rId12"/>
  </p:sldLayoutIdLst>
  <p:hf sldNum="0" hdr="0" ftr="0" dt="0"/>
  <p:txStyles>
    <p:titleStyle>
      <a:lvl1pPr marL="0" marR="0" lvl="0" indent="0" algn="ctr" defTabSz="914400" rtl="0" fontAlgn="auto" hangingPunct="1">
        <a:lnSpc>
          <a:spcPct val="100000"/>
        </a:lnSpc>
        <a:spcBef>
          <a:spcPts val="0"/>
        </a:spcBef>
        <a:spcAft>
          <a:spcPts val="0"/>
        </a:spcAft>
        <a:buNone/>
        <a:tabLst/>
        <a:defRPr lang="en-US" sz="4400" b="0" i="0" u="none" strike="noStrike" kern="1200" cap="none" spc="0" baseline="0">
          <a:solidFill>
            <a:srgbClr val="000000"/>
          </a:solidFill>
          <a:uFillTx/>
          <a:latin typeface="Calibri"/>
        </a:defRPr>
      </a:lvl1pPr>
    </p:titleStyle>
    <p:bodyStyle>
      <a:lvl1pPr marL="342900" marR="0" lvl="0" indent="-342900" algn="l" defTabSz="914400" rtl="0" fontAlgn="auto" hangingPunct="1">
        <a:lnSpc>
          <a:spcPct val="100000"/>
        </a:lnSpc>
        <a:spcBef>
          <a:spcPts val="800"/>
        </a:spcBef>
        <a:spcAft>
          <a:spcPts val="0"/>
        </a:spcAft>
        <a:buSzPct val="100000"/>
        <a:buFont typeface="Arial" pitchFamily="34"/>
        <a:buChar char="•"/>
        <a:tabLst/>
        <a:defRPr lang="en-US" sz="3200" b="0" i="0" u="none" strike="noStrike" kern="1200" cap="none" spc="0" baseline="0">
          <a:solidFill>
            <a:srgbClr val="000000"/>
          </a:solidFill>
          <a:uFillTx/>
          <a:latin typeface="Calibri"/>
        </a:defRPr>
      </a:lvl1pPr>
      <a:lvl2pPr marL="742950" marR="0" lvl="1" indent="-285750" algn="l" defTabSz="914400" rtl="0" fontAlgn="auto" hangingPunct="1">
        <a:lnSpc>
          <a:spcPct val="100000"/>
        </a:lnSpc>
        <a:spcBef>
          <a:spcPts val="700"/>
        </a:spcBef>
        <a:spcAft>
          <a:spcPts val="0"/>
        </a:spcAft>
        <a:buSzPct val="100000"/>
        <a:buFont typeface="Arial" pitchFamily="34"/>
        <a:buChar char="–"/>
        <a:tabLst/>
        <a:defRPr lang="en-US" sz="2800" b="0" i="0" u="none" strike="noStrike" kern="1200" cap="none" spc="0" baseline="0">
          <a:solidFill>
            <a:srgbClr val="000000"/>
          </a:solidFill>
          <a:uFillTx/>
          <a:latin typeface="Calibri"/>
        </a:defRPr>
      </a:lvl2pPr>
      <a:lvl3pPr marL="1143000" marR="0" lvl="2" indent="-228600" algn="l" defTabSz="914400" rtl="0" fontAlgn="auto" hangingPunct="1">
        <a:lnSpc>
          <a:spcPct val="100000"/>
        </a:lnSpc>
        <a:spcBef>
          <a:spcPts val="600"/>
        </a:spcBef>
        <a:spcAft>
          <a:spcPts val="0"/>
        </a:spcAft>
        <a:buSzPct val="100000"/>
        <a:buFont typeface="Arial" pitchFamily="34"/>
        <a:buChar char="•"/>
        <a:tabLst/>
        <a:defRPr lang="en-US" sz="2400" b="0" i="0" u="none" strike="noStrike" kern="1200" cap="none" spc="0" baseline="0">
          <a:solidFill>
            <a:srgbClr val="000000"/>
          </a:solidFill>
          <a:uFillTx/>
          <a:latin typeface="Calibri"/>
        </a:defRPr>
      </a:lvl3pPr>
      <a:lvl4pPr marL="1600200" marR="0" lvl="3" indent="-228600" algn="l" defTabSz="914400" rtl="0" fontAlgn="auto" hangingPunct="1">
        <a:lnSpc>
          <a:spcPct val="100000"/>
        </a:lnSpc>
        <a:spcBef>
          <a:spcPts val="500"/>
        </a:spcBef>
        <a:spcAft>
          <a:spcPts val="0"/>
        </a:spcAft>
        <a:buSzPct val="100000"/>
        <a:buFont typeface="Arial" pitchFamily="34"/>
        <a:buChar char="–"/>
        <a:tabLst/>
        <a:defRPr lang="en-US" sz="2000" b="0" i="0" u="none" strike="noStrike" kern="1200" cap="none" spc="0" baseline="0">
          <a:solidFill>
            <a:srgbClr val="000000"/>
          </a:solidFill>
          <a:uFillTx/>
          <a:latin typeface="Calibri"/>
        </a:defRPr>
      </a:lvl4pPr>
      <a:lvl5pPr marL="2057400" marR="0" lvl="4" indent="-228600" algn="l" defTabSz="914400" rtl="0" fontAlgn="auto" hangingPunct="1">
        <a:lnSpc>
          <a:spcPct val="100000"/>
        </a:lnSpc>
        <a:spcBef>
          <a:spcPts val="500"/>
        </a:spcBef>
        <a:spcAft>
          <a:spcPts val="0"/>
        </a:spcAft>
        <a:buSzPct val="100000"/>
        <a:buFont typeface="Arial" pitchFamily="34"/>
        <a:buChar char="»"/>
        <a:tabLst/>
        <a:defRPr lang="en-US" sz="2000" b="0" i="0" u="none" strike="noStrike" kern="1200" cap="none" spc="0" baseline="0">
          <a:solidFill>
            <a:srgbClr val="000000"/>
          </a:solidFill>
          <a:uFillTx/>
          <a:latin typeface="Calibri"/>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D97F74F-2C97-CAAE-BFFE-4AB59C9B0CA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endParaRPr lang="en-GB" dirty="0"/>
          </a:p>
        </p:txBody>
      </p:sp>
      <p:sp>
        <p:nvSpPr>
          <p:cNvPr id="3" name="Text Placeholder 2">
            <a:extLst>
              <a:ext uri="{FF2B5EF4-FFF2-40B4-BE49-F238E27FC236}">
                <a16:creationId xmlns:a16="http://schemas.microsoft.com/office/drawing/2014/main" id="{6E8AF5D8-44DC-3827-A81A-50B2DBA0222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3972394A-11AC-CA11-C367-46C0A3EB202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GB" dirty="0"/>
          </a:p>
        </p:txBody>
      </p:sp>
      <p:sp>
        <p:nvSpPr>
          <p:cNvPr id="5" name="Footer Placeholder 4">
            <a:extLst>
              <a:ext uri="{FF2B5EF4-FFF2-40B4-BE49-F238E27FC236}">
                <a16:creationId xmlns:a16="http://schemas.microsoft.com/office/drawing/2014/main" id="{B24EDFE8-6F24-013F-2D13-36B268B2DF4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dirty="0"/>
          </a:p>
        </p:txBody>
      </p:sp>
      <p:sp>
        <p:nvSpPr>
          <p:cNvPr id="6" name="Slide Number Placeholder 5">
            <a:extLst>
              <a:ext uri="{FF2B5EF4-FFF2-40B4-BE49-F238E27FC236}">
                <a16:creationId xmlns:a16="http://schemas.microsoft.com/office/drawing/2014/main" id="{2834227F-37C6-3D08-364F-3CB3C3C6ECA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543E3C9-646C-4166-9BF4-CF049967B668}" type="slidenum">
              <a:rPr lang="en-GB" smtClean="0"/>
              <a:t>‹#›</a:t>
            </a:fld>
            <a:endParaRPr lang="en-GB" dirty="0"/>
          </a:p>
        </p:txBody>
      </p:sp>
    </p:spTree>
    <p:extLst>
      <p:ext uri="{BB962C8B-B14F-4D97-AF65-F5344CB8AC3E}">
        <p14:creationId xmlns:p14="http://schemas.microsoft.com/office/powerpoint/2010/main" val="3556269617"/>
      </p:ext>
    </p:extLst>
  </p:cSld>
  <p:clrMap bg1="lt1" tx1="dk1" bg2="lt2" tx2="dk2" accent1="accent1" accent2="accent2" accent3="accent3" accent4="accent4" accent5="accent5" accent6="accent6" hlink="hlink" folHlink="folHlink"/>
  <p:sldLayoutIdLst>
    <p:sldLayoutId id="2147483822" r:id="rId1"/>
    <p:sldLayoutId id="2147483823" r:id="rId2"/>
    <p:sldLayoutId id="2147483824" r:id="rId3"/>
    <p:sldLayoutId id="2147483825" r:id="rId4"/>
    <p:sldLayoutId id="2147483826" r:id="rId5"/>
    <p:sldLayoutId id="2147483827" r:id="rId6"/>
    <p:sldLayoutId id="2147483828" r:id="rId7"/>
    <p:sldLayoutId id="2147483829" r:id="rId8"/>
    <p:sldLayoutId id="2147483830" r:id="rId9"/>
    <p:sldLayoutId id="2147483831" r:id="rId10"/>
    <p:sldLayoutId id="2147483832" r:id="rId11"/>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849D475-7154-42DD-9067-ACE4D1B546FC}" type="slidenum">
              <a:rPr lang="en-US" smtClean="0"/>
              <a:pPr/>
              <a:t>‹#›</a:t>
            </a:fld>
            <a:endParaRPr lang="en-US"/>
          </a:p>
        </p:txBody>
      </p:sp>
    </p:spTree>
    <p:extLst>
      <p:ext uri="{BB962C8B-B14F-4D97-AF65-F5344CB8AC3E}">
        <p14:creationId xmlns:p14="http://schemas.microsoft.com/office/powerpoint/2010/main" val="1500920321"/>
      </p:ext>
    </p:extLst>
  </p:cSld>
  <p:clrMap bg1="lt1" tx1="dk1" bg2="lt2" tx2="dk2" accent1="accent1" accent2="accent2" accent3="accent3" accent4="accent4" accent5="accent5" accent6="accent6" hlink="hlink" folHlink="folHlink"/>
  <p:sldLayoutIdLst>
    <p:sldLayoutId id="2147483834" r:id="rId1"/>
    <p:sldLayoutId id="2147483835" r:id="rId2"/>
    <p:sldLayoutId id="2147483836" r:id="rId3"/>
    <p:sldLayoutId id="2147483837" r:id="rId4"/>
    <p:sldLayoutId id="2147483838" r:id="rId5"/>
    <p:sldLayoutId id="2147483839" r:id="rId6"/>
    <p:sldLayoutId id="2147483840" r:id="rId7"/>
    <p:sldLayoutId id="2147483841" r:id="rId8"/>
    <p:sldLayoutId id="2147483842" r:id="rId9"/>
    <p:sldLayoutId id="2147483843" r:id="rId10"/>
    <p:sldLayoutId id="2147483844" r:id="rId1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268.xml.rels><?xml version='1.0' encoding='UTF-8' standalone='yes'?>
<Relationships xmlns="http://schemas.openxmlformats.org/package/2006/relationships"><Relationship Id="rId1" Type="http://schemas.openxmlformats.org/officeDocument/2006/relationships/slideLayout" Target="../slideLayouts/slideLayout49.xml"/></Relationships>
</file>

<file path=ppt/slides/_rels/slide269.xml.rels><?xml version='1.0' encoding='UTF-8' standalone='yes'?>
<Relationships xmlns="http://schemas.openxmlformats.org/package/2006/relationships"><Relationship Id="rId1" Type="http://schemas.openxmlformats.org/officeDocument/2006/relationships/slideLayout" Target="../slideLayouts/slideLayout50.xml"/></Relationships>
</file>

<file path=ppt/slides/_rels/slide270.xml.rels><?xml version='1.0' encoding='UTF-8' standalone='yes'?>
<Relationships xmlns="http://schemas.openxmlformats.org/package/2006/relationships"><Relationship Id="rId1" Type="http://schemas.openxmlformats.org/officeDocument/2006/relationships/slideLayout" Target="../slideLayouts/slideLayout50.xml"/></Relationships>
</file>

<file path=ppt/slides/_rels/slide271.xml.rels><?xml version='1.0' encoding='UTF-8' standalone='yes'?>
<Relationships xmlns="http://schemas.openxmlformats.org/package/2006/relationships"><Relationship Id="rId1" Type="http://schemas.openxmlformats.org/officeDocument/2006/relationships/slideLayout" Target="../slideLayouts/slideLayout50.xml"/></Relationships>
</file>

<file path=ppt/slides/_rels/slide272.xml.rels><?xml version='1.0' encoding='UTF-8' standalone='yes'?>
<Relationships xmlns="http://schemas.openxmlformats.org/package/2006/relationships"><Relationship Id="rId1" Type="http://schemas.openxmlformats.org/officeDocument/2006/relationships/slideLayout" Target="../slideLayouts/slideLayout55.xml"/><Relationship Id="rId2" Type="http://schemas.openxmlformats.org/officeDocument/2006/relationships/image" Target="../media/image238.png"/></Relationships>
</file>

<file path=ppt/slides/slide26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8C790BE2-4E4F-4AAF-81A2-4A6F4885EB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9" name="Rectangle 8">
            <a:extLst>
              <a:ext uri="{FF2B5EF4-FFF2-40B4-BE49-F238E27FC236}">
                <a16:creationId xmlns:a16="http://schemas.microsoft.com/office/drawing/2014/main" id="{D28B54C3-B57B-472A-B96E-1FCB67093DC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0"/>
            <a:ext cx="12191999" cy="6858000"/>
          </a:xfrm>
          <a:prstGeom prst="rect">
            <a:avLst/>
          </a:prstGeom>
          <a:gradFill>
            <a:gsLst>
              <a:gs pos="0">
                <a:schemeClr val="accent1">
                  <a:lumMod val="50000"/>
                </a:schemeClr>
              </a:gs>
              <a:gs pos="100000">
                <a:srgbClr val="000000"/>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1" name="Rectangle 10">
            <a:extLst>
              <a:ext uri="{FF2B5EF4-FFF2-40B4-BE49-F238E27FC236}">
                <a16:creationId xmlns:a16="http://schemas.microsoft.com/office/drawing/2014/main" id="{7DB3C429-F8DA-49B9-AF84-21996FCF78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4"/>
            <a:ext cx="12192000" cy="6402581"/>
          </a:xfrm>
          <a:prstGeom prst="rect">
            <a:avLst/>
          </a:prstGeom>
          <a:gradFill>
            <a:gsLst>
              <a:gs pos="1000">
                <a:schemeClr val="accent1">
                  <a:lumMod val="75000"/>
                  <a:alpha val="59000"/>
                </a:schemeClr>
              </a:gs>
              <a:gs pos="100000">
                <a:srgbClr val="000000"/>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3" name="Rectangle 12">
            <a:extLst>
              <a:ext uri="{FF2B5EF4-FFF2-40B4-BE49-F238E27FC236}">
                <a16:creationId xmlns:a16="http://schemas.microsoft.com/office/drawing/2014/main" id="{E12088DD-B1AD-40E0-8B86-1D87A2CCD9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2663054" y="-2653923"/>
            <a:ext cx="6858001" cy="12165846"/>
          </a:xfrm>
          <a:prstGeom prst="rect">
            <a:avLst/>
          </a:prstGeom>
          <a:gradFill>
            <a:gsLst>
              <a:gs pos="13000">
                <a:schemeClr val="accent1">
                  <a:lumMod val="50000"/>
                  <a:alpha val="0"/>
                </a:schemeClr>
              </a:gs>
              <a:gs pos="99000">
                <a:srgbClr val="000000">
                  <a:alpha val="28000"/>
                </a:srgb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15" name="Rectangle 14">
            <a:extLst>
              <a:ext uri="{FF2B5EF4-FFF2-40B4-BE49-F238E27FC236}">
                <a16:creationId xmlns:a16="http://schemas.microsoft.com/office/drawing/2014/main" id="{C4C9F2B0-1044-46EB-8AEB-C3BFFDE6C2C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094763" y="0"/>
            <a:ext cx="6096001" cy="6858000"/>
          </a:xfrm>
          <a:prstGeom prst="rect">
            <a:avLst/>
          </a:prstGeom>
          <a:gradFill>
            <a:gsLst>
              <a:gs pos="13000">
                <a:schemeClr val="accent1">
                  <a:lumMod val="50000"/>
                  <a:alpha val="0"/>
                </a:schemeClr>
              </a:gs>
              <a:gs pos="99000">
                <a:schemeClr val="accent1">
                  <a:lumMod val="75000"/>
                  <a:alpha val="50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17" name="Rectangle 16">
            <a:extLst>
              <a:ext uri="{FF2B5EF4-FFF2-40B4-BE49-F238E27FC236}">
                <a16:creationId xmlns:a16="http://schemas.microsoft.com/office/drawing/2014/main" id="{0C395952-4E26-45A2-8756-2ADFD6E53C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 y="-3"/>
            <a:ext cx="12182871" cy="6871922"/>
          </a:xfrm>
          <a:prstGeom prst="rect">
            <a:avLst/>
          </a:prstGeom>
          <a:gradFill>
            <a:gsLst>
              <a:gs pos="13000">
                <a:srgbClr val="000000">
                  <a:alpha val="35000"/>
                </a:srgbClr>
              </a:gs>
              <a:gs pos="99000">
                <a:schemeClr val="accent1">
                  <a:lumMod val="75000"/>
                  <a:alpha val="0"/>
                </a:schemeClr>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19" name="Freeform: Shape 18">
            <a:extLst>
              <a:ext uri="{FF2B5EF4-FFF2-40B4-BE49-F238E27FC236}">
                <a16:creationId xmlns:a16="http://schemas.microsoft.com/office/drawing/2014/main" id="{4734BADF-9461-4621-B112-2D7BABEA7D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87713" y="4049"/>
            <a:ext cx="10216576" cy="4729040"/>
          </a:xfrm>
          <a:custGeom>
            <a:avLst/>
            <a:gdLst>
              <a:gd name="connsiteX0" fmla="*/ 0 w 10216576"/>
              <a:gd name="connsiteY0" fmla="*/ 0 h 4729040"/>
              <a:gd name="connsiteX1" fmla="*/ 10216576 w 10216576"/>
              <a:gd name="connsiteY1" fmla="*/ 0 h 4729040"/>
              <a:gd name="connsiteX2" fmla="*/ 10210268 w 10216576"/>
              <a:gd name="connsiteY2" fmla="*/ 124944 h 4729040"/>
              <a:gd name="connsiteX3" fmla="*/ 5108288 w 10216576"/>
              <a:gd name="connsiteY3" fmla="*/ 4729040 h 4729040"/>
              <a:gd name="connsiteX4" fmla="*/ 6309 w 10216576"/>
              <a:gd name="connsiteY4" fmla="*/ 124944 h 47290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216576" h="4729040">
                <a:moveTo>
                  <a:pt x="0" y="0"/>
                </a:moveTo>
                <a:lnTo>
                  <a:pt x="10216576" y="0"/>
                </a:lnTo>
                <a:lnTo>
                  <a:pt x="10210268" y="124944"/>
                </a:lnTo>
                <a:cubicBezTo>
                  <a:pt x="9947637" y="2710997"/>
                  <a:pt x="7763635" y="4729040"/>
                  <a:pt x="5108288" y="4729040"/>
                </a:cubicBezTo>
                <a:cubicBezTo>
                  <a:pt x="2452942" y="4729040"/>
                  <a:pt x="268937" y="2710997"/>
                  <a:pt x="6309" y="124944"/>
                </a:cubicBezTo>
                <a:close/>
              </a:path>
            </a:pathLst>
          </a:custGeom>
          <a:gradFill>
            <a:gsLst>
              <a:gs pos="7000">
                <a:schemeClr val="accent1">
                  <a:lumMod val="50000"/>
                  <a:alpha val="4000"/>
                </a:schemeClr>
              </a:gs>
              <a:gs pos="99000">
                <a:schemeClr val="accent1">
                  <a:alpha val="24000"/>
                </a:schemeClr>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itle 1"/>
          <p:cNvSpPr>
            <a:spLocks noGrp="1"/>
          </p:cNvSpPr>
          <p:nvPr>
            <p:ph type="ctrTitle"/>
          </p:nvPr>
        </p:nvSpPr>
        <p:spPr>
          <a:xfrm>
            <a:off x="2026693" y="1030406"/>
            <a:ext cx="8147713" cy="2616308"/>
          </a:xfrm>
        </p:spPr>
        <p:txBody>
          <a:bodyPr anchor="ctr">
            <a:normAutofit/>
          </a:bodyPr>
          <a:lstStyle/>
          <a:p>
            <a:r>
              <a:rPr lang="en-US" sz="4800" dirty="0">
                <a:solidFill>
                  <a:srgbClr val="FFFFFF"/>
                </a:solidFill>
              </a:rPr>
              <a:t>“Guidance Note on Optimizing Post-Natal Care”</a:t>
            </a:r>
            <a:endParaRPr lang="en-IN" sz="4800" dirty="0">
              <a:solidFill>
                <a:srgbClr val="FFFFFF"/>
              </a:solidFill>
            </a:endParaRPr>
          </a:p>
        </p:txBody>
      </p:sp>
      <p:sp>
        <p:nvSpPr>
          <p:cNvPr id="5" name="TextBox 4">
            <a:extLst>
              <a:ext uri="{FF2B5EF4-FFF2-40B4-BE49-F238E27FC236}">
                <a16:creationId xmlns:a16="http://schemas.microsoft.com/office/drawing/2014/main" id="{6A763F90-6CD2-B062-CE5D-9F8F5921D43E}"/>
              </a:ext>
            </a:extLst>
          </p:cNvPr>
          <p:cNvSpPr txBox="1"/>
          <p:nvPr/>
        </p:nvSpPr>
        <p:spPr>
          <a:xfrm>
            <a:off x="301913" y="5887726"/>
            <a:ext cx="1371600" cy="343235"/>
          </a:xfrm>
          <a:prstGeom prst="rect">
            <a:avLst/>
          </a:prstGeom>
          <a:noFill/>
        </p:spPr>
        <p:txBody>
          <a:bodyPr wrap="square">
            <a:spAutoFit/>
          </a:bodyPr>
          <a:lstStyle/>
          <a:p>
            <a:pPr marL="0" marR="0" lvl="0" indent="0" algn="l" defTabSz="914400" rtl="0" eaLnBrk="1" fontAlgn="auto" latinLnBrk="0" hangingPunct="1">
              <a:lnSpc>
                <a:spcPct val="90000"/>
              </a:lnSpc>
              <a:spcBef>
                <a:spcPts val="0"/>
              </a:spcBef>
              <a:spcAft>
                <a:spcPts val="0"/>
              </a:spcAft>
              <a:buClrTx/>
              <a:buSzTx/>
              <a:buFontTx/>
              <a:buNone/>
              <a:tabLst/>
              <a:defRPr sz="1800" b="0" i="0" u="none" strike="noStrike" kern="0" cap="none" spc="0" baseline="0">
                <a:solidFill>
                  <a:srgbClr val="000000"/>
                </a:solidFill>
                <a:uFillTx/>
              </a:defRPr>
            </a:pPr>
            <a:r>
              <a:rPr kumimoji="0" lang="en-IN" sz="1800" b="1" i="0" u="none" strike="noStrike" kern="0" cap="none" spc="0" normalizeH="0" baseline="0" noProof="0" dirty="0">
                <a:ln>
                  <a:noFill/>
                </a:ln>
                <a:solidFill>
                  <a:srgbClr val="FFFFFF"/>
                </a:solidFill>
                <a:effectLst/>
                <a:uLnTx/>
                <a:uFillTx/>
                <a:latin typeface="Aptos"/>
                <a:ea typeface="+mn-ea"/>
                <a:cs typeface="+mn-cs"/>
              </a:rPr>
              <a:t>Topic: 2</a:t>
            </a:r>
            <a:r>
              <a:rPr kumimoji="0" lang="en-IN" sz="1800" b="1" i="0" u="none" strike="noStrike" kern="1200" cap="none" spc="0" normalizeH="0" baseline="0" noProof="0" dirty="0">
                <a:ln>
                  <a:noFill/>
                </a:ln>
                <a:solidFill>
                  <a:srgbClr val="FFFFFF"/>
                </a:solidFill>
                <a:effectLst/>
                <a:uLnTx/>
                <a:uFillTx/>
                <a:latin typeface="Aptos"/>
                <a:ea typeface="+mn-ea"/>
                <a:cs typeface="+mn-cs"/>
              </a:rPr>
              <a:t> </a:t>
            </a:r>
            <a:endParaRPr kumimoji="0" lang="en-US" sz="1800" b="1" i="0" u="none" strike="noStrike" kern="1200" cap="none" spc="0" normalizeH="0" baseline="0" noProof="0" dirty="0">
              <a:ln>
                <a:noFill/>
              </a:ln>
              <a:solidFill>
                <a:srgbClr val="FFFFFF"/>
              </a:solidFill>
              <a:effectLst/>
              <a:uLnTx/>
              <a:uFillTx/>
              <a:latin typeface="Aptos Display"/>
              <a:ea typeface="+mn-ea"/>
              <a:cs typeface="+mn-cs"/>
            </a:endParaRPr>
          </a:p>
        </p:txBody>
      </p:sp>
    </p:spTree>
    <p:extLst>
      <p:ext uri="{BB962C8B-B14F-4D97-AF65-F5344CB8AC3E}">
        <p14:creationId xmlns:p14="http://schemas.microsoft.com/office/powerpoint/2010/main" val="3776402738"/>
      </p:ext>
    </p:extLst>
  </p:cSld>
  <p:clrMapOvr>
    <a:masterClrMapping/>
  </p:clrMapOvr>
</p:sld>
</file>

<file path=ppt/slides/slide26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EEBFA4C8-C301-60A7-C96E-E85360F5DFB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1729117"/>
          </a:xfrm>
          <a:prstGeom prst="rect">
            <a:avLst/>
          </a:prstGeom>
          <a:ln>
            <a:noFill/>
          </a:ln>
          <a:effectLst>
            <a:outerShdw blurRad="368300" dist="101600" dir="5460000" sx="90000" sy="90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itle 1"/>
          <p:cNvSpPr>
            <a:spLocks noGrp="1"/>
          </p:cNvSpPr>
          <p:nvPr>
            <p:ph type="title"/>
          </p:nvPr>
        </p:nvSpPr>
        <p:spPr>
          <a:xfrm>
            <a:off x="761801" y="283714"/>
            <a:ext cx="9906799" cy="1161688"/>
          </a:xfrm>
        </p:spPr>
        <p:txBody>
          <a:bodyPr anchor="ctr">
            <a:normAutofit/>
          </a:bodyPr>
          <a:lstStyle/>
          <a:p>
            <a:r>
              <a:rPr lang="en-US" sz="3700" b="1"/>
              <a:t>Framework to identify the high-risk post-natal mother</a:t>
            </a:r>
            <a:endParaRPr lang="en-IN" sz="3700" b="1"/>
          </a:p>
        </p:txBody>
      </p:sp>
      <p:sp>
        <p:nvSpPr>
          <p:cNvPr id="3" name="Content Placeholder 2"/>
          <p:cNvSpPr>
            <a:spLocks noGrp="1"/>
          </p:cNvSpPr>
          <p:nvPr>
            <p:ph idx="1"/>
          </p:nvPr>
        </p:nvSpPr>
        <p:spPr>
          <a:xfrm>
            <a:off x="435428" y="2098018"/>
            <a:ext cx="10874829" cy="4034116"/>
          </a:xfrm>
        </p:spPr>
        <p:txBody>
          <a:bodyPr anchor="ctr">
            <a:noAutofit/>
          </a:bodyPr>
          <a:lstStyle/>
          <a:p>
            <a:r>
              <a:rPr lang="en-US" sz="2400" dirty="0"/>
              <a:t>The high-risk mother identified during post-natal period may be a pre- identified high-risk pregnancy (HRP during antenatal period) or may develop complications for the first time during post-natal period.</a:t>
            </a:r>
          </a:p>
          <a:p>
            <a:pPr marL="0" indent="0">
              <a:buNone/>
            </a:pPr>
            <a:endParaRPr lang="en-US" sz="2400" dirty="0"/>
          </a:p>
          <a:p>
            <a:r>
              <a:rPr lang="en-US" sz="2400" b="1" dirty="0"/>
              <a:t>Pre-identified HRP- </a:t>
            </a:r>
            <a:r>
              <a:rPr lang="en-US" sz="2400" dirty="0"/>
              <a:t>covered under PMSMA &amp; e PMSMA </a:t>
            </a:r>
          </a:p>
          <a:p>
            <a:pPr marL="0" indent="0">
              <a:buNone/>
            </a:pPr>
            <a:endParaRPr lang="en-US" sz="2400" dirty="0"/>
          </a:p>
          <a:p>
            <a:pPr marL="0" indent="0">
              <a:buNone/>
            </a:pPr>
            <a:r>
              <a:rPr lang="en-US" sz="2400" dirty="0"/>
              <a:t>• If post-natal mother was already identified as high-risk pregnancy during her PMSMA visit, the concerned ASHA will make HBNC visits after delivery, as per the schedule and shall be entitled to Rs.500/-per HRP for healthy outcome of both mother and newborn at 45th day of delivery, under extended PMSMA scheme</a:t>
            </a:r>
            <a:endParaRPr lang="en-IN" sz="2400" dirty="0"/>
          </a:p>
        </p:txBody>
      </p:sp>
    </p:spTree>
    <p:extLst>
      <p:ext uri="{BB962C8B-B14F-4D97-AF65-F5344CB8AC3E}">
        <p14:creationId xmlns:p14="http://schemas.microsoft.com/office/powerpoint/2010/main" val="3121133589"/>
      </p:ext>
    </p:extLst>
  </p:cSld>
  <p:clrMapOvr>
    <a:masterClrMapping/>
  </p:clrMapOvr>
</p:sld>
</file>

<file path=ppt/slides/slide2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367990"/>
            <a:ext cx="10515600" cy="6211230"/>
          </a:xfrm>
        </p:spPr>
        <p:txBody>
          <a:bodyPr>
            <a:normAutofit fontScale="92500" lnSpcReduction="10000"/>
          </a:bodyPr>
          <a:lstStyle/>
          <a:p>
            <a:pPr marL="0" indent="0">
              <a:buNone/>
            </a:pPr>
            <a:r>
              <a:rPr lang="en-US" b="1" dirty="0"/>
              <a:t>FEATURES OF NEW PROGRAMME</a:t>
            </a:r>
          </a:p>
          <a:p>
            <a:r>
              <a:rPr lang="en-US" dirty="0"/>
              <a:t>High risk identified in post-natal period- covered under Scheme for optimizing PNC care</a:t>
            </a:r>
          </a:p>
          <a:p>
            <a:r>
              <a:rPr lang="en-US" dirty="0"/>
              <a:t>If post-natal mother was normal throughout her ANC period but was later screened positive for any of the danger signs during HBNC visits by ASHA, she will be referred to the nearest healthcare facility/PMSMA / e- PMSMA  session for diagnosis, management and further follow up visits.</a:t>
            </a:r>
          </a:p>
          <a:p>
            <a:r>
              <a:rPr lang="en-US" b="1" dirty="0">
                <a:solidFill>
                  <a:srgbClr val="0070C0"/>
                </a:solidFill>
              </a:rPr>
              <a:t>Such identified woman is entitled for transport and in-facility services through 108</a:t>
            </a:r>
          </a:p>
          <a:p>
            <a:r>
              <a:rPr lang="en-US" dirty="0"/>
              <a:t>Subsequent to confirmation and management of the high-risk condition by the Medical Officer/OBGY specialist, and on achieving a healthy outcome for both mother and the baby, the concerned ASHA will be </a:t>
            </a:r>
            <a:r>
              <a:rPr lang="en-US" b="1" dirty="0"/>
              <a:t>incentivized @ Rs.250/-per high-risk post-natal mother, after 45th day of delivery.</a:t>
            </a:r>
            <a:endParaRPr lang="en-IN" b="1" dirty="0"/>
          </a:p>
          <a:p>
            <a:r>
              <a:rPr lang="en-US" dirty="0"/>
              <a:t>The confirmation of a healthy outcome of mother and baby shall be done by concerned MO/ANM.</a:t>
            </a:r>
            <a:endParaRPr lang="en-IN" b="1" dirty="0"/>
          </a:p>
        </p:txBody>
      </p:sp>
    </p:spTree>
    <p:extLst>
      <p:ext uri="{BB962C8B-B14F-4D97-AF65-F5344CB8AC3E}">
        <p14:creationId xmlns:p14="http://schemas.microsoft.com/office/powerpoint/2010/main" val="3838622265"/>
      </p:ext>
    </p:extLst>
  </p:cSld>
  <p:clrMapOvr>
    <a:masterClrMapping/>
  </p:clrMapOvr>
</p:sld>
</file>

<file path=ppt/slides/slide2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560426"/>
          </a:xfrm>
        </p:spPr>
        <p:txBody>
          <a:bodyPr>
            <a:normAutofit fontScale="90000"/>
          </a:bodyPr>
          <a:lstStyle/>
          <a:p>
            <a:r>
              <a:rPr lang="en-IN" dirty="0"/>
              <a:t>Reporting, Monitoring and Evaluation</a:t>
            </a:r>
          </a:p>
        </p:txBody>
      </p:sp>
      <p:sp>
        <p:nvSpPr>
          <p:cNvPr id="3" name="Content Placeholder 2"/>
          <p:cNvSpPr>
            <a:spLocks noGrp="1"/>
          </p:cNvSpPr>
          <p:nvPr>
            <p:ph idx="1"/>
          </p:nvPr>
        </p:nvSpPr>
        <p:spPr>
          <a:xfrm>
            <a:off x="838200" y="1070517"/>
            <a:ext cx="10515600" cy="5106446"/>
          </a:xfrm>
        </p:spPr>
        <p:txBody>
          <a:bodyPr/>
          <a:lstStyle/>
          <a:p>
            <a:r>
              <a:rPr lang="en-US" sz="2400" dirty="0"/>
              <a:t>The line listing of Post-natal high-risk mothers shall be captured in the existing PMSMA register/PMSMA portal by incorporating the following data elements: </a:t>
            </a:r>
          </a:p>
          <a:p>
            <a:pPr marL="0" indent="0">
              <a:buNone/>
            </a:pPr>
            <a:r>
              <a:rPr lang="en-US" dirty="0"/>
              <a:t>➢ </a:t>
            </a:r>
            <a:r>
              <a:rPr lang="en-US" sz="2000" dirty="0"/>
              <a:t>Whether the Post-natal mother confirmed as high risk by Medical Officer </a:t>
            </a:r>
          </a:p>
          <a:p>
            <a:pPr marL="0" indent="0">
              <a:buNone/>
            </a:pPr>
            <a:r>
              <a:rPr lang="en-US" sz="2000" dirty="0"/>
              <a:t>➢ If yes, the status of mother and baby after 45 days of delivery</a:t>
            </a:r>
          </a:p>
          <a:p>
            <a:pPr marL="0" indent="0">
              <a:buNone/>
            </a:pPr>
            <a:r>
              <a:rPr lang="en-US" sz="2000" dirty="0"/>
              <a:t> ➢ Incentive paid to ASHA (Yes/No) </a:t>
            </a:r>
          </a:p>
          <a:p>
            <a:pPr marL="0" indent="0">
              <a:buNone/>
            </a:pPr>
            <a:endParaRPr lang="en-US" sz="2000" dirty="0"/>
          </a:p>
          <a:p>
            <a:pPr marL="0" indent="0">
              <a:buNone/>
            </a:pPr>
            <a:endParaRPr lang="en-US" sz="2000" dirty="0"/>
          </a:p>
          <a:p>
            <a:r>
              <a:rPr lang="en-US" sz="2000" dirty="0"/>
              <a:t>Indicator to be monitored: Percentage of High-risk mothers identified during postnatal period (Calculation: Numerator – Number of Post Natal high risk mothers detected. Denominator- Total number of deliveries) </a:t>
            </a:r>
          </a:p>
          <a:p>
            <a:r>
              <a:rPr lang="en-US" sz="2000" dirty="0"/>
              <a:t>ASHA payment status under PFMS shall be reviewed on a regular basis to cross-check and match the reported high-risk mothers found at HBNC visit and their healthy outcome at 45th day of delivery</a:t>
            </a:r>
          </a:p>
          <a:p>
            <a:endParaRPr lang="en-IN" sz="2000" dirty="0"/>
          </a:p>
        </p:txBody>
      </p:sp>
    </p:spTree>
    <p:extLst>
      <p:ext uri="{BB962C8B-B14F-4D97-AF65-F5344CB8AC3E}">
        <p14:creationId xmlns:p14="http://schemas.microsoft.com/office/powerpoint/2010/main" val="3814960796"/>
      </p:ext>
    </p:extLst>
  </p:cSld>
  <p:clrMapOvr>
    <a:masterClrMapping/>
  </p:clrMapOvr>
</p:sld>
</file>

<file path=ppt/slides/slide2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AE20CB5-4D81-EC45-E3F6-92312CE8F45C}"/>
              </a:ext>
            </a:extLst>
          </p:cNvPr>
          <p:cNvPicPr>
            <a:picLocks noChangeAspect="1"/>
          </p:cNvPicPr>
          <p:nvPr/>
        </p:nvPicPr>
        <p:blipFill>
          <a:blip r:embed="rId2"/>
          <a:stretch>
            <a:fillRect/>
          </a:stretch>
        </p:blipFill>
        <p:spPr>
          <a:xfrm>
            <a:off x="3239" y="0"/>
            <a:ext cx="12185522" cy="6858000"/>
          </a:xfrm>
          <a:prstGeom prst="rect">
            <a:avLst/>
          </a:prstGeom>
        </p:spPr>
      </p:pic>
    </p:spTree>
    <p:extLst>
      <p:ext uri="{BB962C8B-B14F-4D97-AF65-F5344CB8AC3E}">
        <p14:creationId xmlns:p14="http://schemas.microsoft.com/office/powerpoint/2010/main" val="352803513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SLIDO_APP_VERSION" val="1.22.3.7802"/>
  <p:tag name="SLIDO_PRESENTATION_ID" val="cea41368-b299-453a-86ac-367c32b5efe9"/>
  <p:tag name="SLIDO_EVENT_UUID" val="fcad33ae-25be-4cda-ad67-3ccd05ff2cd6"/>
  <p:tag name="SLIDO_EVENT_SECTION_UUID" val="e20e75c6-e565-4309-bef2-b02a4dc93b90"/>
</p:tagLst>
</file>

<file path=ppt/theme/_rels/theme7.xml.rels><?xml version='1.0' encoding='UTF-8' standalone='yes'?>
<Relationships xmlns="http://schemas.openxmlformats.org/package/2006/relationships"><Relationship Id="rId1" Type="http://schemas.openxmlformats.org/officeDocument/2006/relationships/image" Target="../media/image15.jpeg"/><Relationship Id="rId2" Type="http://schemas.openxmlformats.org/officeDocument/2006/relationships/image" Target="../media/image16.jpeg"/></Relationships>
</file>

<file path=ppt/theme/theme1.xml><?xml version="1.0" encoding="utf-8"?>
<a:theme xmlns:a="http://schemas.openxmlformats.org/drawingml/2006/main" name="Office 2013 - 2022 Theme">
  <a:themeElements>
    <a:clrScheme name="Office 2013 - 2022 Theme">
      <a:dk1>
        <a:sysClr val="windowText" lastClr="000000"/>
      </a:dk1>
      <a:lt1>
        <a:sysClr val="window" lastClr="FFFFFF"/>
      </a:lt1>
      <a:dk2>
        <a:srgbClr val="44546A"/>
      </a:dk2>
      <a:lt2>
        <a:srgbClr val="E7E6E6"/>
      </a:lt2>
      <a:accent1>
        <a:srgbClr val="1D9A78"/>
      </a:accent1>
      <a:accent2>
        <a:srgbClr val="8BC145"/>
      </a:accent2>
      <a:accent3>
        <a:srgbClr val="36AFCE"/>
      </a:accent3>
      <a:accent4>
        <a:srgbClr val="1D6FA9"/>
      </a:accent4>
      <a:accent5>
        <a:srgbClr val="B74919"/>
      </a:accent5>
      <a:accent6>
        <a:srgbClr val="F19D19"/>
      </a:accent6>
      <a:hlink>
        <a:srgbClr val="0563C1"/>
      </a:hlink>
      <a:folHlink>
        <a:srgbClr val="954F72"/>
      </a:folHlink>
    </a:clrScheme>
    <a:fontScheme name="Office 2013 - 2022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13 - 2022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AE6F2518-B084-4896-AF52-66CC2144AA2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1_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4.xml><?xml version="1.0" encoding="utf-8"?>
<a:theme xmlns:a="http://schemas.openxmlformats.org/drawingml/2006/main" name="2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3_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6.xml><?xml version="1.0" encoding="utf-8"?>
<a:theme xmlns:a="http://schemas.openxmlformats.org/drawingml/2006/main" name="Jhpiego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7.xml><?xml version="1.0" encoding="utf-8"?>
<a:theme xmlns:a="http://schemas.openxmlformats.org/drawingml/2006/main" name="Organic">
  <a:themeElements>
    <a:clrScheme name="Organic">
      <a:dk1>
        <a:sysClr val="windowText" lastClr="000000"/>
      </a:dk1>
      <a:lt1>
        <a:sysClr val="window" lastClr="FFFFFF"/>
      </a:lt1>
      <a:dk2>
        <a:srgbClr val="212121"/>
      </a:dk2>
      <a:lt2>
        <a:srgbClr val="DADADA"/>
      </a:lt2>
      <a:accent1>
        <a:srgbClr val="83992A"/>
      </a:accent1>
      <a:accent2>
        <a:srgbClr val="3C9770"/>
      </a:accent2>
      <a:accent3>
        <a:srgbClr val="44709D"/>
      </a:accent3>
      <a:accent4>
        <a:srgbClr val="A23C33"/>
      </a:accent4>
      <a:accent5>
        <a:srgbClr val="D97828"/>
      </a:accent5>
      <a:accent6>
        <a:srgbClr val="DEB340"/>
      </a:accent6>
      <a:hlink>
        <a:srgbClr val="A8BF4D"/>
      </a:hlink>
      <a:folHlink>
        <a:srgbClr val="B4CA80"/>
      </a:folHlink>
    </a:clrScheme>
    <a:fontScheme name="Organic">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ganic">
      <a:fillStyleLst>
        <a:solidFill>
          <a:schemeClr val="phClr"/>
        </a:solidFill>
        <a:gradFill rotWithShape="1">
          <a:gsLst>
            <a:gs pos="0">
              <a:schemeClr val="phClr">
                <a:tint val="60000"/>
                <a:lumMod val="110000"/>
              </a:schemeClr>
            </a:gs>
            <a:gs pos="100000">
              <a:schemeClr val="phClr">
                <a:tint val="82000"/>
              </a:schemeClr>
            </a:gs>
          </a:gsLst>
          <a:lin ang="5400000" scaled="0"/>
        </a:gradFill>
        <a:blipFill rotWithShape="1">
          <a:blip xmlns:r="http://schemas.openxmlformats.org/officeDocument/2006/relationships" r:embed="rId1">
            <a:duotone>
              <a:schemeClr val="phClr">
                <a:shade val="74000"/>
                <a:satMod val="130000"/>
                <a:lumMod val="90000"/>
              </a:schemeClr>
              <a:schemeClr val="phClr">
                <a:tint val="94000"/>
                <a:satMod val="120000"/>
                <a:lumMod val="104000"/>
              </a:schemeClr>
            </a:duotone>
          </a:blip>
          <a:tile tx="0" ty="0" sx="100000" sy="100000" flip="none" algn="tl"/>
        </a:blipFill>
      </a:fillStyleLst>
      <a:lnStyleLst>
        <a:ln w="9525" cap="rnd" cmpd="sng" algn="ctr">
          <a:solidFill>
            <a:schemeClr val="phClr"/>
          </a:solidFill>
          <a:prstDash val="solid"/>
        </a:ln>
        <a:ln w="15875" cap="rnd" cmpd="sng" algn="ctr">
          <a:solidFill>
            <a:schemeClr val="phClr"/>
          </a:solidFill>
          <a:prstDash val="solid"/>
        </a:ln>
        <a:ln w="25400" cap="rnd"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38100" dist="254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2"/>
          <a:stretch/>
        </a:blipFill>
      </a:bgFillStyleLst>
    </a:fmtScheme>
  </a:themeElements>
  <a:objectDefaults/>
  <a:extraClrSchemeLst/>
  <a:extLst>
    <a:ext uri="{05A4C25C-085E-4340-85A3-A5531E510DB2}">
      <thm15:themeFamily xmlns:thm15="http://schemas.microsoft.com/office/thememl/2012/main" name="Organic" id="{28CDC826-8792-45C0-861B-85EB3ADEDA33}" vid="{7DAC20F1-423D-49E2-BD0B-50532748BAD0}"/>
    </a:ext>
  </a:extLst>
</a:theme>
</file>

<file path=ppt/theme/theme8.xml><?xml version="1.0" encoding="utf-8"?>
<a:theme xmlns:a="http://schemas.openxmlformats.org/drawingml/2006/main" name="5_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9.xml><?xml version="1.0" encoding="utf-8"?>
<a:theme xmlns:a="http://schemas.openxmlformats.org/drawingml/2006/main" name="6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0.xml><?xml version="1.0" encoding="utf-8"?>
<a:theme xmlns:a="http://schemas.openxmlformats.org/drawingml/2006/main" name="7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525" row="1">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DB684FDF-ECB5-4D95-AD9B-F7E3763E2B16}">
  <we:reference id="wa200007130" version="1.0.0.1" store="en-US" storeType="OMEX"/>
  <we:alternateReferences>
    <we:reference id="WA200007130" version="1.0.0.1" store="WA200007130" storeType="OMEX"/>
  </we:alternateReferences>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emplate>Office 2013 - 2022 Theme</Template>
  <TotalTime>2370</TotalTime>
  <Words>23516</Words>
  <Application>Microsoft Office PowerPoint</Application>
  <PresentationFormat>Widescreen</PresentationFormat>
  <Paragraphs>4491</Paragraphs>
  <Slides>380</Slides>
  <Notes>89</Notes>
  <HiddenSlides>0</HiddenSlides>
  <MMClips>0</MMClips>
  <ScaleCrop>false</ScaleCrop>
  <HeadingPairs>
    <vt:vector size="4" baseType="variant">
      <vt:variant>
        <vt:lpstr>Theme</vt:lpstr>
      </vt:variant>
      <vt:variant>
        <vt:i4>10</vt:i4>
      </vt:variant>
      <vt:variant>
        <vt:lpstr>Slide Titles</vt:lpstr>
      </vt:variant>
      <vt:variant>
        <vt:i4>380</vt:i4>
      </vt:variant>
    </vt:vector>
  </HeadingPairs>
  <TitlesOfParts>
    <vt:vector size="390" baseType="lpstr">
      <vt:lpstr>Office 2013 - 2022 Theme</vt:lpstr>
      <vt:lpstr>Office Theme</vt:lpstr>
      <vt:lpstr>1_Office Theme</vt:lpstr>
      <vt:lpstr>2_Office Theme</vt:lpstr>
      <vt:lpstr>3_Office Theme</vt:lpstr>
      <vt:lpstr>Jhpiego Theme</vt:lpstr>
      <vt:lpstr>Organic</vt:lpstr>
      <vt:lpstr>5_Office Theme</vt:lpstr>
      <vt:lpstr>6_Office Theme</vt:lpstr>
      <vt:lpstr>7_Office Theme</vt:lpstr>
      <vt:lpstr>DAY : 1 </vt:lpstr>
      <vt:lpstr>Maternal Health</vt:lpstr>
      <vt:lpstr>PowerPoint Presentation</vt:lpstr>
      <vt:lpstr>Importance of diagnosing hypertensive disorders of pregnancy</vt:lpstr>
      <vt:lpstr>Effects of high BP on mother  and child during pregnancy</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Iron deficiency Anemia in Pregnancy </vt:lpstr>
      <vt:lpstr> What is Anaemia ?</vt:lpstr>
      <vt:lpstr>Grades of anaemia in pregnancy </vt:lpstr>
      <vt:lpstr>PowerPoint Presentation</vt:lpstr>
      <vt:lpstr>Symptoms of Severe Anaemia</vt:lpstr>
      <vt:lpstr>Signs of severe Anaemia</vt:lpstr>
      <vt:lpstr>Diagnostic equipment for Anemia</vt:lpstr>
      <vt:lpstr>Methods of diagnosis</vt:lpstr>
      <vt:lpstr>What is FCM </vt:lpstr>
      <vt:lpstr>Indications for FCM </vt:lpstr>
      <vt:lpstr>Contraindications for FCM </vt:lpstr>
      <vt:lpstr>Comparison between Iron Sucrose and FCM …1</vt:lpstr>
      <vt:lpstr>Comparison between Iron Sucrose and FCM …2</vt:lpstr>
      <vt:lpstr>Dose Calculation of FCM </vt:lpstr>
      <vt:lpstr>Administration of FCM </vt:lpstr>
      <vt:lpstr>Precautions for FCM administration </vt:lpstr>
      <vt:lpstr>Management of adverse events following FCM administration</vt:lpstr>
      <vt:lpstr>FOLLOW UP ACTIONS AFTER ADMINISTRATION</vt:lpstr>
      <vt:lpstr>PowerPoint Presentation</vt:lpstr>
      <vt:lpstr>PowerPoint Presentation</vt:lpstr>
      <vt:lpstr>PowerPoint Presentation</vt:lpstr>
      <vt:lpstr>    Effects of GDM on Pregnant Woman and Newborn</vt:lpstr>
      <vt:lpstr>PowerPoint Presentation</vt:lpstr>
      <vt:lpstr>Consideration for GDM Screening</vt:lpstr>
      <vt:lpstr>PowerPoint Presentation</vt:lpstr>
      <vt:lpstr>PowerPoint Presentation</vt:lpstr>
      <vt:lpstr>PowerPoint Presentation</vt:lpstr>
      <vt:lpstr>PowerPoint Presentation</vt:lpstr>
      <vt:lpstr>PowerPoint Presentation</vt:lpstr>
      <vt:lpstr>Medical Nutrition Therapy</vt:lpstr>
      <vt:lpstr>Management of GDM – Physical Exercise (contd.)</vt:lpstr>
      <vt:lpstr>PowerPoint Presentation</vt:lpstr>
      <vt:lpstr>PowerPoint Presentation</vt:lpstr>
      <vt:lpstr>Hypothyroidism and its significance during pregnancy</vt:lpstr>
      <vt:lpstr>Diagnostic equipment for Hypothyroidism</vt:lpstr>
      <vt:lpstr>Adverse effects of untreated hypothyroidism in mother and fetus/newborn</vt:lpstr>
      <vt:lpstr>Magnitude of the problem and target population</vt:lpstr>
      <vt:lpstr>PowerPoint Presentation</vt:lpstr>
      <vt:lpstr>Diagnostic criteria in pregnancy</vt:lpstr>
      <vt:lpstr>PowerPoint Presentation</vt:lpstr>
      <vt:lpstr>PowerPoint Presentation</vt:lpstr>
      <vt:lpstr>PowerPoint Presentation</vt:lpstr>
      <vt:lpstr>Effect of SCD  on Mother and Baby</vt:lpstr>
      <vt:lpstr>High Performance Liquid Chromatography</vt:lpstr>
      <vt:lpstr>PowerPoint Presentation</vt:lpstr>
      <vt:lpstr>Prevention and Management of SCD</vt:lpstr>
      <vt:lpstr>Assessment prior to conception/First visit post conception:</vt:lpstr>
      <vt:lpstr>Management of Sickle cell disease during Antenatal period</vt:lpstr>
      <vt:lpstr>Medications and Monitoring</vt:lpstr>
      <vt:lpstr>Management of Sickle cell disease during Antenatal period</vt:lpstr>
      <vt:lpstr>Management of Sickle cell disease during Antenatal period</vt:lpstr>
      <vt:lpstr>Diagnostic Test of Sickle Cell</vt:lpstr>
      <vt:lpstr>Modalities of screening, treatment and management</vt:lpstr>
      <vt:lpstr>Modalities of screening, treatment and management</vt:lpstr>
      <vt:lpstr>Modalities of screening, treatment and management</vt:lpstr>
      <vt:lpstr>Management of Sickle cell disease in 2nd &amp; 3rd trimester </vt:lpstr>
      <vt:lpstr>PowerPoint Presentation</vt:lpstr>
      <vt:lpstr>Acute Pain Crisis Management</vt:lpstr>
      <vt:lpstr>Mode and timing of delivery</vt:lpstr>
      <vt:lpstr>Roles &amp; Responsibilities of MO/OG</vt:lpstr>
      <vt:lpstr>PowerPoint Presentation</vt:lpstr>
      <vt:lpstr>Preterm birth - A leading cause of neonatal deaths in India</vt:lpstr>
      <vt:lpstr>PowerPoint Presentation</vt:lpstr>
      <vt:lpstr>Recognizing true labor </vt:lpstr>
      <vt:lpstr>Interventions done in mother to prevent neonatal complications:</vt:lpstr>
      <vt:lpstr>Antenatal corticosteroids</vt:lpstr>
      <vt:lpstr>When to give and when not to give ANCS</vt:lpstr>
      <vt:lpstr>PowerPoint Presentation</vt:lpstr>
      <vt:lpstr>Post partum Hemorrhage</vt:lpstr>
      <vt:lpstr>Identification of PPH</vt:lpstr>
      <vt:lpstr>PowerPoint Presentation</vt:lpstr>
      <vt:lpstr>PowerPoint Presentation</vt:lpstr>
      <vt:lpstr>PowerPoint Presentation</vt:lpstr>
      <vt:lpstr>PowerPoint Presentation</vt:lpstr>
      <vt:lpstr>Classification of hypovolemic shock</vt:lpstr>
      <vt:lpstr> Assessment of Blood Loss </vt:lpstr>
      <vt:lpstr>PowerPoint Presentation</vt:lpstr>
      <vt:lpstr>PowerPoint Presentation</vt:lpstr>
      <vt:lpstr>PowerPoint Presentation</vt:lpstr>
      <vt:lpstr>Cause Specific Management: Atonic PPH</vt:lpstr>
      <vt:lpstr>PowerPoint Presentation</vt:lpstr>
      <vt:lpstr>Bimanual Uterine Compression</vt:lpstr>
      <vt:lpstr>Compression of Abdominal Aorta</vt:lpstr>
      <vt:lpstr>Condom Tamponade</vt:lpstr>
      <vt:lpstr>PowerPoint Presentation</vt:lpstr>
      <vt:lpstr>Cause Specific Management: Tears or Trauma</vt:lpstr>
      <vt:lpstr>Key Messages</vt:lpstr>
      <vt:lpstr>PowerPoint Presentation</vt:lpstr>
      <vt:lpstr>PARTOGRAPH – CASE STUDY 1</vt:lpstr>
      <vt:lpstr>PowerPoint Presentation</vt:lpstr>
      <vt:lpstr>PARTOGRAPH – CASE STUDY 2</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Clinical Picture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Key messages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Importance of Care for Newborn at Birth</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Monitoring of Baby (Delivery Case-sheet)</vt:lpstr>
      <vt:lpstr>PowerPoint Presentation</vt:lpstr>
      <vt:lpstr>PowerPoint Presentation</vt:lpstr>
      <vt:lpstr>PowerPoint Presentation</vt:lpstr>
      <vt:lpstr>RoP IEC</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Take Home Message</vt:lpstr>
      <vt:lpstr>Thermal Control (KMC)</vt:lpstr>
      <vt:lpstr>PowerPoint Presentation</vt:lpstr>
      <vt:lpstr>PowerPoint Presentation</vt:lpstr>
      <vt:lpstr>ASSESSMENT OF TEMPERATURE BY TOUCH</vt:lpstr>
      <vt:lpstr>PowerPoint Presentation</vt:lpstr>
      <vt:lpstr>PowerPoint Presentation</vt:lpstr>
      <vt:lpstr>PowerPoint Presentation</vt:lpstr>
      <vt:lpstr>Wrapping and covering a baby</vt:lpstr>
      <vt:lpstr>PowerPoint Presentation</vt:lpstr>
      <vt:lpstr>PowerPoint Presentation</vt:lpstr>
      <vt:lpstr>PowerPoint Presentation</vt:lpstr>
      <vt:lpstr>Kangaroo positioning</vt:lpstr>
      <vt:lpstr>PowerPoint Presentation</vt:lpstr>
      <vt:lpstr>Monitoring </vt:lpstr>
      <vt:lpstr> Duration of KMC </vt:lpstr>
      <vt:lpstr>PowerPoint Presentation</vt:lpstr>
      <vt:lpstr>PowerPoint Presentation</vt:lpstr>
      <vt:lpstr>PowerPoint Presentation</vt:lpstr>
      <vt:lpstr>PowerPoint Presentation</vt:lpstr>
      <vt:lpstr>Breast Anatomy - Structure</vt:lpstr>
      <vt:lpstr>Oxytocin Reflex</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Stabilize prior to transport</vt:lpstr>
      <vt:lpstr>Communication</vt:lpstr>
      <vt:lpstr>TemperatureMaintenance as per warm chain</vt:lpstr>
      <vt:lpstr>PowerPoint Presentation</vt:lpstr>
      <vt:lpstr>PowerPoint Presentation</vt:lpstr>
      <vt:lpstr>Prevention &amp; Management of Hypoxia</vt:lpstr>
      <vt:lpstr>Danger signs of newborn</vt:lpstr>
      <vt:lpstr>PowerPoint Presentation</vt:lpstr>
      <vt:lpstr>Childhood Pneumonia</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Childhood Diarrhoea</vt:lpstr>
      <vt:lpstr>PowerPoint Presentation</vt:lpstr>
      <vt:lpstr>PowerPoint Presentation</vt:lpstr>
      <vt:lpstr>PowerPoint Presentation</vt:lpstr>
      <vt:lpstr>PowerPoint Presentation</vt:lpstr>
      <vt:lpstr>PowerPoint Presentation</vt:lpstr>
      <vt:lpstr>Dose of ORS in 4 hours</vt:lpstr>
      <vt:lpstr>PowerPoint Presentation</vt:lpstr>
      <vt:lpstr>When to send child home &amp; Advice</vt:lpstr>
      <vt:lpstr>PowerPoint Presentation</vt:lpstr>
      <vt:lpstr>An Over View Immunization Programme  </vt:lpstr>
      <vt:lpstr>Introduction</vt:lpstr>
      <vt:lpstr>India’s Universal Immunization Programme (UIP)</vt:lpstr>
      <vt:lpstr>Roadmap of Introduction &amp; Expansion of New Vaccines</vt:lpstr>
      <vt:lpstr>Universal Immunization Programme (Scope and Scale in Odisha)</vt:lpstr>
      <vt:lpstr>Aim and objectives of UIP </vt:lpstr>
      <vt:lpstr>Full Immunization trend ( NFHS)</vt:lpstr>
      <vt:lpstr>Concept of Full Immunization Coverage (FIC) Plus</vt:lpstr>
      <vt:lpstr>Immunization programme Component </vt:lpstr>
      <vt:lpstr>VPDs </vt:lpstr>
      <vt:lpstr>PowerPoint Presentation</vt:lpstr>
      <vt:lpstr>Sequence , Site and Route of Vaccination at birth</vt:lpstr>
      <vt:lpstr>Sequence , Site and Route of Vaccination at 6th  Week</vt:lpstr>
      <vt:lpstr>Sequence , Site and Route of Vaccination at 10th  Week</vt:lpstr>
      <vt:lpstr>Sequence , Site and Route of Vaccination at 14th  Week</vt:lpstr>
      <vt:lpstr>Sequence , Site and Route of Vaccination at 9-11th month</vt:lpstr>
      <vt:lpstr>Sequence , Site and Route of Vaccination at 16-23 months</vt:lpstr>
      <vt:lpstr>PowerPoint Presentation</vt:lpstr>
      <vt:lpstr>Syringe and needle position for Vaccination </vt:lpstr>
      <vt:lpstr>PowerPoint Presentation</vt:lpstr>
      <vt:lpstr>Sensitivity of Vaccine to heat, light and freezing  </vt:lpstr>
      <vt:lpstr>PowerPoint Presentation</vt:lpstr>
      <vt:lpstr>PowerPoint Presentation</vt:lpstr>
      <vt:lpstr>Conditioning of Ice Packs</vt:lpstr>
      <vt:lpstr>Vaccine Arrangement at RI session sites </vt:lpstr>
      <vt:lpstr>Adverse event following immunization (AEFI)</vt:lpstr>
      <vt:lpstr>WHO cause specific definition of AEFIs</vt:lpstr>
      <vt:lpstr>Recognition of Anaphylaxis</vt:lpstr>
      <vt:lpstr>Steps for Initial Management of AEFI</vt:lpstr>
      <vt:lpstr>Managing AEFI </vt:lpstr>
      <vt:lpstr>Contents of the Anaphylaxis Kit </vt:lpstr>
      <vt:lpstr>Dose of Adrenaline </vt:lpstr>
      <vt:lpstr>Difference between AEFI Kit and Anaphylaxis kit </vt:lpstr>
      <vt:lpstr> Reporting of AEFIs  </vt:lpstr>
      <vt:lpstr> Immunization Wastes Segregation </vt:lpstr>
      <vt:lpstr>Monitoring and Supervision of RI Programme </vt:lpstr>
      <vt:lpstr>Reporting and recording of RI Programme </vt:lpstr>
      <vt:lpstr>DAY 2 Programs</vt:lpstr>
      <vt:lpstr>PowerPoint Presentation</vt:lpstr>
      <vt:lpstr>PowerPoint Presentation</vt:lpstr>
      <vt:lpstr>PowerPoint Presentation</vt:lpstr>
      <vt:lpstr>Requirements at VHSND/ UHSND site</vt:lpstr>
      <vt:lpstr>PowerPoint Presentation</vt:lpstr>
      <vt:lpstr>MCP card</vt:lpstr>
      <vt:lpstr>“Guidance Note on Optimizing Post-Natal Care”</vt:lpstr>
      <vt:lpstr>Framework to identify the high-risk post-natal mother</vt:lpstr>
      <vt:lpstr>PowerPoint Presentation</vt:lpstr>
      <vt:lpstr>Reporting, Monitoring and Evaluation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HRP condition in MCP card</vt:lpstr>
      <vt:lpstr>PowerPoint Presentation</vt:lpstr>
      <vt:lpstr>HRP Condition to be evaluate in 1st visit</vt:lpstr>
      <vt:lpstr>HRP Condition to be evaluate in every visit/Subsequent visit</vt:lpstr>
      <vt:lpstr>PowerPoint Presentation</vt:lpstr>
      <vt:lpstr>PowerPoint Presentation</vt:lpstr>
      <vt:lpstr>The expert committee unanimously recommended the following investigation for all ANC cases at the facility level:</vt:lpstr>
      <vt:lpstr>Following investigations are recommended for every delivery cases at the time of admission for delivery at facility:</vt:lpstr>
      <vt:lpstr>Follow up Tracking for HRP</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 BPCR – Complication Readiness</vt:lpstr>
      <vt:lpstr>PMSMA &amp; EPMSMA</vt:lpstr>
      <vt:lpstr>Pradhan Mantri Surakshit Matritva Abhiyan (PMSMA)/Extended PMSMA</vt:lpstr>
      <vt:lpstr>PowerPoint Presentation</vt:lpstr>
      <vt:lpstr>Features</vt:lpstr>
      <vt:lpstr>Financial Support</vt:lpstr>
      <vt:lpstr>Non-Negotiable Component</vt:lpstr>
      <vt:lpstr>Flow of Beneficiary</vt:lpstr>
      <vt:lpstr>Roles and responsibility of Health care providers</vt:lpstr>
      <vt:lpstr>List of PMSMA HRP Condition (25)</vt:lpstr>
      <vt:lpstr>Integration of MCP card and PMSMA HRP condition</vt:lpstr>
      <vt:lpstr>Integration of MCP card and PMSMA HRP condition</vt:lpstr>
      <vt:lpstr>AMLAN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Modalities for Oral IFA consumptions for all age groups</vt:lpstr>
      <vt:lpstr>PowerPoint Presentation</vt:lpstr>
      <vt:lpstr>PowerPoint Presentation</vt:lpstr>
      <vt:lpstr>PowerPoint Presentation</vt:lpstr>
      <vt:lpstr>PowerPoint Presentation</vt:lpstr>
      <vt:lpstr>Way Forward</vt:lpstr>
      <vt:lpstr> Home Based Newborn &amp; Young Child Care</vt:lpstr>
      <vt:lpstr>HBNC</vt:lpstr>
      <vt:lpstr>HBYC</vt:lpstr>
      <vt:lpstr>Skill Needed for HBNC</vt:lpstr>
      <vt:lpstr>Skill Needed for HBYC</vt:lpstr>
      <vt:lpstr>Recording</vt:lpstr>
      <vt:lpstr>SUPPLY CHAIN MANGEMENT</vt:lpstr>
      <vt:lpstr>FLOW OF INDENT</vt:lpstr>
      <vt:lpstr>ISSUE OF DRUGS</vt:lpstr>
      <vt:lpstr>INVENTORY MANAGEMENT</vt:lpstr>
      <vt:lpstr>INVENTORY MANAGEMENT</vt:lpstr>
      <vt:lpstr>BASIC PRINCIPLE </vt:lpstr>
      <vt:lpstr>Monthly Indent Calendar</vt:lpstr>
      <vt:lpstr>INVENTORY MANAGEMENT</vt:lpstr>
      <vt:lpstr>INVENTORY MANAGEMENT</vt:lpstr>
      <vt:lpstr>MONTHLY AVERAGE CONSUMPTION Ex- Tab. Pantoprazole 40 mg</vt:lpstr>
      <vt:lpstr>PowerPoint Presentation</vt:lpstr>
      <vt:lpstr>FORECASTING</vt:lpstr>
      <vt:lpstr>FORECASTING</vt:lpstr>
      <vt:lpstr>FORECASTING</vt:lpstr>
      <vt:lpstr>SMART MOVES</vt:lpstr>
      <vt:lpstr>Block Drug &amp; Therapeutics Committee (BDTC)</vt:lpstr>
      <vt:lpstr>ANNUAL PROCUREMENT PLAN</vt:lpstr>
      <vt:lpstr>STEPS INVOLVED IN PREPARATION OF AAP</vt:lpstr>
      <vt:lpstr>PowerPoint Presentation</vt:lpstr>
      <vt:lpstr>How to Rationalise Indents</vt:lpstr>
      <vt:lpstr>Role &amp; Responsibilities of  MO I/C</vt:lpstr>
      <vt:lpstr>Role &amp; Responsibilities of  Pharmacy Officer</vt:lpstr>
      <vt:lpstr> Instrument Processing </vt:lpstr>
      <vt:lpstr>PowerPoint Presentation</vt:lpstr>
      <vt:lpstr>PowerPoint Presentation</vt:lpstr>
      <vt:lpstr>Hypochlorite solution available concentration and dilution</vt:lpstr>
      <vt:lpstr>High Level disinfection/ Chemical sterilization</vt:lpstr>
      <vt:lpstr>PowerPoint Presentation</vt:lpstr>
      <vt:lpstr>PowerPoint Presentation</vt:lpstr>
      <vt:lpstr>Test Details As per Notification</vt:lpstr>
      <vt:lpstr>List of tests as per Type facility including</vt:lpstr>
      <vt:lpstr>List of tests as per Type facility including</vt:lpstr>
      <vt:lpstr>List of tests as per Type facility including</vt:lpstr>
      <vt:lpstr>List of tests as per Type facility including</vt:lpstr>
      <vt:lpstr>PowerPoint Presentation</vt:lpstr>
      <vt:lpstr>PowerPoint Presentation</vt:lpstr>
      <vt:lpstr>PowerPoint Presentation</vt:lpstr>
      <vt:lpstr>PowerPoint Presentation</vt:lpstr>
      <vt:lpstr>MDR Process</vt:lpstr>
      <vt:lpstr>CDR Process</vt:lpstr>
      <vt:lpstr>PowerPoint Presentation</vt:lpstr>
      <vt:lpstr>PowerPoint Presentation</vt:lpstr>
      <vt:lpstr>PowerPoint Presentation</vt:lpstr>
      <vt:lpstr>Dummy Data for group work </vt:lpstr>
      <vt:lpstr>Answer key </vt:lpstr>
      <vt:lpstr>Reporting &amp; Review</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Maternal Health</dc:title>
  <dc:creator>Nilophor; Rudra Das</dc:creator>
  <cp:lastModifiedBy>sibasish swain</cp:lastModifiedBy>
  <cp:revision>77</cp:revision>
  <cp:lastPrinted>2026-06-06T05:30:39Z</cp:lastPrinted>
  <dcterms:created xsi:type="dcterms:W3CDTF">2026-06-03T10:15:04Z</dcterms:created>
  <dcterms:modified xsi:type="dcterms:W3CDTF">2026-08-22T11:46:46Z</dcterms:modified>
</cp:coreProperties>
</file>