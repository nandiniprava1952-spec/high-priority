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C8: Home Based Newborn &amp; Young Child Care (HBNC/HBYC)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Home Based Newborn &amp; Young Child Care</a:t>
            </a:r>
          </a:p>
          <a:p>
            <a:r>
              <a:t>- Topic: 8</a:t>
            </a:r>
          </a:p>
          <a:p>
            <a:r>
              <a:t>- HBNC</a:t>
            </a:r>
          </a:p>
          <a:p>
            <a:r>
              <a:t>- Home Based Newborn Care:</a:t>
            </a:r>
          </a:p>
          <a:p>
            <a:r>
              <a:t>- Care for every newborn through series of home visits by ASHA/AWW/ANM in the 1st 6 weeks of life.</a:t>
            </a:r>
          </a:p>
          <a:p>
            <a:r>
              <a:t>- Also assess the mother during the visit</a:t>
            </a:r>
          </a:p>
          <a:p>
            <a:r>
              <a:t>- COMPONENTS HBNC: -</a:t>
            </a:r>
          </a:p>
          <a:p>
            <a:r>
              <a:t>- Exclusive Breast Feeding</a:t>
            </a:r>
          </a:p>
          <a:p>
            <a:r>
              <a:t>- Care of Ubmilicus</a:t>
            </a:r>
          </a:p>
          <a:p>
            <a:r>
              <a:t>- Maintenance of temperature</a:t>
            </a:r>
          </a:p>
          <a:p>
            <a:r>
              <a:t>- Promoting hygienic practices</a:t>
            </a:r>
          </a:p>
          <a:p>
            <a:r>
              <a:t>- Early detection of danger signs</a:t>
            </a:r>
          </a:p>
          <a:p>
            <a:r>
              <a:t>- Greater care &amp; support of high risk baby</a:t>
            </a:r>
          </a:p>
          <a:p>
            <a:r>
              <a:t>- HBYC</a:t>
            </a:r>
          </a:p>
          <a:p>
            <a:r>
              <a:t>- Home Based Young child  Care:</a:t>
            </a:r>
          </a:p>
          <a:p>
            <a:r>
              <a:t>- Care for every young child through series of home visits by ASHA/AWW during 3 months to 15 months</a:t>
            </a:r>
          </a:p>
          <a:p>
            <a:r>
              <a:t>- COMPONENTS HBYC: -</a:t>
            </a:r>
          </a:p>
          <a:p>
            <a:r>
              <a:t>- Complementary Feeding</a:t>
            </a:r>
          </a:p>
          <a:p>
            <a:r>
              <a:t>- Early Childhood Development &amp; identification of development delay</a:t>
            </a:r>
          </a:p>
          <a:p>
            <a:r>
              <a:t>- IFA Supplementation</a:t>
            </a:r>
          </a:p>
          <a:p>
            <a:r>
              <a:t>- ORS &amp; Zinc Supplementation during Diarrhoea</a:t>
            </a:r>
          </a:p>
          <a:p>
            <a:r>
              <a:t>- Counselling on family planning</a:t>
            </a:r>
          </a:p>
          <a:p>
            <a:r>
              <a:t>- Skill Needed for HBNC</a:t>
            </a:r>
          </a:p>
          <a:p>
            <a:r>
              <a:t>- 1. Provide newborn care through series of home visits</a:t>
            </a:r>
          </a:p>
          <a:p>
            <a:r>
              <a:t>- Weighing newborn, ensure warmth, demonstrate KMC, support EBF</a:t>
            </a:r>
          </a:p>
          <a:p/>
          <a:p>
            <a:r>
              <a:t>Facilitator reminder: cross-check this section against the training checklist (module_C / grp_C8)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8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Home Based Newborn &amp; Young Child Care (HBNC/HBYC)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