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diagrams/colors20.xml" ContentType="application/vnd.openxmlformats-officedocument.drawingml.diagramColors+xml"/>
  <Override PartName="/ppt/diagrams/data20.xml" ContentType="application/vnd.openxmlformats-officedocument.drawingml.diagramData+xml"/>
  <Override PartName="/ppt/diagrams/drawing20.xml" ContentType="application/vnd.ms-office.drawingml.diagramDrawing+xml"/>
  <Override PartName="/ppt/diagrams/layout20.xml" ContentType="application/vnd.openxmlformats-officedocument.drawingml.diagramLayout+xml"/>
  <Override PartName="/ppt/diagrams/quickStyle20.xml" ContentType="application/vnd.openxmlformats-officedocument.drawingml.diagram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9" r:id="rId1"/>
    <p:sldMasterId id="2147483717" r:id="rId2"/>
    <p:sldMasterId id="2147483729" r:id="rId3"/>
    <p:sldMasterId id="2147483745" r:id="rId4"/>
    <p:sldMasterId id="2147483748" r:id="rId5"/>
    <p:sldMasterId id="2147483766" r:id="rId6"/>
    <p:sldMasterId id="2147483790" r:id="rId7"/>
    <p:sldMasterId id="2147483808" r:id="rId8"/>
    <p:sldMasterId id="2147483821" r:id="rId9"/>
    <p:sldMasterId id="2147483833" r:id="rId10"/>
  </p:sldMasterIdLst>
  <p:notesMasterIdLst>
    <p:notesMasterId r:id="rId391"/>
  </p:notesMasterIdLst>
  <p:handoutMasterIdLst>
    <p:handoutMasterId r:id="rId392"/>
  </p:handoutMasterIdLst>
  <p:sldIdLst>
    <p:sldId id="547" r:id="rId381"/>
    <p:sldId id="542" r:id="rId382"/>
    <p:sldId id="541" r:id="rId383"/>
    <p:sldId id="2147470891" r:id="rId384"/>
    <p:sldId id="296" r:id="rId385"/>
    <p:sldId id="307" r:id="rId386"/>
    <p:sldId id="2147470726" r:id="rId387"/>
    <p:sldId id="2147470727" r:id="rId388"/>
    <p:sldId id="540" r:id="rId389"/>
    <p:sldId id="2147470713" r:id="rId390"/>
  </p:sldIdLst>
  <p:sldSz cx="12192000" cy="6858000"/>
  <p:notesSz cx="7104063" cy="10234613"/>
  <p:custDataLst>
    <p:tags r:id="rId393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7807B35-6682-E863-7CDC-BAFFABE6384C}" name="Dande Venkata Sireesha" initials="DS" userId="S::dsireesha@jhpiego.org::38427968-4704-4b19-87c8-b85b3f92401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CC"/>
    <a:srgbClr val="EA2E52"/>
    <a:srgbClr val="EC848E"/>
    <a:srgbClr val="F3F3F3"/>
    <a:srgbClr val="EAD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8FD4443E-F989-4FC4-A0C8-D5A2AF1F390B}" styleName="Dark Style 1 –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86"/>
    <p:restoredTop sz="94656"/>
  </p:normalViewPr>
  <p:slideViewPr>
    <p:cSldViewPr snapToGrid="0">
      <p:cViewPr varScale="1">
        <p:scale>
          <a:sx n="59" d="100"/>
          <a:sy n="59" d="100"/>
        </p:scale>
        <p:origin x="99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381" Type="http://schemas.openxmlformats.org/officeDocument/2006/relationships/slide" Target="slides/slide371.xml"/><Relationship Id="rId382" Type="http://schemas.openxmlformats.org/officeDocument/2006/relationships/slide" Target="slides/slide372.xml"/><Relationship Id="rId383" Type="http://schemas.openxmlformats.org/officeDocument/2006/relationships/slide" Target="slides/slide373.xml"/><Relationship Id="rId384" Type="http://schemas.openxmlformats.org/officeDocument/2006/relationships/slide" Target="slides/slide374.xml"/><Relationship Id="rId385" Type="http://schemas.openxmlformats.org/officeDocument/2006/relationships/slide" Target="slides/slide375.xml"/><Relationship Id="rId386" Type="http://schemas.openxmlformats.org/officeDocument/2006/relationships/slide" Target="slides/slide376.xml"/><Relationship Id="rId387" Type="http://schemas.openxmlformats.org/officeDocument/2006/relationships/slide" Target="slides/slide377.xml"/><Relationship Id="rId388" Type="http://schemas.openxmlformats.org/officeDocument/2006/relationships/slide" Target="slides/slide378.xml"/><Relationship Id="rId389" Type="http://schemas.openxmlformats.org/officeDocument/2006/relationships/slide" Target="slides/slide379.xml"/><Relationship Id="rId390" Type="http://schemas.openxmlformats.org/officeDocument/2006/relationships/slide" Target="slides/slide380.xml"/><Relationship Id="rId391" Type="http://schemas.openxmlformats.org/officeDocument/2006/relationships/notesMaster" Target="notesMasters/notesMaster1.xml"/><Relationship Id="rId392" Type="http://schemas.openxmlformats.org/officeDocument/2006/relationships/handoutMaster" Target="handoutMasters/handoutMaster1.xml"/><Relationship Id="rId393" Type="http://schemas.openxmlformats.org/officeDocument/2006/relationships/tags" Target="tags/tag1.xml"/><Relationship Id="rId394" Type="http://schemas.openxmlformats.org/officeDocument/2006/relationships/presProps" Target="presProps.xml"/><Relationship Id="rId395" Type="http://schemas.openxmlformats.org/officeDocument/2006/relationships/viewProps" Target="viewProps.xml"/><Relationship Id="rId396" Type="http://schemas.openxmlformats.org/officeDocument/2006/relationships/theme" Target="theme/theme1.xml"/><Relationship Id="rId397" Type="http://schemas.openxmlformats.org/officeDocument/2006/relationships/tableStyles" Target="tableStyles.xml"/><Relationship Id="rId398" Type="http://schemas.microsoft.com/office/2018/10/relationships/authors" Target="authors.xml"/></Relationships>
</file>

<file path=ppt/diagrams/colors2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20.xml><?xml version="1.0" encoding="utf-8"?>
<dgm:dataModel xmlns:dgm="http://schemas.openxmlformats.org/drawingml/2006/diagram" xmlns:a="http://schemas.openxmlformats.org/drawingml/2006/main">
  <dgm:ptLst>
    <dgm:pt modelId="{0CC517B9-E4B1-452A-9B63-8A8DDA0002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C2D68304-F80F-4D9A-9A0B-AC04D27D0672}">
      <dgm:prSet/>
      <dgm:spPr/>
      <dgm:t>
        <a:bodyPr/>
        <a:lstStyle/>
        <a:p>
          <a:r>
            <a:rPr lang="en-US"/>
            <a:t>Calculate the following </a:t>
          </a:r>
        </a:p>
      </dgm:t>
    </dgm:pt>
    <dgm:pt modelId="{151EBB1B-2BBC-4823-8677-2B51DD1EEE7A}" type="parTrans" cxnId="{782B8DCB-23B6-4909-8AB1-7391E06A3892}">
      <dgm:prSet/>
      <dgm:spPr/>
      <dgm:t>
        <a:bodyPr/>
        <a:lstStyle/>
        <a:p>
          <a:endParaRPr lang="en-US"/>
        </a:p>
      </dgm:t>
    </dgm:pt>
    <dgm:pt modelId="{712EC212-BBB6-4CF0-8F83-F9E0994108DD}" type="sibTrans" cxnId="{782B8DCB-23B6-4909-8AB1-7391E06A3892}">
      <dgm:prSet/>
      <dgm:spPr/>
      <dgm:t>
        <a:bodyPr/>
        <a:lstStyle/>
        <a:p>
          <a:endParaRPr lang="en-US"/>
        </a:p>
      </dgm:t>
    </dgm:pt>
    <dgm:pt modelId="{02EABA4C-EEC6-4964-98E5-AC85B5FC7C5B}">
      <dgm:prSet/>
      <dgm:spPr/>
      <dgm:t>
        <a:bodyPr/>
        <a:lstStyle/>
        <a:p>
          <a:r>
            <a:rPr lang="en-US"/>
            <a:t>Stillbirth rate</a:t>
          </a:r>
        </a:p>
      </dgm:t>
    </dgm:pt>
    <dgm:pt modelId="{D89611BA-38D5-484B-BAFE-5BAD2E7ED68B}" type="parTrans" cxnId="{FA73B755-5394-476F-98FB-DFAACBC1DF64}">
      <dgm:prSet/>
      <dgm:spPr/>
      <dgm:t>
        <a:bodyPr/>
        <a:lstStyle/>
        <a:p>
          <a:endParaRPr lang="en-US"/>
        </a:p>
      </dgm:t>
    </dgm:pt>
    <dgm:pt modelId="{6E8E8D72-72BB-453F-AF06-6662184C2AAB}" type="sibTrans" cxnId="{FA73B755-5394-476F-98FB-DFAACBC1DF64}">
      <dgm:prSet/>
      <dgm:spPr/>
      <dgm:t>
        <a:bodyPr/>
        <a:lstStyle/>
        <a:p>
          <a:endParaRPr lang="en-US"/>
        </a:p>
      </dgm:t>
    </dgm:pt>
    <dgm:pt modelId="{A2520EEC-CF2C-4CB0-926D-178AF0C7DFE4}">
      <dgm:prSet/>
      <dgm:spPr/>
      <dgm:t>
        <a:bodyPr/>
        <a:lstStyle/>
        <a:p>
          <a:r>
            <a:rPr lang="en-US"/>
            <a:t>Percentage of antepartum stillbirths</a:t>
          </a:r>
        </a:p>
      </dgm:t>
    </dgm:pt>
    <dgm:pt modelId="{07237966-1C8C-4152-8E26-838A8866A4D7}" type="parTrans" cxnId="{01F2F9AF-B7E2-418A-8127-49DA860CCAF7}">
      <dgm:prSet/>
      <dgm:spPr/>
      <dgm:t>
        <a:bodyPr/>
        <a:lstStyle/>
        <a:p>
          <a:endParaRPr lang="en-US"/>
        </a:p>
      </dgm:t>
    </dgm:pt>
    <dgm:pt modelId="{6349FCB2-80A1-42AA-A77D-AF4DD60233BC}" type="sibTrans" cxnId="{01F2F9AF-B7E2-418A-8127-49DA860CCAF7}">
      <dgm:prSet/>
      <dgm:spPr/>
      <dgm:t>
        <a:bodyPr/>
        <a:lstStyle/>
        <a:p>
          <a:endParaRPr lang="en-US"/>
        </a:p>
      </dgm:t>
    </dgm:pt>
    <dgm:pt modelId="{D47734BF-39A4-4862-8469-090E03CE1850}">
      <dgm:prSet/>
      <dgm:spPr/>
      <dgm:t>
        <a:bodyPr/>
        <a:lstStyle/>
        <a:p>
          <a:r>
            <a:rPr lang="en-US"/>
            <a:t>Early neonatal mortality rate</a:t>
          </a:r>
        </a:p>
      </dgm:t>
    </dgm:pt>
    <dgm:pt modelId="{C117D53F-6F01-4537-93C1-9FB03A6A8DF9}" type="parTrans" cxnId="{A6C00AA0-91DB-421E-931C-681815E770A2}">
      <dgm:prSet/>
      <dgm:spPr/>
      <dgm:t>
        <a:bodyPr/>
        <a:lstStyle/>
        <a:p>
          <a:endParaRPr lang="en-US"/>
        </a:p>
      </dgm:t>
    </dgm:pt>
    <dgm:pt modelId="{5299025A-05DB-44F1-A1E8-CB299EEA8A55}" type="sibTrans" cxnId="{A6C00AA0-91DB-421E-931C-681815E770A2}">
      <dgm:prSet/>
      <dgm:spPr/>
      <dgm:t>
        <a:bodyPr/>
        <a:lstStyle/>
        <a:p>
          <a:endParaRPr lang="en-US"/>
        </a:p>
      </dgm:t>
    </dgm:pt>
    <dgm:pt modelId="{24ED8F6B-EB7E-49B7-A747-01D709457484}">
      <dgm:prSet/>
      <dgm:spPr/>
      <dgm:t>
        <a:bodyPr/>
        <a:lstStyle/>
        <a:p>
          <a:r>
            <a:rPr lang="en-US"/>
            <a:t>Perinatal mortality rate</a:t>
          </a:r>
        </a:p>
      </dgm:t>
    </dgm:pt>
    <dgm:pt modelId="{41F498D6-BBC5-4996-8632-8FD8F62CCB9C}" type="parTrans" cxnId="{520F8DAA-7DFD-4C6A-AA13-58AC00A01F83}">
      <dgm:prSet/>
      <dgm:spPr/>
      <dgm:t>
        <a:bodyPr/>
        <a:lstStyle/>
        <a:p>
          <a:endParaRPr lang="en-US"/>
        </a:p>
      </dgm:t>
    </dgm:pt>
    <dgm:pt modelId="{AE1E802A-0CB5-467C-9AE3-99185F407940}" type="sibTrans" cxnId="{520F8DAA-7DFD-4C6A-AA13-58AC00A01F83}">
      <dgm:prSet/>
      <dgm:spPr/>
      <dgm:t>
        <a:bodyPr/>
        <a:lstStyle/>
        <a:p>
          <a:endParaRPr lang="en-US"/>
        </a:p>
      </dgm:t>
    </dgm:pt>
    <dgm:pt modelId="{531E4152-21A3-4F96-8448-626DD41929E6}">
      <dgm:prSet/>
      <dgm:spPr/>
      <dgm:t>
        <a:bodyPr/>
        <a:lstStyle/>
        <a:p>
          <a:r>
            <a:rPr lang="en-US"/>
            <a:t>Neonatal mortality rate</a:t>
          </a:r>
        </a:p>
      </dgm:t>
    </dgm:pt>
    <dgm:pt modelId="{AAEF80E4-6AD5-430A-B0CF-158EB20C5D04}" type="parTrans" cxnId="{65F2FFA4-DCE5-4513-8C90-6633AA111F29}">
      <dgm:prSet/>
      <dgm:spPr/>
      <dgm:t>
        <a:bodyPr/>
        <a:lstStyle/>
        <a:p>
          <a:endParaRPr lang="en-US"/>
        </a:p>
      </dgm:t>
    </dgm:pt>
    <dgm:pt modelId="{4DB28746-6AE0-4C7D-9424-6B671D1949E6}" type="sibTrans" cxnId="{65F2FFA4-DCE5-4513-8C90-6633AA111F29}">
      <dgm:prSet/>
      <dgm:spPr/>
      <dgm:t>
        <a:bodyPr/>
        <a:lstStyle/>
        <a:p>
          <a:endParaRPr lang="en-US"/>
        </a:p>
      </dgm:t>
    </dgm:pt>
    <dgm:pt modelId="{B87DCD15-5D99-4B3F-A5CA-54590A843AD1}" type="pres">
      <dgm:prSet presAssocID="{0CC517B9-E4B1-452A-9B63-8A8DDA0002AB}" presName="linear" presStyleCnt="0">
        <dgm:presLayoutVars>
          <dgm:animLvl val="lvl"/>
          <dgm:resizeHandles val="exact"/>
        </dgm:presLayoutVars>
      </dgm:prSet>
      <dgm:spPr/>
    </dgm:pt>
    <dgm:pt modelId="{C64DE6F5-3857-4BE2-81BE-2B56426A7FE4}" type="pres">
      <dgm:prSet presAssocID="{C2D68304-F80F-4D9A-9A0B-AC04D27D0672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76492DA8-ABF2-48E3-9E30-F14C9ABADC17}" type="pres">
      <dgm:prSet presAssocID="{C2D68304-F80F-4D9A-9A0B-AC04D27D0672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838AA212-A59C-40FD-812E-28F82DEB30DE}" type="presOf" srcId="{24ED8F6B-EB7E-49B7-A747-01D709457484}" destId="{76492DA8-ABF2-48E3-9E30-F14C9ABADC17}" srcOrd="0" destOrd="3" presId="urn:microsoft.com/office/officeart/2005/8/layout/vList2"/>
    <dgm:cxn modelId="{EF4ADA30-E6FA-44E9-BC1C-6A61D991F268}" type="presOf" srcId="{A2520EEC-CF2C-4CB0-926D-178AF0C7DFE4}" destId="{76492DA8-ABF2-48E3-9E30-F14C9ABADC17}" srcOrd="0" destOrd="1" presId="urn:microsoft.com/office/officeart/2005/8/layout/vList2"/>
    <dgm:cxn modelId="{E625C56F-B726-4032-A902-05086E3C390D}" type="presOf" srcId="{531E4152-21A3-4F96-8448-626DD41929E6}" destId="{76492DA8-ABF2-48E3-9E30-F14C9ABADC17}" srcOrd="0" destOrd="4" presId="urn:microsoft.com/office/officeart/2005/8/layout/vList2"/>
    <dgm:cxn modelId="{FA73B755-5394-476F-98FB-DFAACBC1DF64}" srcId="{C2D68304-F80F-4D9A-9A0B-AC04D27D0672}" destId="{02EABA4C-EEC6-4964-98E5-AC85B5FC7C5B}" srcOrd="0" destOrd="0" parTransId="{D89611BA-38D5-484B-BAFE-5BAD2E7ED68B}" sibTransId="{6E8E8D72-72BB-453F-AF06-6662184C2AAB}"/>
    <dgm:cxn modelId="{4248919F-DD28-4838-A41F-C9F917DBECDA}" type="presOf" srcId="{0CC517B9-E4B1-452A-9B63-8A8DDA0002AB}" destId="{B87DCD15-5D99-4B3F-A5CA-54590A843AD1}" srcOrd="0" destOrd="0" presId="urn:microsoft.com/office/officeart/2005/8/layout/vList2"/>
    <dgm:cxn modelId="{A6C00AA0-91DB-421E-931C-681815E770A2}" srcId="{C2D68304-F80F-4D9A-9A0B-AC04D27D0672}" destId="{D47734BF-39A4-4862-8469-090E03CE1850}" srcOrd="2" destOrd="0" parTransId="{C117D53F-6F01-4537-93C1-9FB03A6A8DF9}" sibTransId="{5299025A-05DB-44F1-A1E8-CB299EEA8A55}"/>
    <dgm:cxn modelId="{711B47A0-5084-4A8C-A2F5-8B9780692A2C}" type="presOf" srcId="{02EABA4C-EEC6-4964-98E5-AC85B5FC7C5B}" destId="{76492DA8-ABF2-48E3-9E30-F14C9ABADC17}" srcOrd="0" destOrd="0" presId="urn:microsoft.com/office/officeart/2005/8/layout/vList2"/>
    <dgm:cxn modelId="{7E7C87A2-3029-401B-B081-E2528658CD27}" type="presOf" srcId="{C2D68304-F80F-4D9A-9A0B-AC04D27D0672}" destId="{C64DE6F5-3857-4BE2-81BE-2B56426A7FE4}" srcOrd="0" destOrd="0" presId="urn:microsoft.com/office/officeart/2005/8/layout/vList2"/>
    <dgm:cxn modelId="{65F2FFA4-DCE5-4513-8C90-6633AA111F29}" srcId="{C2D68304-F80F-4D9A-9A0B-AC04D27D0672}" destId="{531E4152-21A3-4F96-8448-626DD41929E6}" srcOrd="4" destOrd="0" parTransId="{AAEF80E4-6AD5-430A-B0CF-158EB20C5D04}" sibTransId="{4DB28746-6AE0-4C7D-9424-6B671D1949E6}"/>
    <dgm:cxn modelId="{520F8DAA-7DFD-4C6A-AA13-58AC00A01F83}" srcId="{C2D68304-F80F-4D9A-9A0B-AC04D27D0672}" destId="{24ED8F6B-EB7E-49B7-A747-01D709457484}" srcOrd="3" destOrd="0" parTransId="{41F498D6-BBC5-4996-8632-8FD8F62CCB9C}" sibTransId="{AE1E802A-0CB5-467C-9AE3-99185F407940}"/>
    <dgm:cxn modelId="{01F2F9AF-B7E2-418A-8127-49DA860CCAF7}" srcId="{C2D68304-F80F-4D9A-9A0B-AC04D27D0672}" destId="{A2520EEC-CF2C-4CB0-926D-178AF0C7DFE4}" srcOrd="1" destOrd="0" parTransId="{07237966-1C8C-4152-8E26-838A8866A4D7}" sibTransId="{6349FCB2-80A1-42AA-A77D-AF4DD60233BC}"/>
    <dgm:cxn modelId="{782B8DCB-23B6-4909-8AB1-7391E06A3892}" srcId="{0CC517B9-E4B1-452A-9B63-8A8DDA0002AB}" destId="{C2D68304-F80F-4D9A-9A0B-AC04D27D0672}" srcOrd="0" destOrd="0" parTransId="{151EBB1B-2BBC-4823-8677-2B51DD1EEE7A}" sibTransId="{712EC212-BBB6-4CF0-8F83-F9E0994108DD}"/>
    <dgm:cxn modelId="{B47033FE-4906-47E6-BC1C-83D6BEE29769}" type="presOf" srcId="{D47734BF-39A4-4862-8469-090E03CE1850}" destId="{76492DA8-ABF2-48E3-9E30-F14C9ABADC17}" srcOrd="0" destOrd="2" presId="urn:microsoft.com/office/officeart/2005/8/layout/vList2"/>
    <dgm:cxn modelId="{9C5559FA-DF45-422A-BE11-B87AEBA868B1}" type="presParOf" srcId="{B87DCD15-5D99-4B3F-A5CA-54590A843AD1}" destId="{C64DE6F5-3857-4BE2-81BE-2B56426A7FE4}" srcOrd="0" destOrd="0" presId="urn:microsoft.com/office/officeart/2005/8/layout/vList2"/>
    <dgm:cxn modelId="{48C7C8FA-5C10-4208-B999-55EEC50C9404}" type="presParOf" srcId="{B87DCD15-5D99-4B3F-A5CA-54590A843AD1}" destId="{76492DA8-ABF2-48E3-9E30-F14C9ABADC17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2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64DE6F5-3857-4BE2-81BE-2B56426A7FE4}">
      <dsp:nvSpPr>
        <dsp:cNvPr id="0" name=""/>
        <dsp:cNvSpPr/>
      </dsp:nvSpPr>
      <dsp:spPr>
        <a:xfrm>
          <a:off x="0" y="73898"/>
          <a:ext cx="5315188" cy="79150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Calculate the following </a:t>
          </a:r>
        </a:p>
      </dsp:txBody>
      <dsp:txXfrm>
        <a:off x="38638" y="112536"/>
        <a:ext cx="5237912" cy="714229"/>
      </dsp:txXfrm>
    </dsp:sp>
    <dsp:sp modelId="{76492DA8-ABF2-48E3-9E30-F14C9ABADC17}">
      <dsp:nvSpPr>
        <dsp:cNvPr id="0" name=""/>
        <dsp:cNvSpPr/>
      </dsp:nvSpPr>
      <dsp:spPr>
        <a:xfrm>
          <a:off x="0" y="865404"/>
          <a:ext cx="5315188" cy="25957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757" tIns="41910" rIns="234696" bIns="41910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600" kern="1200"/>
            <a:t>Stillbirth rate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600" kern="1200"/>
            <a:t>Percentage of antepartum stillbirths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600" kern="1200"/>
            <a:t>Early neonatal mortality rate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600" kern="1200"/>
            <a:t>Perinatal mortality rate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600" kern="1200"/>
            <a:t>Neonatal mortality rate</a:t>
          </a:r>
        </a:p>
      </dsp:txBody>
      <dsp:txXfrm>
        <a:off x="0" y="865404"/>
        <a:ext cx="5315188" cy="2595780"/>
      </dsp:txXfrm>
    </dsp:sp>
  </dsp:spTree>
</dsp:drawing>
</file>

<file path=ppt/diagrams/layout20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2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3B46732-557D-8FCF-2968-C78E8D821C1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18EABF-2835-8D70-EFD7-D1352C40097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C12733-6E4E-5DA1-F079-5AD524364E8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B399E-D04A-9279-C9B6-F8A6209EEAC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261D89-608A-42D6-B691-97ED446F6AA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696072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80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B1AF16-7E74-AB49-8480-890ED0DDDF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743386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2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4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5.xml"/></Relationship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466928-D026-588D-104F-336AB4AD78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AC6635-C229-3348-E536-EBDA483D0BA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C753CC-06DF-89FB-A6C6-C079C88E2C07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E04E52E5-5111-4B56-A68B-82CFA3CBFF8D}" type="slidenum">
              <a: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372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1466143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Audio: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When the status of the fetal heart at the onset of labor is not available, the appearance of skin maceration is used as a proxy for the timing of stillbirths.</a:t>
            </a:r>
            <a:endParaRPr lang="en-GB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 the case of antepartum stillbirths, the macerated appearance of skin appearance is used as a proxy. And in the case of intrapartum stillbirths, fresh or non-macerated skin appearance is used as a proxy. </a:t>
            </a:r>
            <a:endParaRPr lang="en-GB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40787011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.emf"/><Relationship Id="rId3" Type="http://schemas.openxmlformats.org/officeDocument/2006/relationships/image" Target="../media/image3.emf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emf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5.jpg"/><Relationship Id="rId3" Type="http://schemas.openxmlformats.org/officeDocument/2006/relationships/image" Target="../media/image6.png"/><Relationship Id="rId4" Type="http://schemas.openxmlformats.org/officeDocument/2006/relationships/image" Target="../media/image3.emf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7.jpg"/><Relationship Id="rId3" Type="http://schemas.openxmlformats.org/officeDocument/2006/relationships/image" Target="../media/image8.emf"/><Relationship Id="rId4" Type="http://schemas.openxmlformats.org/officeDocument/2006/relationships/image" Target="../media/image6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9.jpg"/><Relationship Id="rId3" Type="http://schemas.openxmlformats.org/officeDocument/2006/relationships/image" Target="../media/image8.emf"/><Relationship Id="rId4" Type="http://schemas.openxmlformats.org/officeDocument/2006/relationships/image" Target="../media/image6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0.emf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jp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8.emf"/><Relationship Id="rId3" Type="http://schemas.openxmlformats.org/officeDocument/2006/relationships/image" Target="../media/image11.jp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jp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2.jpg"/><Relationship Id="rId3" Type="http://schemas.openxmlformats.org/officeDocument/2006/relationships/image" Target="../media/image6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3.jp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3.jpg"/><Relationship Id="rId3" Type="http://schemas.openxmlformats.org/officeDocument/2006/relationships/image" Target="../media/image14.emf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7686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FADFBB3-0010-AB5C-E186-10C278329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760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532442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8747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7749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2601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206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526851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21949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47286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1568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26208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3819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797716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1"/>
            <a:ext cx="11455400" cy="914402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55890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800">
              <a:solidFill>
                <a:srgbClr val="A9432B"/>
              </a:solidFill>
            </a:endParaRPr>
          </a:p>
        </p:txBody>
      </p:sp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3819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>
              <a:defRPr lang="en-US" b="1" dirty="0">
                <a:solidFill>
                  <a:srgbClr val="A9432B"/>
                </a:solidFill>
              </a:defRPr>
            </a:lvl1pPr>
          </a:lstStyle>
          <a:p>
            <a:pPr lvl="0" algn="ctr"/>
            <a:r>
              <a:rPr lang="en-US" dirty="0"/>
              <a:t>Click to edit Master title style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3"/>
          </p:nvPr>
        </p:nvSpPr>
        <p:spPr>
          <a:xfrm>
            <a:off x="368300" y="1298448"/>
            <a:ext cx="5669280" cy="4937760"/>
          </a:xfrm>
        </p:spPr>
        <p:txBody>
          <a:bodyPr>
            <a:normAutofit/>
          </a:bodyPr>
          <a:lstStyle>
            <a:lvl1pPr>
              <a:buClr>
                <a:srgbClr val="662C57"/>
              </a:buClr>
              <a:defRPr sz="2000">
                <a:solidFill>
                  <a:srgbClr val="000000"/>
                </a:solidFill>
              </a:defRPr>
            </a:lvl1pPr>
            <a:lvl2pPr>
              <a:buClr>
                <a:srgbClr val="662C57"/>
              </a:buClr>
              <a:defRPr sz="1800">
                <a:solidFill>
                  <a:srgbClr val="000000"/>
                </a:solidFill>
              </a:defRPr>
            </a:lvl2pPr>
            <a:lvl3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3pPr>
            <a:lvl4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4pPr>
            <a:lvl5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11"/>
          <p:cNvSpPr>
            <a:spLocks noGrp="1"/>
          </p:cNvSpPr>
          <p:nvPr>
            <p:ph sz="quarter" idx="14"/>
          </p:nvPr>
        </p:nvSpPr>
        <p:spPr>
          <a:xfrm>
            <a:off x="6154420" y="1298448"/>
            <a:ext cx="5669280" cy="4937760"/>
          </a:xfrm>
        </p:spPr>
        <p:txBody>
          <a:bodyPr>
            <a:normAutofit/>
          </a:bodyPr>
          <a:lstStyle>
            <a:lvl1pPr>
              <a:buClr>
                <a:srgbClr val="662C57"/>
              </a:buClr>
              <a:defRPr sz="2000">
                <a:solidFill>
                  <a:srgbClr val="000000"/>
                </a:solidFill>
              </a:defRPr>
            </a:lvl1pPr>
            <a:lvl2pPr>
              <a:buClr>
                <a:srgbClr val="662C57"/>
              </a:buClr>
              <a:defRPr sz="1800">
                <a:solidFill>
                  <a:srgbClr val="000000"/>
                </a:solidFill>
              </a:defRPr>
            </a:lvl2pPr>
            <a:lvl3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3pPr>
            <a:lvl4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4pPr>
            <a:lvl5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6" name="Picture 3"/>
          <p:cNvPicPr>
            <a:picLocks noChangeAspect="1" noChangeArrowheads="1"/>
          </p:cNvPicPr>
          <p:nvPr userDrawn="1"/>
        </p:nvPicPr>
        <p:blipFill rotWithShape="1">
          <a:blip r:embed="rId2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0951"/>
          <a:stretch/>
        </p:blipFill>
        <p:spPr bwMode="auto">
          <a:xfrm>
            <a:off x="5486400" y="1282700"/>
            <a:ext cx="914400" cy="549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755336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241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24659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475533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978" y="2130426"/>
            <a:ext cx="7774425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957" y="3886200"/>
            <a:ext cx="6402467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74604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647960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501" y="4406901"/>
            <a:ext cx="7774425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501" y="2906713"/>
            <a:ext cx="7774425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330179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319" y="1600201"/>
            <a:ext cx="4039652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9411" y="1600201"/>
            <a:ext cx="4039652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2804526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319" y="1535113"/>
            <a:ext cx="404124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319" y="2174875"/>
            <a:ext cx="404124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6235" y="1535113"/>
            <a:ext cx="404282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6235" y="2174875"/>
            <a:ext cx="404282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228788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6060386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525638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319" y="273050"/>
            <a:ext cx="3009097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981" y="273051"/>
            <a:ext cx="511308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319" y="1435101"/>
            <a:ext cx="3009097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3613045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755" y="4800600"/>
            <a:ext cx="548782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755" y="612775"/>
            <a:ext cx="548782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755" y="5367338"/>
            <a:ext cx="548782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601183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1612894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31127" y="274639"/>
            <a:ext cx="2057936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319" y="274639"/>
            <a:ext cx="6021368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061571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163E1-6C3C-60C3-2789-C3E7E63F68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84D3A4-B23F-3B2E-408D-8DF1D8B0F7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8080F2-B751-F031-B6FE-69EDC0E85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B9BBD-9BBB-25A7-41D5-DCCA42054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278240-920C-58B3-614A-1F302EDC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026B6-5CDD-4028-AFCB-F4401504FF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8252874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15C77-9BC2-B192-4B16-4E9B70C05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1B5D8-2228-37F5-E92F-100658DC4A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247496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E142B-386B-1737-E9C6-FAEC38AD5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9A76D0-7FA6-0F67-38CC-9AE4009EE6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1920339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7F155-3AC9-74B8-182F-F78DE7AC5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F9265-2FFD-0FDE-7AB6-CA2C242465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0C91D0-81F3-C1DE-D627-0F15E6AA3B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170954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D3BD0-D992-87FA-F121-40EF7F15E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1B9A1E-8425-AAAC-A4EF-5C14EDE752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F33098-65DF-716A-4270-8B037B243E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CAF85E-7457-56FC-7CCA-E5FA3279BF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7F51DF-B01D-B7B2-73C0-3B32809E30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487108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8ECCF-340C-CD3E-C2D5-8749FDE8D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326473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09393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E076A-4A60-1EF6-18EF-0CC70C4B0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E987A-C2F5-3E87-0B70-97263EDE0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BAEAAC-A628-9B86-3D98-5544703872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99737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2FB26-0933-6834-6FB9-FFB7D9CDA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0292AD-78E9-3F9E-1AF3-9880D1B9F9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EF03C5-C56C-38EC-872B-1FD90EA640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6533280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6CEA1-ED6E-34C2-B846-352AD62A0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326751-8CD1-BB97-ECE4-857D87C038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339860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DF36A2-1BA2-312B-1F1B-B56756E609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9E123B-8F1C-5AF7-49CC-E82E7B509C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66036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09600" y="1600200"/>
            <a:ext cx="5384800" cy="4495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495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37329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1 column" type="tx">
  <p:cSld name="Title + 1 colum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Shape 62"/>
          <p:cNvGrpSpPr/>
          <p:nvPr/>
        </p:nvGrpSpPr>
        <p:grpSpPr>
          <a:xfrm>
            <a:off x="-6" y="54"/>
            <a:ext cx="9429907" cy="1769753"/>
            <a:chOff x="-4" y="40"/>
            <a:chExt cx="7072430" cy="1327315"/>
          </a:xfrm>
        </p:grpSpPr>
        <p:sp>
          <p:nvSpPr>
            <p:cNvPr id="63" name="Shape 63"/>
            <p:cNvSpPr/>
            <p:nvPr/>
          </p:nvSpPr>
          <p:spPr>
            <a:xfrm>
              <a:off x="6292649" y="126425"/>
              <a:ext cx="779700" cy="259800"/>
            </a:xfrm>
            <a:prstGeom prst="triangle">
              <a:avLst>
                <a:gd name="adj" fmla="val 32425"/>
              </a:avLst>
            </a:prstGeom>
            <a:solidFill>
              <a:srgbClr val="2632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buFont typeface="Arial"/>
                <a:buNone/>
              </a:pPr>
              <a:endParaRPr sz="1867" kern="0">
                <a:solidFill>
                  <a:srgbClr val="000000"/>
                </a:solidFill>
                <a:latin typeface="Arvo"/>
                <a:ea typeface="Arvo"/>
                <a:cs typeface="Arvo"/>
                <a:sym typeface="Arvo"/>
              </a:endParaRPr>
            </a:p>
          </p:txBody>
        </p:sp>
        <p:grpSp>
          <p:nvGrpSpPr>
            <p:cNvPr id="3" name="Shape 64"/>
            <p:cNvGrpSpPr/>
            <p:nvPr/>
          </p:nvGrpSpPr>
          <p:grpSpPr>
            <a:xfrm rot="10800000" flipH="1">
              <a:off x="3" y="40"/>
              <a:ext cx="6756168" cy="1327315"/>
              <a:chOff x="-2168138" y="330075"/>
              <a:chExt cx="8650663" cy="1699506"/>
            </a:xfrm>
          </p:grpSpPr>
          <p:sp>
            <p:nvSpPr>
              <p:cNvPr id="65" name="Shape 65"/>
              <p:cNvSpPr/>
              <p:nvPr/>
            </p:nvSpPr>
            <p:spPr>
              <a:xfrm>
                <a:off x="-2168138" y="330081"/>
                <a:ext cx="6958200" cy="1699500"/>
              </a:xfrm>
              <a:prstGeom prst="rect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  <p:sp>
            <p:nvSpPr>
              <p:cNvPr id="66" name="Shape 66"/>
              <p:cNvSpPr/>
              <p:nvPr/>
            </p:nvSpPr>
            <p:spPr>
              <a:xfrm>
                <a:off x="4783025" y="330075"/>
                <a:ext cx="1699500" cy="1699500"/>
              </a:xfrm>
              <a:prstGeom prst="rtTriangle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</p:grpSp>
        <p:grpSp>
          <p:nvGrpSpPr>
            <p:cNvPr id="4" name="Shape 67"/>
            <p:cNvGrpSpPr/>
            <p:nvPr/>
          </p:nvGrpSpPr>
          <p:grpSpPr>
            <a:xfrm rot="10800000" flipH="1">
              <a:off x="-4" y="381007"/>
              <a:ext cx="7072430" cy="771744"/>
              <a:chOff x="-9092084" y="330075"/>
              <a:chExt cx="15574609" cy="1699501"/>
            </a:xfrm>
          </p:grpSpPr>
          <p:sp>
            <p:nvSpPr>
              <p:cNvPr id="68" name="Shape 68"/>
              <p:cNvSpPr/>
              <p:nvPr/>
            </p:nvSpPr>
            <p:spPr>
              <a:xfrm>
                <a:off x="-9092084" y="330076"/>
                <a:ext cx="13882200" cy="1699500"/>
              </a:xfrm>
              <a:prstGeom prst="rect">
                <a:avLst/>
              </a:prstGeom>
              <a:solidFill>
                <a:srgbClr val="3F537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  <p:sp>
            <p:nvSpPr>
              <p:cNvPr id="69" name="Shape 69"/>
              <p:cNvSpPr/>
              <p:nvPr/>
            </p:nvSpPr>
            <p:spPr>
              <a:xfrm>
                <a:off x="4783025" y="330075"/>
                <a:ext cx="1699500" cy="1699500"/>
              </a:xfrm>
              <a:prstGeom prst="rtTriangle">
                <a:avLst/>
              </a:prstGeom>
              <a:solidFill>
                <a:srgbClr val="3F537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</p:grpSp>
      </p:grpSp>
      <p:grpSp>
        <p:nvGrpSpPr>
          <p:cNvPr id="5" name="Shape 70"/>
          <p:cNvGrpSpPr/>
          <p:nvPr/>
        </p:nvGrpSpPr>
        <p:grpSpPr>
          <a:xfrm>
            <a:off x="9262456" y="5963632"/>
            <a:ext cx="2937107" cy="894393"/>
            <a:chOff x="5575242" y="4472723"/>
            <a:chExt cx="2202830" cy="670795"/>
          </a:xfrm>
        </p:grpSpPr>
        <p:sp>
          <p:nvSpPr>
            <p:cNvPr id="71" name="Shape 71"/>
            <p:cNvSpPr/>
            <p:nvPr/>
          </p:nvSpPr>
          <p:spPr>
            <a:xfrm rot="10800000">
              <a:off x="5575242" y="4948334"/>
              <a:ext cx="394200" cy="131400"/>
            </a:xfrm>
            <a:prstGeom prst="triangle">
              <a:avLst>
                <a:gd name="adj" fmla="val 32425"/>
              </a:avLst>
            </a:prstGeom>
            <a:solidFill>
              <a:srgbClr val="D26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buFont typeface="Arial"/>
                <a:buNone/>
              </a:pPr>
              <a:endParaRPr sz="1867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grpSp>
          <p:nvGrpSpPr>
            <p:cNvPr id="6" name="Shape 72"/>
            <p:cNvGrpSpPr/>
            <p:nvPr/>
          </p:nvGrpSpPr>
          <p:grpSpPr>
            <a:xfrm flipH="1">
              <a:off x="5734850" y="4472723"/>
              <a:ext cx="2040837" cy="670795"/>
              <a:chOff x="1297954" y="330075"/>
              <a:chExt cx="5169293" cy="1699506"/>
            </a:xfrm>
          </p:grpSpPr>
          <p:sp>
            <p:nvSpPr>
              <p:cNvPr id="73" name="Shape 73"/>
              <p:cNvSpPr/>
              <p:nvPr/>
            </p:nvSpPr>
            <p:spPr>
              <a:xfrm>
                <a:off x="1297954" y="330081"/>
                <a:ext cx="3476700" cy="1699500"/>
              </a:xfrm>
              <a:prstGeom prst="rect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  <p:sp>
            <p:nvSpPr>
              <p:cNvPr id="74" name="Shape 74"/>
              <p:cNvSpPr/>
              <p:nvPr/>
            </p:nvSpPr>
            <p:spPr>
              <a:xfrm>
                <a:off x="4767747" y="330075"/>
                <a:ext cx="1699500" cy="1699500"/>
              </a:xfrm>
              <a:prstGeom prst="rtTriangle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</p:grpSp>
        <p:grpSp>
          <p:nvGrpSpPr>
            <p:cNvPr id="7" name="Shape 75"/>
            <p:cNvGrpSpPr/>
            <p:nvPr/>
          </p:nvGrpSpPr>
          <p:grpSpPr>
            <a:xfrm flipH="1">
              <a:off x="5578209" y="4646738"/>
              <a:ext cx="2199863" cy="304563"/>
              <a:chOff x="-5827153" y="330075"/>
              <a:chExt cx="12276019" cy="1699569"/>
            </a:xfrm>
          </p:grpSpPr>
          <p:sp>
            <p:nvSpPr>
              <p:cNvPr id="76" name="Shape 76"/>
              <p:cNvSpPr/>
              <p:nvPr/>
            </p:nvSpPr>
            <p:spPr>
              <a:xfrm>
                <a:off x="-5827153" y="330144"/>
                <a:ext cx="10612200" cy="1699500"/>
              </a:xfrm>
              <a:prstGeom prst="rect">
                <a:avLst/>
              </a:prstGeom>
              <a:solidFill>
                <a:srgbClr val="FF98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  <p:sp>
            <p:nvSpPr>
              <p:cNvPr id="77" name="Shape 77"/>
              <p:cNvSpPr/>
              <p:nvPr/>
            </p:nvSpPr>
            <p:spPr>
              <a:xfrm>
                <a:off x="4749366" y="330075"/>
                <a:ext cx="1699500" cy="1699500"/>
              </a:xfrm>
              <a:prstGeom prst="rtTriangle">
                <a:avLst/>
              </a:prstGeom>
              <a:solidFill>
                <a:srgbClr val="FF98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</p:grpSp>
      </p:grpSp>
      <p:sp>
        <p:nvSpPr>
          <p:cNvPr id="78" name="Shape 78"/>
          <p:cNvSpPr txBox="1">
            <a:spLocks noGrp="1"/>
          </p:cNvSpPr>
          <p:nvPr>
            <p:ph type="title"/>
          </p:nvPr>
        </p:nvSpPr>
        <p:spPr>
          <a:xfrm>
            <a:off x="1085700" y="523433"/>
            <a:ext cx="7323200" cy="102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79" name="Shape 79"/>
          <p:cNvSpPr txBox="1">
            <a:spLocks noGrp="1"/>
          </p:cNvSpPr>
          <p:nvPr>
            <p:ph type="body" idx="1"/>
          </p:nvPr>
        </p:nvSpPr>
        <p:spPr>
          <a:xfrm>
            <a:off x="1085700" y="1769800"/>
            <a:ext cx="8176800" cy="419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marL="609585" lvl="0" indent="-507987">
              <a:spcBef>
                <a:spcPts val="800"/>
              </a:spcBef>
              <a:spcAft>
                <a:spcPts val="0"/>
              </a:spcAft>
              <a:buSzPts val="2400"/>
              <a:buChar char="▰"/>
              <a:defRPr/>
            </a:lvl1pPr>
            <a:lvl2pPr marL="1219170" lvl="1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2pPr>
            <a:lvl3pPr marL="1828754" lvl="2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3pPr>
            <a:lvl4pPr marL="2438339" lvl="3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4pPr>
            <a:lvl5pPr marL="3047924" lvl="4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5pPr>
            <a:lvl6pPr marL="3657509" lvl="5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6pPr>
            <a:lvl7pPr marL="4267093" lvl="6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7pPr>
            <a:lvl8pPr marL="4876678" lvl="7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8pPr>
            <a:lvl9pPr marL="5486263" lvl="8" indent="-507987">
              <a:spcBef>
                <a:spcPts val="1333"/>
              </a:spcBef>
              <a:spcAft>
                <a:spcPts val="1333"/>
              </a:spcAft>
              <a:buSzPts val="2400"/>
              <a:buChar char="▻"/>
              <a:defRPr/>
            </a:lvl9pPr>
          </a:lstStyle>
          <a:p>
            <a:endParaRPr/>
          </a:p>
        </p:txBody>
      </p:sp>
      <p:sp>
        <p:nvSpPr>
          <p:cNvPr id="80" name="Shape 80"/>
          <p:cNvSpPr txBox="1">
            <a:spLocks noGrp="1"/>
          </p:cNvSpPr>
          <p:nvPr>
            <p:ph type="sldNum" idx="12"/>
          </p:nvPr>
        </p:nvSpPr>
        <p:spPr>
          <a:xfrm>
            <a:off x="10157333" y="6182000"/>
            <a:ext cx="1983200" cy="42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9548700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08DD0829-95D3-46D8-B093-1413418E3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1782" y="681037"/>
            <a:ext cx="10154446" cy="538163"/>
          </a:xfrm>
        </p:spPr>
        <p:txBody>
          <a:bodyPr>
            <a:noAutofit/>
          </a:bodyPr>
          <a:lstStyle>
            <a:lvl1pPr algn="l">
              <a:defRPr sz="3200" b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E6C835F-8A38-40CA-AD16-1AC58DCCF624}"/>
              </a:ext>
            </a:extLst>
          </p:cNvPr>
          <p:cNvCxnSpPr>
            <a:cxnSpLocks/>
          </p:cNvCxnSpPr>
          <p:nvPr userDrawn="1"/>
        </p:nvCxnSpPr>
        <p:spPr>
          <a:xfrm>
            <a:off x="411480" y="1386840"/>
            <a:ext cx="1141476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C412C6-39F5-496E-BCF2-BBC24EBFE035}"/>
              </a:ext>
            </a:extLst>
          </p:cNvPr>
          <p:cNvCxnSpPr>
            <a:cxnSpLocks/>
          </p:cNvCxnSpPr>
          <p:nvPr userDrawn="1"/>
        </p:nvCxnSpPr>
        <p:spPr>
          <a:xfrm>
            <a:off x="404656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1B64A70-1DD2-468E-A83F-96EFAC819EF3}"/>
              </a:ext>
            </a:extLst>
          </p:cNvPr>
          <p:cNvCxnSpPr>
            <a:cxnSpLocks/>
          </p:cNvCxnSpPr>
          <p:nvPr userDrawn="1"/>
        </p:nvCxnSpPr>
        <p:spPr>
          <a:xfrm>
            <a:off x="11826240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D3495B4-D984-4156-B4D8-0E6BDBEBDF5A}"/>
              </a:ext>
            </a:extLst>
          </p:cNvPr>
          <p:cNvSpPr/>
          <p:nvPr userDrawn="1"/>
        </p:nvSpPr>
        <p:spPr>
          <a:xfrm>
            <a:off x="0" y="681037"/>
            <a:ext cx="1549400" cy="538163"/>
          </a:xfrm>
          <a:custGeom>
            <a:avLst/>
            <a:gdLst>
              <a:gd name="connsiteX0" fmla="*/ 0 w 1549400"/>
              <a:gd name="connsiteY0" fmla="*/ 0 h 538163"/>
              <a:gd name="connsiteX1" fmla="*/ 1359525 w 1549400"/>
              <a:gd name="connsiteY1" fmla="*/ 0 h 538163"/>
              <a:gd name="connsiteX2" fmla="*/ 1549400 w 1549400"/>
              <a:gd name="connsiteY2" fmla="*/ 189875 h 538163"/>
              <a:gd name="connsiteX3" fmla="*/ 1549400 w 1549400"/>
              <a:gd name="connsiteY3" fmla="*/ 348288 h 538163"/>
              <a:gd name="connsiteX4" fmla="*/ 1359525 w 1549400"/>
              <a:gd name="connsiteY4" fmla="*/ 538163 h 538163"/>
              <a:gd name="connsiteX5" fmla="*/ 0 w 1549400"/>
              <a:gd name="connsiteY5" fmla="*/ 538163 h 5381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49400" h="538163">
                <a:moveTo>
                  <a:pt x="0" y="0"/>
                </a:moveTo>
                <a:lnTo>
                  <a:pt x="1359525" y="0"/>
                </a:lnTo>
                <a:cubicBezTo>
                  <a:pt x="1464390" y="0"/>
                  <a:pt x="1549400" y="85010"/>
                  <a:pt x="1549400" y="189875"/>
                </a:cubicBezTo>
                <a:lnTo>
                  <a:pt x="1549400" y="348288"/>
                </a:lnTo>
                <a:cubicBezTo>
                  <a:pt x="1549400" y="453153"/>
                  <a:pt x="1464390" y="538163"/>
                  <a:pt x="1359525" y="538163"/>
                </a:cubicBezTo>
                <a:lnTo>
                  <a:pt x="0" y="538163"/>
                </a:lnTo>
                <a:close/>
              </a:path>
            </a:pathLst>
          </a:custGeom>
          <a:solidFill>
            <a:srgbClr val="A826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05340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FEF7DE1-51DA-4A3C-9EA8-305BF43A5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1782" y="681037"/>
            <a:ext cx="10154446" cy="538163"/>
          </a:xfrm>
        </p:spPr>
        <p:txBody>
          <a:bodyPr>
            <a:noAutofit/>
          </a:bodyPr>
          <a:lstStyle>
            <a:lvl1pPr>
              <a:defRPr sz="3200" b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F818502-EE7D-47C5-BAC6-32E7714A0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1630680"/>
            <a:ext cx="11414754" cy="454628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0782BCD-4510-4937-9C1E-F95F6544E965}"/>
              </a:ext>
            </a:extLst>
          </p:cNvPr>
          <p:cNvCxnSpPr>
            <a:cxnSpLocks/>
          </p:cNvCxnSpPr>
          <p:nvPr userDrawn="1"/>
        </p:nvCxnSpPr>
        <p:spPr>
          <a:xfrm>
            <a:off x="411480" y="1386840"/>
            <a:ext cx="1141476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22E42A-9523-4852-99DB-67E76B0D404D}"/>
              </a:ext>
            </a:extLst>
          </p:cNvPr>
          <p:cNvCxnSpPr>
            <a:cxnSpLocks/>
          </p:cNvCxnSpPr>
          <p:nvPr userDrawn="1"/>
        </p:nvCxnSpPr>
        <p:spPr>
          <a:xfrm>
            <a:off x="404656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DDDE1E1-2256-42EE-8EA5-A7A3D716556A}"/>
              </a:ext>
            </a:extLst>
          </p:cNvPr>
          <p:cNvCxnSpPr>
            <a:cxnSpLocks/>
          </p:cNvCxnSpPr>
          <p:nvPr userDrawn="1"/>
        </p:nvCxnSpPr>
        <p:spPr>
          <a:xfrm>
            <a:off x="11826240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7E4FA80-BAA4-4EE2-BE37-23B240E6BBE0}"/>
              </a:ext>
            </a:extLst>
          </p:cNvPr>
          <p:cNvSpPr/>
          <p:nvPr userDrawn="1"/>
        </p:nvSpPr>
        <p:spPr>
          <a:xfrm>
            <a:off x="0" y="681037"/>
            <a:ext cx="1549400" cy="538163"/>
          </a:xfrm>
          <a:custGeom>
            <a:avLst/>
            <a:gdLst>
              <a:gd name="connsiteX0" fmla="*/ 0 w 1549400"/>
              <a:gd name="connsiteY0" fmla="*/ 0 h 538163"/>
              <a:gd name="connsiteX1" fmla="*/ 1359525 w 1549400"/>
              <a:gd name="connsiteY1" fmla="*/ 0 h 538163"/>
              <a:gd name="connsiteX2" fmla="*/ 1549400 w 1549400"/>
              <a:gd name="connsiteY2" fmla="*/ 189875 h 538163"/>
              <a:gd name="connsiteX3" fmla="*/ 1549400 w 1549400"/>
              <a:gd name="connsiteY3" fmla="*/ 348288 h 538163"/>
              <a:gd name="connsiteX4" fmla="*/ 1359525 w 1549400"/>
              <a:gd name="connsiteY4" fmla="*/ 538163 h 538163"/>
              <a:gd name="connsiteX5" fmla="*/ 0 w 1549400"/>
              <a:gd name="connsiteY5" fmla="*/ 538163 h 5381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49400" h="538163">
                <a:moveTo>
                  <a:pt x="0" y="0"/>
                </a:moveTo>
                <a:lnTo>
                  <a:pt x="1359525" y="0"/>
                </a:lnTo>
                <a:cubicBezTo>
                  <a:pt x="1464390" y="0"/>
                  <a:pt x="1549400" y="85010"/>
                  <a:pt x="1549400" y="189875"/>
                </a:cubicBezTo>
                <a:lnTo>
                  <a:pt x="1549400" y="348288"/>
                </a:lnTo>
                <a:cubicBezTo>
                  <a:pt x="1549400" y="453153"/>
                  <a:pt x="1464390" y="538163"/>
                  <a:pt x="1359525" y="538163"/>
                </a:cubicBezTo>
                <a:lnTo>
                  <a:pt x="0" y="538163"/>
                </a:lnTo>
                <a:close/>
              </a:path>
            </a:pathLst>
          </a:custGeom>
          <a:solidFill>
            <a:srgbClr val="A826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424617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034173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7F155-3AC9-74B8-182F-F78DE7AC5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F9265-2FFD-0FDE-7AB6-CA2C242465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0C91D0-81F3-C1DE-D627-0F15E6AA3B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315266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CAEC-7662-442B-DE97-E02FBC40ADF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BB7E5-A757-F0A4-DCA3-4C3AA8BC32E6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542065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3819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4839405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1"/>
            <a:ext cx="11455400" cy="914402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8926340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C9F88-86E9-5CC4-3D6C-657D402BE1B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129D42-6E05-6030-F80E-A6FABF9DC6E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421876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CAEC-7662-442B-DE97-E02FBC40ADF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BB7E5-A757-F0A4-DCA3-4C3AA8BC32E6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007645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E6725-11C7-8AC7-11E5-AAC81764F0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78B3E4-BD1E-2992-E55E-6E62206817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008392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A615A-0748-F8E8-2B93-7AC67AD50D2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89835-CA8A-4EF0-5B61-52276E32F0E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66D794-E860-6C81-5A60-35231154E1D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71983420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A5897-1ECD-873E-84D3-41BFF8AF3F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ECCF8A-8FFE-B9BF-52CE-5454D38EEA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80B978-03DA-B019-265D-0BAE53546179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11E5E9-54B5-1CB7-85AA-72865A708F4F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48F26A-AB96-0F7E-6D39-692237F77A55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740176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2DE27-564F-909C-2474-F9B9D491ABE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10362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472055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C1298-7628-BFDD-D448-3ED5060CF3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5A0D2-6B79-78A9-264D-4051A8817D0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7D71C3-71E0-D242-A6AD-90036E7E37A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CA37B5-D886-E370-2885-12BA7BE9BDE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FD2DA2-D24D-6A82-7B14-AE6FABFF30D9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5E9A08-69FE-3525-F234-68C458DA827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E1850F8-7832-4952-B4BD-14C3E99DE1D8}" type="slidenum"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308088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382B1-7FB7-0AD0-C6A5-0AB70BAF62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F0B88E-3309-371B-8826-D39EB1724CD8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lang="en-IN" sz="3200"/>
            </a:lvl1pPr>
          </a:lstStyle>
          <a:p>
            <a:pPr lvl="0"/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B053A5-672B-38C1-1923-B1F2ACB1B65A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985698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1B396-7FE9-DBA8-015B-F373BB56C74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618F8A-332B-1E08-CA2B-8890CB0E4CFA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13308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45EEB9-6A47-2E58-EC44-0FA558BC00EC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367C5A-CAC2-FCA2-7F34-F582BBEE0267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1703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D53AEF42-15E7-649A-BE0F-3BDA462B102A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+- f7 0 f5"/>
              <a:gd name="f29" fmla="+- f6 0 f5"/>
              <a:gd name="f30" fmla="*/ f25 f0 1"/>
              <a:gd name="f31" fmla="*/ f29 1 5867"/>
              <a:gd name="f32" fmla="*/ f28 1 4320"/>
              <a:gd name="f33" fmla="*/ 0 f29 1"/>
              <a:gd name="f34" fmla="*/ 0 f28 1"/>
              <a:gd name="f35" fmla="*/ 4320 f28 1"/>
              <a:gd name="f36" fmla="*/ 3187 f29 1"/>
              <a:gd name="f37" fmla="*/ 4630 f29 1"/>
              <a:gd name="f38" fmla="*/ 3063 f28 1"/>
              <a:gd name="f39" fmla="*/ 5669 f29 1"/>
              <a:gd name="f40" fmla="*/ 1003 f28 1"/>
              <a:gd name="f41" fmla="*/ 5867 f29 1"/>
              <a:gd name="f42" fmla="*/ f30 1 f2"/>
              <a:gd name="f43" fmla="*/ f33 1 5867"/>
              <a:gd name="f44" fmla="*/ f34 1 4320"/>
              <a:gd name="f45" fmla="*/ f35 1 4320"/>
              <a:gd name="f46" fmla="*/ f36 1 5867"/>
              <a:gd name="f47" fmla="*/ f37 1 5867"/>
              <a:gd name="f48" fmla="*/ f38 1 4320"/>
              <a:gd name="f49" fmla="*/ f39 1 5867"/>
              <a:gd name="f50" fmla="*/ f40 1 4320"/>
              <a:gd name="f51" fmla="*/ f41 1 5867"/>
              <a:gd name="f52" fmla="*/ 0 1 f31"/>
              <a:gd name="f53" fmla="*/ f6 1 f31"/>
              <a:gd name="f54" fmla="*/ 0 1 f32"/>
              <a:gd name="f55" fmla="*/ f7 1 f32"/>
              <a:gd name="f56" fmla="+- f42 0 f1"/>
              <a:gd name="f57" fmla="*/ f43 1 f31"/>
              <a:gd name="f58" fmla="*/ f44 1 f32"/>
              <a:gd name="f59" fmla="*/ f45 1 f32"/>
              <a:gd name="f60" fmla="*/ f46 1 f31"/>
              <a:gd name="f61" fmla="*/ f47 1 f31"/>
              <a:gd name="f62" fmla="*/ f48 1 f32"/>
              <a:gd name="f63" fmla="*/ f49 1 f31"/>
              <a:gd name="f64" fmla="*/ f50 1 f32"/>
              <a:gd name="f65" fmla="*/ f51 1 f31"/>
              <a:gd name="f66" fmla="*/ f52 f26 1"/>
              <a:gd name="f67" fmla="*/ f53 f26 1"/>
              <a:gd name="f68" fmla="*/ f55 f27 1"/>
              <a:gd name="f69" fmla="*/ f54 f27 1"/>
              <a:gd name="f70" fmla="*/ f57 f26 1"/>
              <a:gd name="f71" fmla="*/ f58 f27 1"/>
              <a:gd name="f72" fmla="*/ f59 f27 1"/>
              <a:gd name="f73" fmla="*/ f60 f26 1"/>
              <a:gd name="f74" fmla="*/ f61 f26 1"/>
              <a:gd name="f75" fmla="*/ f62 f27 1"/>
              <a:gd name="f76" fmla="*/ f63 f26 1"/>
              <a:gd name="f77" fmla="*/ f64 f27 1"/>
              <a:gd name="f78" fmla="*/ f65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6">
                <a:pos x="f70" y="f71"/>
              </a:cxn>
              <a:cxn ang="f56">
                <a:pos x="f70" y="f72"/>
              </a:cxn>
              <a:cxn ang="f56">
                <a:pos x="f73" y="f72"/>
              </a:cxn>
              <a:cxn ang="f56">
                <a:pos x="f74" y="f75"/>
              </a:cxn>
              <a:cxn ang="f56">
                <a:pos x="f76" y="f77"/>
              </a:cxn>
              <a:cxn ang="f56">
                <a:pos x="f78" y="f71"/>
              </a:cxn>
              <a:cxn ang="f56">
                <a:pos x="f70" y="f71"/>
              </a:cxn>
            </a:cxnLst>
            <a:rect l="f66" t="f69" r="f67" b="f68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45512979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1745154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2">
            <a:extLst>
              <a:ext uri="{FF2B5EF4-FFF2-40B4-BE49-F238E27FC236}">
                <a16:creationId xmlns:a16="http://schemas.microsoft.com/office/drawing/2014/main" id="{3CC45D23-C112-4CD7-62D5-4A6E79A16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308985" cy="68580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36CA3EB-8B7D-F2D9-5F80-59E1BB9632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436561"/>
            <a:ext cx="5064349" cy="2482852"/>
          </a:xfrm>
        </p:spPr>
        <p:txBody>
          <a:bodyPr anchor="b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3F1AB2C8-8615-D21C-243F-5F34F55C769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3257550"/>
            <a:ext cx="5064349" cy="385767"/>
          </a:xfrm>
        </p:spPr>
        <p:txBody>
          <a:bodyPr>
            <a:noAutofit/>
          </a:bodyPr>
          <a:lstStyle>
            <a:lvl1pPr marL="0" indent="0">
              <a:buNone/>
              <a:defRPr b="1">
                <a:solidFill>
                  <a:srgbClr val="00667D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26EDFD50-C74E-C5A3-69E8-3B0FAC28230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3657600"/>
            <a:ext cx="5064120" cy="1228725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8" name="Picture 13">
            <a:extLst>
              <a:ext uri="{FF2B5EF4-FFF2-40B4-BE49-F238E27FC236}">
                <a16:creationId xmlns:a16="http://schemas.microsoft.com/office/drawing/2014/main" id="{A1A0F650-68B9-562D-8D12-B3A867861C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594" y="6232843"/>
            <a:ext cx="1677603" cy="1118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4780122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6A1F6C06-3DAF-30D4-CED4-9CD4BC33DD72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+- f7 0 f5"/>
              <a:gd name="f29" fmla="+- f6 0 f5"/>
              <a:gd name="f30" fmla="*/ f25 f0 1"/>
              <a:gd name="f31" fmla="*/ f29 1 5867"/>
              <a:gd name="f32" fmla="*/ f28 1 4320"/>
              <a:gd name="f33" fmla="*/ 0 f29 1"/>
              <a:gd name="f34" fmla="*/ 0 f28 1"/>
              <a:gd name="f35" fmla="*/ 4320 f28 1"/>
              <a:gd name="f36" fmla="*/ 3187 f29 1"/>
              <a:gd name="f37" fmla="*/ 4630 f29 1"/>
              <a:gd name="f38" fmla="*/ 3063 f28 1"/>
              <a:gd name="f39" fmla="*/ 5669 f29 1"/>
              <a:gd name="f40" fmla="*/ 1003 f28 1"/>
              <a:gd name="f41" fmla="*/ 5867 f29 1"/>
              <a:gd name="f42" fmla="*/ f30 1 f2"/>
              <a:gd name="f43" fmla="*/ f33 1 5867"/>
              <a:gd name="f44" fmla="*/ f34 1 4320"/>
              <a:gd name="f45" fmla="*/ f35 1 4320"/>
              <a:gd name="f46" fmla="*/ f36 1 5867"/>
              <a:gd name="f47" fmla="*/ f37 1 5867"/>
              <a:gd name="f48" fmla="*/ f38 1 4320"/>
              <a:gd name="f49" fmla="*/ f39 1 5867"/>
              <a:gd name="f50" fmla="*/ f40 1 4320"/>
              <a:gd name="f51" fmla="*/ f41 1 5867"/>
              <a:gd name="f52" fmla="*/ 0 1 f31"/>
              <a:gd name="f53" fmla="*/ f6 1 f31"/>
              <a:gd name="f54" fmla="*/ 0 1 f32"/>
              <a:gd name="f55" fmla="*/ f7 1 f32"/>
              <a:gd name="f56" fmla="+- f42 0 f1"/>
              <a:gd name="f57" fmla="*/ f43 1 f31"/>
              <a:gd name="f58" fmla="*/ f44 1 f32"/>
              <a:gd name="f59" fmla="*/ f45 1 f32"/>
              <a:gd name="f60" fmla="*/ f46 1 f31"/>
              <a:gd name="f61" fmla="*/ f47 1 f31"/>
              <a:gd name="f62" fmla="*/ f48 1 f32"/>
              <a:gd name="f63" fmla="*/ f49 1 f31"/>
              <a:gd name="f64" fmla="*/ f50 1 f32"/>
              <a:gd name="f65" fmla="*/ f51 1 f31"/>
              <a:gd name="f66" fmla="*/ f52 f26 1"/>
              <a:gd name="f67" fmla="*/ f53 f26 1"/>
              <a:gd name="f68" fmla="*/ f55 f27 1"/>
              <a:gd name="f69" fmla="*/ f54 f27 1"/>
              <a:gd name="f70" fmla="*/ f57 f26 1"/>
              <a:gd name="f71" fmla="*/ f58 f27 1"/>
              <a:gd name="f72" fmla="*/ f59 f27 1"/>
              <a:gd name="f73" fmla="*/ f60 f26 1"/>
              <a:gd name="f74" fmla="*/ f61 f26 1"/>
              <a:gd name="f75" fmla="*/ f62 f27 1"/>
              <a:gd name="f76" fmla="*/ f63 f26 1"/>
              <a:gd name="f77" fmla="*/ f64 f27 1"/>
              <a:gd name="f78" fmla="*/ f65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6">
                <a:pos x="f70" y="f71"/>
              </a:cxn>
              <a:cxn ang="f56">
                <a:pos x="f70" y="f72"/>
              </a:cxn>
              <a:cxn ang="f56">
                <a:pos x="f73" y="f72"/>
              </a:cxn>
              <a:cxn ang="f56">
                <a:pos x="f74" y="f75"/>
              </a:cxn>
              <a:cxn ang="f56">
                <a:pos x="f76" y="f77"/>
              </a:cxn>
              <a:cxn ang="f56">
                <a:pos x="f78" y="f71"/>
              </a:cxn>
              <a:cxn ang="f56">
                <a:pos x="f70" y="f71"/>
              </a:cxn>
            </a:cxnLst>
            <a:rect l="f66" t="f69" r="f67" b="f68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4A21FE4-21AC-7C61-C60B-9B41566BD4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436561"/>
            <a:ext cx="6416902" cy="1957849"/>
          </a:xfrm>
        </p:spPr>
        <p:txBody>
          <a:bodyPr anchor="b"/>
          <a:lstStyle>
            <a:lvl1pPr>
              <a:lnSpc>
                <a:spcPct val="85000"/>
              </a:lnSpc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8107EA4-A580-208A-18B3-1347912116A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2349495"/>
            <a:ext cx="6416902" cy="1847846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86B1D2C4-9FDE-0681-35D2-67C0F95881E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4458879"/>
            <a:ext cx="5064120" cy="1228725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3211610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13006703-B28E-F11B-D929-1081890B8289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+- f7 0 f5"/>
              <a:gd name="f29" fmla="+- f6 0 f5"/>
              <a:gd name="f30" fmla="*/ f25 f0 1"/>
              <a:gd name="f31" fmla="*/ f29 1 5867"/>
              <a:gd name="f32" fmla="*/ f28 1 4320"/>
              <a:gd name="f33" fmla="*/ 0 f29 1"/>
              <a:gd name="f34" fmla="*/ 0 f28 1"/>
              <a:gd name="f35" fmla="*/ 4320 f28 1"/>
              <a:gd name="f36" fmla="*/ 3187 f29 1"/>
              <a:gd name="f37" fmla="*/ 4630 f29 1"/>
              <a:gd name="f38" fmla="*/ 3063 f28 1"/>
              <a:gd name="f39" fmla="*/ 5669 f29 1"/>
              <a:gd name="f40" fmla="*/ 1003 f28 1"/>
              <a:gd name="f41" fmla="*/ 5867 f29 1"/>
              <a:gd name="f42" fmla="*/ f30 1 f2"/>
              <a:gd name="f43" fmla="*/ f33 1 5867"/>
              <a:gd name="f44" fmla="*/ f34 1 4320"/>
              <a:gd name="f45" fmla="*/ f35 1 4320"/>
              <a:gd name="f46" fmla="*/ f36 1 5867"/>
              <a:gd name="f47" fmla="*/ f37 1 5867"/>
              <a:gd name="f48" fmla="*/ f38 1 4320"/>
              <a:gd name="f49" fmla="*/ f39 1 5867"/>
              <a:gd name="f50" fmla="*/ f40 1 4320"/>
              <a:gd name="f51" fmla="*/ f41 1 5867"/>
              <a:gd name="f52" fmla="*/ 0 1 f31"/>
              <a:gd name="f53" fmla="*/ f6 1 f31"/>
              <a:gd name="f54" fmla="*/ 0 1 f32"/>
              <a:gd name="f55" fmla="*/ f7 1 f32"/>
              <a:gd name="f56" fmla="+- f42 0 f1"/>
              <a:gd name="f57" fmla="*/ f43 1 f31"/>
              <a:gd name="f58" fmla="*/ f44 1 f32"/>
              <a:gd name="f59" fmla="*/ f45 1 f32"/>
              <a:gd name="f60" fmla="*/ f46 1 f31"/>
              <a:gd name="f61" fmla="*/ f47 1 f31"/>
              <a:gd name="f62" fmla="*/ f48 1 f32"/>
              <a:gd name="f63" fmla="*/ f49 1 f31"/>
              <a:gd name="f64" fmla="*/ f50 1 f32"/>
              <a:gd name="f65" fmla="*/ f51 1 f31"/>
              <a:gd name="f66" fmla="*/ f52 f26 1"/>
              <a:gd name="f67" fmla="*/ f53 f26 1"/>
              <a:gd name="f68" fmla="*/ f55 f27 1"/>
              <a:gd name="f69" fmla="*/ f54 f27 1"/>
              <a:gd name="f70" fmla="*/ f57 f26 1"/>
              <a:gd name="f71" fmla="*/ f58 f27 1"/>
              <a:gd name="f72" fmla="*/ f59 f27 1"/>
              <a:gd name="f73" fmla="*/ f60 f26 1"/>
              <a:gd name="f74" fmla="*/ f61 f26 1"/>
              <a:gd name="f75" fmla="*/ f62 f27 1"/>
              <a:gd name="f76" fmla="*/ f63 f26 1"/>
              <a:gd name="f77" fmla="*/ f64 f27 1"/>
              <a:gd name="f78" fmla="*/ f65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6">
                <a:pos x="f70" y="f71"/>
              </a:cxn>
              <a:cxn ang="f56">
                <a:pos x="f70" y="f72"/>
              </a:cxn>
              <a:cxn ang="f56">
                <a:pos x="f73" y="f72"/>
              </a:cxn>
              <a:cxn ang="f56">
                <a:pos x="f74" y="f75"/>
              </a:cxn>
              <a:cxn ang="f56">
                <a:pos x="f76" y="f77"/>
              </a:cxn>
              <a:cxn ang="f56">
                <a:pos x="f78" y="f71"/>
              </a:cxn>
              <a:cxn ang="f56">
                <a:pos x="f70" y="f71"/>
              </a:cxn>
            </a:cxnLst>
            <a:rect l="f66" t="f69" r="f67" b="f68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E34227F-2ACD-4335-5633-346161E3F3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436561"/>
            <a:ext cx="6416902" cy="1957849"/>
          </a:xfrm>
        </p:spPr>
        <p:txBody>
          <a:bodyPr anchor="b"/>
          <a:lstStyle>
            <a:lvl1pPr>
              <a:lnSpc>
                <a:spcPct val="85000"/>
              </a:lnSpc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9332E11-87B4-67B6-3231-AF88218A36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2349495"/>
            <a:ext cx="6416902" cy="1847846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B59DD7D8-489B-89CE-AE41-0F432FA4A7E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4458879"/>
            <a:ext cx="5064120" cy="1228725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6" name="Picture 15">
            <a:extLst>
              <a:ext uri="{FF2B5EF4-FFF2-40B4-BE49-F238E27FC236}">
                <a16:creationId xmlns:a16="http://schemas.microsoft.com/office/drawing/2014/main" id="{93571DC0-72B7-89C4-3E34-22F617D157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594" y="6232843"/>
            <a:ext cx="1677603" cy="1118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364537337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_Title Slide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9A45FBA7-6C8A-BCA8-BC2D-72EADDA9C099}"/>
              </a:ext>
            </a:extLst>
          </p:cNvPr>
          <p:cNvSpPr/>
          <p:nvPr/>
        </p:nvSpPr>
        <p:spPr>
          <a:xfrm>
            <a:off x="0" y="0"/>
            <a:ext cx="7029449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4428"/>
              <a:gd name="f7" fmla="val 4320"/>
              <a:gd name="f8" fmla="val 4150"/>
              <a:gd name="f9" fmla="val 4333"/>
              <a:gd name="f10" fmla="val 3814"/>
              <a:gd name="f11" fmla="val 3278"/>
              <a:gd name="f12" fmla="val 2715"/>
              <a:gd name="f13" fmla="val 1447"/>
              <a:gd name="f14" fmla="val 3970"/>
              <a:gd name="f15" fmla="val 524"/>
              <a:gd name="f16" fmla="val 3271"/>
              <a:gd name="f17" fmla="+- 0 0 -90"/>
              <a:gd name="f18" fmla="*/ f3 1 4428"/>
              <a:gd name="f19" fmla="*/ f4 1 4320"/>
              <a:gd name="f20" fmla="+- f7 0 f5"/>
              <a:gd name="f21" fmla="+- f6 0 f5"/>
              <a:gd name="f22" fmla="*/ f17 f0 1"/>
              <a:gd name="f23" fmla="*/ f21 1 4428"/>
              <a:gd name="f24" fmla="*/ f20 1 4320"/>
              <a:gd name="f25" fmla="*/ 0 f21 1"/>
              <a:gd name="f26" fmla="*/ 4320 f20 1"/>
              <a:gd name="f27" fmla="*/ 4150 f21 1"/>
              <a:gd name="f28" fmla="*/ 4428 f21 1"/>
              <a:gd name="f29" fmla="*/ 2715 f20 1"/>
              <a:gd name="f30" fmla="*/ 3271 f21 1"/>
              <a:gd name="f31" fmla="*/ 0 f20 1"/>
              <a:gd name="f32" fmla="*/ f22 1 f2"/>
              <a:gd name="f33" fmla="*/ f25 1 4428"/>
              <a:gd name="f34" fmla="*/ f26 1 4320"/>
              <a:gd name="f35" fmla="*/ f27 1 4428"/>
              <a:gd name="f36" fmla="*/ f28 1 4428"/>
              <a:gd name="f37" fmla="*/ f29 1 4320"/>
              <a:gd name="f38" fmla="*/ f30 1 4428"/>
              <a:gd name="f39" fmla="*/ f31 1 4320"/>
              <a:gd name="f40" fmla="*/ 0 1 f23"/>
              <a:gd name="f41" fmla="*/ f6 1 f23"/>
              <a:gd name="f42" fmla="*/ 0 1 f24"/>
              <a:gd name="f43" fmla="*/ f7 1 f24"/>
              <a:gd name="f44" fmla="+- f32 0 f1"/>
              <a:gd name="f45" fmla="*/ f33 1 f23"/>
              <a:gd name="f46" fmla="*/ f34 1 f24"/>
              <a:gd name="f47" fmla="*/ f35 1 f23"/>
              <a:gd name="f48" fmla="*/ f36 1 f23"/>
              <a:gd name="f49" fmla="*/ f37 1 f24"/>
              <a:gd name="f50" fmla="*/ f38 1 f23"/>
              <a:gd name="f51" fmla="*/ f39 1 f24"/>
              <a:gd name="f52" fmla="*/ f40 f18 1"/>
              <a:gd name="f53" fmla="*/ f41 f18 1"/>
              <a:gd name="f54" fmla="*/ f43 f19 1"/>
              <a:gd name="f55" fmla="*/ f42 f19 1"/>
              <a:gd name="f56" fmla="*/ f45 f18 1"/>
              <a:gd name="f57" fmla="*/ f46 f19 1"/>
              <a:gd name="f58" fmla="*/ f47 f18 1"/>
              <a:gd name="f59" fmla="*/ f48 f18 1"/>
              <a:gd name="f60" fmla="*/ f49 f19 1"/>
              <a:gd name="f61" fmla="*/ f50 f18 1"/>
              <a:gd name="f62" fmla="*/ f51 f1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4">
                <a:pos x="f56" y="f57"/>
              </a:cxn>
              <a:cxn ang="f44">
                <a:pos x="f58" y="f57"/>
              </a:cxn>
              <a:cxn ang="f44">
                <a:pos x="f59" y="f60"/>
              </a:cxn>
              <a:cxn ang="f44">
                <a:pos x="f61" y="f62"/>
              </a:cxn>
              <a:cxn ang="f44">
                <a:pos x="f56" y="f62"/>
              </a:cxn>
              <a:cxn ang="f44">
                <a:pos x="f56" y="f57"/>
              </a:cxn>
            </a:cxnLst>
            <a:rect l="f52" t="f55" r="f53" b="f54"/>
            <a:pathLst>
              <a:path w="4428" h="4320">
                <a:moveTo>
                  <a:pt x="f5" y="f7"/>
                </a:move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6" y="f11"/>
                  <a:pt x="f6" y="f12"/>
                </a:cubicBezTo>
                <a:cubicBezTo>
                  <a:pt x="f6" y="f13"/>
                  <a:pt x="f14" y="f15"/>
                  <a:pt x="f16" y="f5"/>
                </a:cubicBezTo>
                <a:cubicBezTo>
                  <a:pt x="f5" y="f5"/>
                  <a:pt x="f5" y="f5"/>
                  <a:pt x="f5" y="f5"/>
                </a:cubicBezTo>
                <a:lnTo>
                  <a:pt x="f5" y="f7"/>
                </a:ln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DBF3618-DAA6-10EB-423C-97C038864E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1972854"/>
            <a:ext cx="5441539" cy="1401628"/>
          </a:xfrm>
        </p:spPr>
        <p:txBody>
          <a:bodyPr anchor="b"/>
          <a:lstStyle>
            <a:lvl1pPr>
              <a:lnSpc>
                <a:spcPct val="85000"/>
              </a:lnSpc>
              <a:defRPr sz="3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2C92BA2-A637-A4A9-3337-346AF856549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3281955"/>
            <a:ext cx="5441539" cy="1454179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3400">
                <a:solidFill>
                  <a:srgbClr val="00667D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122D4199-90D5-18E8-BD7B-13DA11943A3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5032372"/>
            <a:ext cx="3803017" cy="90169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500" b="1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7" name="Picture 17">
            <a:extLst>
              <a:ext uri="{FF2B5EF4-FFF2-40B4-BE49-F238E27FC236}">
                <a16:creationId xmlns:a16="http://schemas.microsoft.com/office/drawing/2014/main" id="{0493544F-A4AD-6882-0901-8CF58EC5EF5A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8" name="Picture 13">
            <a:extLst>
              <a:ext uri="{FF2B5EF4-FFF2-40B4-BE49-F238E27FC236}">
                <a16:creationId xmlns:a16="http://schemas.microsoft.com/office/drawing/2014/main" id="{AE8B770A-4B49-FE64-C2F6-C2E7ED80A0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94" y="6232843"/>
            <a:ext cx="1677603" cy="1118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111680920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3259E-702F-ED73-90BE-A6345F828FC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662A64-D988-C1C4-C8A2-8CC0BD6DDED8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439406648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W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A614C-625B-05B0-3B53-76601251CE6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966167-0D7E-D130-B4D9-B71C887CE159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31594" y="1904996"/>
            <a:ext cx="9115717" cy="4271967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89080217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Divider Slide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8">
            <a:extLst>
              <a:ext uri="{FF2B5EF4-FFF2-40B4-BE49-F238E27FC236}">
                <a16:creationId xmlns:a16="http://schemas.microsoft.com/office/drawing/2014/main" id="{E5B143AE-91AF-3B47-44FE-63325EE14E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48296" cy="453866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74204F10-954C-B383-07B0-27B2459E87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3505" y="358143"/>
            <a:ext cx="3940405" cy="1765935"/>
          </a:xfrm>
        </p:spPr>
        <p:txBody>
          <a:bodyPr anchor="b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1D64489-A629-32AD-A625-EE2CF20E4B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33505" y="2151061"/>
            <a:ext cx="3940405" cy="150018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24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D4B1766-6724-1A5E-0B3D-8BA201C10FF9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277831776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_Divider Slide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8">
            <a:extLst>
              <a:ext uri="{FF2B5EF4-FFF2-40B4-BE49-F238E27FC236}">
                <a16:creationId xmlns:a16="http://schemas.microsoft.com/office/drawing/2014/main" id="{5A99B41E-A7F3-FFDA-7BE6-5CF5A0FFF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743700" y="0"/>
            <a:ext cx="5448296" cy="453866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8489F9FF-30CD-C651-42AB-BCE11C8AE2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986799" y="358143"/>
            <a:ext cx="3940405" cy="1765935"/>
          </a:xfrm>
        </p:spPr>
        <p:txBody>
          <a:bodyPr anchor="b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E2B0095-F0FC-5CB7-D504-4804E55950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986799" y="2151061"/>
            <a:ext cx="3940405" cy="150018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24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7D6655-6894-869A-86BC-2260156BB153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3695478005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Divider Slide">
    <p:bg>
      <p:bgPr>
        <a:solidFill>
          <a:srgbClr val="00667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EC86076B-2C5A-8EAC-83E2-36529320FE2B}"/>
              </a:ext>
            </a:extLst>
          </p:cNvPr>
          <p:cNvSpPr/>
          <p:nvPr/>
        </p:nvSpPr>
        <p:spPr>
          <a:xfrm flipV="1">
            <a:off x="0" y="1693861"/>
            <a:ext cx="6199183" cy="516254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430"/>
              <a:gd name="f7" fmla="val 2856"/>
              <a:gd name="f8" fmla="val 2730"/>
              <a:gd name="f9" fmla="val 2244"/>
              <a:gd name="f10" fmla="val 3196"/>
              <a:gd name="f11" fmla="val 1836"/>
              <a:gd name="f12" fmla="val 1281"/>
              <a:gd name="f13" fmla="val 578"/>
              <a:gd name="f14" fmla="val 373"/>
              <a:gd name="f15" fmla="val 3410"/>
              <a:gd name="f16" fmla="val 181"/>
              <a:gd name="f17" fmla="val 3370"/>
              <a:gd name="f18" fmla="val 2664"/>
              <a:gd name="f19" fmla="val 311"/>
              <a:gd name="f20" fmla="val 2792"/>
              <a:gd name="f21" fmla="val 654"/>
              <a:gd name="f22" fmla="val 1029"/>
              <a:gd name="f23" fmla="val 1699"/>
              <a:gd name="f24" fmla="val 2266"/>
              <a:gd name="f25" fmla="val 2652"/>
              <a:gd name="f26" fmla="+- 0 0 -90"/>
              <a:gd name="f27" fmla="*/ f3 1 3430"/>
              <a:gd name="f28" fmla="*/ f4 1 2856"/>
              <a:gd name="f29" fmla="+- f7 0 f5"/>
              <a:gd name="f30" fmla="+- f6 0 f5"/>
              <a:gd name="f31" fmla="*/ f26 f0 1"/>
              <a:gd name="f32" fmla="*/ f30 1 3430"/>
              <a:gd name="f33" fmla="*/ f29 1 2856"/>
              <a:gd name="f34" fmla="*/ 2730 f30 1"/>
              <a:gd name="f35" fmla="*/ 2244 f29 1"/>
              <a:gd name="f36" fmla="*/ 3430 f30 1"/>
              <a:gd name="f37" fmla="*/ 578 f29 1"/>
              <a:gd name="f38" fmla="*/ 3370 f30 1"/>
              <a:gd name="f39" fmla="*/ 0 f29 1"/>
              <a:gd name="f40" fmla="*/ 0 f30 1"/>
              <a:gd name="f41" fmla="*/ 2664 f29 1"/>
              <a:gd name="f42" fmla="*/ 1029 f30 1"/>
              <a:gd name="f43" fmla="*/ 2856 f29 1"/>
              <a:gd name="f44" fmla="*/ f31 1 f2"/>
              <a:gd name="f45" fmla="*/ f34 1 3430"/>
              <a:gd name="f46" fmla="*/ f35 1 2856"/>
              <a:gd name="f47" fmla="*/ f36 1 3430"/>
              <a:gd name="f48" fmla="*/ f37 1 2856"/>
              <a:gd name="f49" fmla="*/ f38 1 3430"/>
              <a:gd name="f50" fmla="*/ f39 1 2856"/>
              <a:gd name="f51" fmla="*/ f40 1 3430"/>
              <a:gd name="f52" fmla="*/ f41 1 2856"/>
              <a:gd name="f53" fmla="*/ f42 1 3430"/>
              <a:gd name="f54" fmla="*/ f43 1 2856"/>
              <a:gd name="f55" fmla="*/ 0 1 f32"/>
              <a:gd name="f56" fmla="*/ f6 1 f32"/>
              <a:gd name="f57" fmla="*/ 0 1 f33"/>
              <a:gd name="f58" fmla="*/ f7 1 f33"/>
              <a:gd name="f59" fmla="+- f44 0 f1"/>
              <a:gd name="f60" fmla="*/ f45 1 f32"/>
              <a:gd name="f61" fmla="*/ f46 1 f33"/>
              <a:gd name="f62" fmla="*/ f47 1 f32"/>
              <a:gd name="f63" fmla="*/ f48 1 f33"/>
              <a:gd name="f64" fmla="*/ f49 1 f32"/>
              <a:gd name="f65" fmla="*/ f50 1 f33"/>
              <a:gd name="f66" fmla="*/ f51 1 f32"/>
              <a:gd name="f67" fmla="*/ f52 1 f33"/>
              <a:gd name="f68" fmla="*/ f53 1 f32"/>
              <a:gd name="f69" fmla="*/ f54 1 f33"/>
              <a:gd name="f70" fmla="*/ f55 f27 1"/>
              <a:gd name="f71" fmla="*/ f56 f27 1"/>
              <a:gd name="f72" fmla="*/ f58 f28 1"/>
              <a:gd name="f73" fmla="*/ f57 f28 1"/>
              <a:gd name="f74" fmla="*/ f60 f27 1"/>
              <a:gd name="f75" fmla="*/ f61 f28 1"/>
              <a:gd name="f76" fmla="*/ f62 f27 1"/>
              <a:gd name="f77" fmla="*/ f63 f28 1"/>
              <a:gd name="f78" fmla="*/ f64 f27 1"/>
              <a:gd name="f79" fmla="*/ f65 f28 1"/>
              <a:gd name="f80" fmla="*/ f66 f27 1"/>
              <a:gd name="f81" fmla="*/ f67 f28 1"/>
              <a:gd name="f82" fmla="*/ f68 f27 1"/>
              <a:gd name="f83" fmla="*/ f69 f28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9">
                <a:pos x="f74" y="f75"/>
              </a:cxn>
              <a:cxn ang="f59">
                <a:pos x="f76" y="f77"/>
              </a:cxn>
              <a:cxn ang="f59">
                <a:pos x="f78" y="f79"/>
              </a:cxn>
              <a:cxn ang="f59">
                <a:pos x="f80" y="f79"/>
              </a:cxn>
              <a:cxn ang="f59">
                <a:pos x="f80" y="f81"/>
              </a:cxn>
              <a:cxn ang="f59">
                <a:pos x="f82" y="f83"/>
              </a:cxn>
              <a:cxn ang="f59">
                <a:pos x="f74" y="f75"/>
              </a:cxn>
            </a:cxnLst>
            <a:rect l="f70" t="f73" r="f71" b="f72"/>
            <a:pathLst>
              <a:path w="3430" h="2856">
                <a:moveTo>
                  <a:pt x="f8" y="f9"/>
                </a:moveTo>
                <a:cubicBezTo>
                  <a:pt x="f10" y="f11"/>
                  <a:pt x="f6" y="f12"/>
                  <a:pt x="f6" y="f13"/>
                </a:cubicBezTo>
                <a:cubicBezTo>
                  <a:pt x="f6" y="f14"/>
                  <a:pt x="f15" y="f16"/>
                  <a:pt x="f17" y="f5"/>
                </a:cubicBezTo>
                <a:cubicBezTo>
                  <a:pt x="f5" y="f5"/>
                  <a:pt x="f5" y="f5"/>
                  <a:pt x="f5" y="f5"/>
                </a:cubicBezTo>
                <a:cubicBezTo>
                  <a:pt x="f5" y="f18"/>
                  <a:pt x="f5" y="f18"/>
                  <a:pt x="f5" y="f18"/>
                </a:cubicBezTo>
                <a:cubicBezTo>
                  <a:pt x="f19" y="f20"/>
                  <a:pt x="f21" y="f7"/>
                  <a:pt x="f22" y="f7"/>
                </a:cubicBezTo>
                <a:cubicBezTo>
                  <a:pt x="f23" y="f7"/>
                  <a:pt x="f24" y="f25"/>
                  <a:pt x="f8" y="f9"/>
                </a:cubicBez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7BEE4A8-6D71-8D3F-99C4-30E678509C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3285786"/>
            <a:ext cx="3940405" cy="1765935"/>
          </a:xfrm>
        </p:spPr>
        <p:txBody>
          <a:bodyPr anchor="ctr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pic>
        <p:nvPicPr>
          <p:cNvPr id="7" name="Picture 13">
            <a:extLst>
              <a:ext uri="{FF2B5EF4-FFF2-40B4-BE49-F238E27FC236}">
                <a16:creationId xmlns:a16="http://schemas.microsoft.com/office/drawing/2014/main" id="{55EB8B96-1EC1-0D30-1AEA-B67C189CD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610" y="667292"/>
            <a:ext cx="5029200" cy="1587416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97138179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_Divider slide">
    <p:bg>
      <p:bgPr>
        <a:solidFill>
          <a:srgbClr val="00667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4">
            <a:extLst>
              <a:ext uri="{FF2B5EF4-FFF2-40B4-BE49-F238E27FC236}">
                <a16:creationId xmlns:a16="http://schemas.microsoft.com/office/drawing/2014/main" id="{9FFE6A9D-9DFA-163F-0B05-B1A10BDCB0FE}"/>
              </a:ext>
            </a:extLst>
          </p:cNvPr>
          <p:cNvGrpSpPr/>
          <p:nvPr/>
        </p:nvGrpSpPr>
        <p:grpSpPr>
          <a:xfrm>
            <a:off x="9916997" y="301660"/>
            <a:ext cx="1940676" cy="3432063"/>
            <a:chOff x="9916997" y="301660"/>
            <a:chExt cx="1940676" cy="3432063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A68D608F-2C77-EBC3-000F-3688DEDE20BA}"/>
                </a:ext>
              </a:extLst>
            </p:cNvPr>
            <p:cNvSpPr/>
            <p:nvPr/>
          </p:nvSpPr>
          <p:spPr>
            <a:xfrm>
              <a:off x="10334100" y="301660"/>
              <a:ext cx="705459" cy="670584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222"/>
                <a:gd name="f7" fmla="val 211"/>
                <a:gd name="f8" fmla="val 32"/>
                <a:gd name="f9" fmla="val 183"/>
                <a:gd name="f10" fmla="val 54"/>
                <a:gd name="f11" fmla="val 202"/>
                <a:gd name="f12" fmla="val 80"/>
                <a:gd name="f13" fmla="val 111"/>
                <a:gd name="f14" fmla="val 142"/>
                <a:gd name="f15" fmla="val 168"/>
                <a:gd name="f16" fmla="val 190"/>
                <a:gd name="f17" fmla="val 164"/>
                <a:gd name="f18" fmla="val 139"/>
                <a:gd name="f19" fmla="val 106"/>
                <a:gd name="f20" fmla="val 74"/>
                <a:gd name="f21" fmla="val 48"/>
                <a:gd name="f22" fmla="val 29"/>
                <a:gd name="f23" fmla="val 10"/>
                <a:gd name="f24" fmla="val 11"/>
                <a:gd name="f25" fmla="+- 0 0 -90"/>
                <a:gd name="f26" fmla="*/ f3 1 222"/>
                <a:gd name="f27" fmla="*/ f4 1 211"/>
                <a:gd name="f28" fmla="+- f7 0 f5"/>
                <a:gd name="f29" fmla="+- f6 0 f5"/>
                <a:gd name="f30" fmla="*/ f25 f0 1"/>
                <a:gd name="f31" fmla="*/ f29 1 222"/>
                <a:gd name="f32" fmla="*/ f28 1 211"/>
                <a:gd name="f33" fmla="*/ 32 f29 1"/>
                <a:gd name="f34" fmla="*/ 183 f28 1"/>
                <a:gd name="f35" fmla="*/ 111 f29 1"/>
                <a:gd name="f36" fmla="*/ 211 f28 1"/>
                <a:gd name="f37" fmla="*/ 190 f29 1"/>
                <a:gd name="f38" fmla="*/ 222 f29 1"/>
                <a:gd name="f39" fmla="*/ 106 f28 1"/>
                <a:gd name="f40" fmla="*/ 29 f28 1"/>
                <a:gd name="f41" fmla="*/ 0 f28 1"/>
                <a:gd name="f42" fmla="*/ 0 f29 1"/>
                <a:gd name="f43" fmla="*/ f30 1 f2"/>
                <a:gd name="f44" fmla="*/ f33 1 222"/>
                <a:gd name="f45" fmla="*/ f34 1 211"/>
                <a:gd name="f46" fmla="*/ f35 1 222"/>
                <a:gd name="f47" fmla="*/ f36 1 211"/>
                <a:gd name="f48" fmla="*/ f37 1 222"/>
                <a:gd name="f49" fmla="*/ f38 1 222"/>
                <a:gd name="f50" fmla="*/ f39 1 211"/>
                <a:gd name="f51" fmla="*/ f40 1 211"/>
                <a:gd name="f52" fmla="*/ f41 1 211"/>
                <a:gd name="f53" fmla="*/ f42 1 222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222" h="211">
                  <a:moveTo>
                    <a:pt x="f8" y="f9"/>
                  </a:moveTo>
                  <a:cubicBezTo>
                    <a:pt x="f10" y="f11"/>
                    <a:pt x="f12" y="f7"/>
                    <a:pt x="f13" y="f7"/>
                  </a:cubicBezTo>
                  <a:cubicBezTo>
                    <a:pt x="f14" y="f7"/>
                    <a:pt x="f15" y="f11"/>
                    <a:pt x="f16" y="f9"/>
                  </a:cubicBezTo>
                  <a:cubicBezTo>
                    <a:pt x="f7" y="f17"/>
                    <a:pt x="f6" y="f18"/>
                    <a:pt x="f6" y="f19"/>
                  </a:cubicBezTo>
                  <a:cubicBezTo>
                    <a:pt x="f6" y="f20"/>
                    <a:pt x="f7" y="f21"/>
                    <a:pt x="f16" y="f22"/>
                  </a:cubicBezTo>
                  <a:cubicBezTo>
                    <a:pt x="f15" y="f23"/>
                    <a:pt x="f14" y="f5"/>
                    <a:pt x="f13" y="f5"/>
                  </a:cubicBezTo>
                  <a:cubicBezTo>
                    <a:pt x="f12" y="f5"/>
                    <a:pt x="f10" y="f23"/>
                    <a:pt x="f8" y="f22"/>
                  </a:cubicBezTo>
                  <a:cubicBezTo>
                    <a:pt x="f24" y="f21"/>
                    <a:pt x="f5" y="f20"/>
                    <a:pt x="f5" y="f19"/>
                  </a:cubicBezTo>
                  <a:cubicBezTo>
                    <a:pt x="f5" y="f18"/>
                    <a:pt x="f24" y="f1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A204BF0E-86B3-0AC7-86A5-76076993F1E8}"/>
                </a:ext>
              </a:extLst>
            </p:cNvPr>
            <p:cNvSpPr/>
            <p:nvPr/>
          </p:nvSpPr>
          <p:spPr>
            <a:xfrm>
              <a:off x="11240737" y="1162696"/>
              <a:ext cx="616936" cy="58743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4"/>
                <a:gd name="f7" fmla="val 185"/>
                <a:gd name="f8" fmla="val 166"/>
                <a:gd name="f9" fmla="val 26"/>
                <a:gd name="f10" fmla="val 147"/>
                <a:gd name="f11" fmla="val 9"/>
                <a:gd name="f12" fmla="val 124"/>
                <a:gd name="f13" fmla="val 97"/>
                <a:gd name="f14" fmla="val 70"/>
                <a:gd name="f15" fmla="val 47"/>
                <a:gd name="f16" fmla="val 29"/>
                <a:gd name="f17" fmla="val 10"/>
                <a:gd name="f18" fmla="val 42"/>
                <a:gd name="f19" fmla="val 65"/>
                <a:gd name="f20" fmla="val 93"/>
                <a:gd name="f21" fmla="val 122"/>
                <a:gd name="f22" fmla="val 144"/>
                <a:gd name="f23" fmla="val 161"/>
                <a:gd name="f24" fmla="val 177"/>
                <a:gd name="f25" fmla="+- 0 0 -90"/>
                <a:gd name="f26" fmla="*/ f3 1 194"/>
                <a:gd name="f27" fmla="*/ f4 1 185"/>
                <a:gd name="f28" fmla="+- f7 0 f5"/>
                <a:gd name="f29" fmla="+- f6 0 f5"/>
                <a:gd name="f30" fmla="*/ f25 f0 1"/>
                <a:gd name="f31" fmla="*/ f29 1 194"/>
                <a:gd name="f32" fmla="*/ f28 1 185"/>
                <a:gd name="f33" fmla="*/ 166 f29 1"/>
                <a:gd name="f34" fmla="*/ 26 f28 1"/>
                <a:gd name="f35" fmla="*/ 97 f29 1"/>
                <a:gd name="f36" fmla="*/ 0 f28 1"/>
                <a:gd name="f37" fmla="*/ 29 f29 1"/>
                <a:gd name="f38" fmla="*/ 0 f29 1"/>
                <a:gd name="f39" fmla="*/ 93 f28 1"/>
                <a:gd name="f40" fmla="*/ 161 f28 1"/>
                <a:gd name="f41" fmla="*/ 185 f28 1"/>
                <a:gd name="f42" fmla="*/ 194 f29 1"/>
                <a:gd name="f43" fmla="*/ f30 1 f2"/>
                <a:gd name="f44" fmla="*/ f33 1 194"/>
                <a:gd name="f45" fmla="*/ f34 1 185"/>
                <a:gd name="f46" fmla="*/ f35 1 194"/>
                <a:gd name="f47" fmla="*/ f36 1 185"/>
                <a:gd name="f48" fmla="*/ f37 1 194"/>
                <a:gd name="f49" fmla="*/ f38 1 194"/>
                <a:gd name="f50" fmla="*/ f39 1 185"/>
                <a:gd name="f51" fmla="*/ f40 1 185"/>
                <a:gd name="f52" fmla="*/ f41 1 185"/>
                <a:gd name="f53" fmla="*/ f42 1 194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194" h="185">
                  <a:moveTo>
                    <a:pt x="f8" y="f9"/>
                  </a:moveTo>
                  <a:cubicBezTo>
                    <a:pt x="f10" y="f11"/>
                    <a:pt x="f12" y="f5"/>
                    <a:pt x="f13" y="f5"/>
                  </a:cubicBezTo>
                  <a:cubicBezTo>
                    <a:pt x="f14" y="f5"/>
                    <a:pt x="f15" y="f11"/>
                    <a:pt x="f16" y="f9"/>
                  </a:cubicBezTo>
                  <a:cubicBezTo>
                    <a:pt x="f17" y="f18"/>
                    <a:pt x="f5" y="f19"/>
                    <a:pt x="f5" y="f20"/>
                  </a:cubicBezTo>
                  <a:cubicBezTo>
                    <a:pt x="f5" y="f21"/>
                    <a:pt x="f17" y="f22"/>
                    <a:pt x="f16" y="f23"/>
                  </a:cubicBezTo>
                  <a:cubicBezTo>
                    <a:pt x="f15" y="f24"/>
                    <a:pt x="f14" y="f7"/>
                    <a:pt x="f13" y="f7"/>
                  </a:cubicBezTo>
                  <a:cubicBezTo>
                    <a:pt x="f12" y="f7"/>
                    <a:pt x="f10" y="f24"/>
                    <a:pt x="f8" y="f23"/>
                  </a:cubicBezTo>
                  <a:cubicBezTo>
                    <a:pt x="f7" y="f22"/>
                    <a:pt x="f6" y="f21"/>
                    <a:pt x="f6" y="f20"/>
                  </a:cubicBezTo>
                  <a:cubicBezTo>
                    <a:pt x="f6" y="f19"/>
                    <a:pt x="f7" y="f18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F10875CF-F839-010B-6AA8-5B9A35A4E728}"/>
                </a:ext>
              </a:extLst>
            </p:cNvPr>
            <p:cNvSpPr/>
            <p:nvPr/>
          </p:nvSpPr>
          <p:spPr>
            <a:xfrm>
              <a:off x="11234034" y="1845350"/>
              <a:ext cx="611578" cy="985759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2"/>
                <a:gd name="f7" fmla="val 310"/>
                <a:gd name="f8" fmla="val 33"/>
                <a:gd name="f9" fmla="val 308"/>
                <a:gd name="f10" fmla="val 133"/>
                <a:gd name="f11" fmla="val 264"/>
                <a:gd name="f12" fmla="val 198"/>
                <a:gd name="f13" fmla="val 114"/>
                <a:gd name="f14" fmla="val 41"/>
                <a:gd name="f15" fmla="val 149"/>
                <a:gd name="f16" fmla="val 96"/>
                <a:gd name="f17" fmla="val 43"/>
                <a:gd name="f18" fmla="val 38"/>
                <a:gd name="f19" fmla="val 90"/>
                <a:gd name="f20" fmla="val 122"/>
                <a:gd name="f21" fmla="val 14"/>
                <a:gd name="f22" fmla="val 153"/>
                <a:gd name="f23" fmla="val 44"/>
                <a:gd name="f24" fmla="val 169"/>
                <a:gd name="f25" fmla="val 26"/>
                <a:gd name="f26" fmla="val 194"/>
                <a:gd name="f27" fmla="val 18"/>
                <a:gd name="f28" fmla="val 221"/>
                <a:gd name="f29" fmla="val 250"/>
                <a:gd name="f30" fmla="val 266"/>
                <a:gd name="f31" fmla="val 20"/>
                <a:gd name="f32" fmla="val 283"/>
                <a:gd name="f33" fmla="val 24"/>
                <a:gd name="f34" fmla="val 302"/>
                <a:gd name="f35" fmla="+- 0 0 -90"/>
                <a:gd name="f36" fmla="*/ f3 1 192"/>
                <a:gd name="f37" fmla="*/ f4 1 310"/>
                <a:gd name="f38" fmla="+- f7 0 f5"/>
                <a:gd name="f39" fmla="+- f6 0 f5"/>
                <a:gd name="f40" fmla="*/ f35 f0 1"/>
                <a:gd name="f41" fmla="*/ f39 1 192"/>
                <a:gd name="f42" fmla="*/ f38 1 310"/>
                <a:gd name="f43" fmla="*/ 33 f39 1"/>
                <a:gd name="f44" fmla="*/ 308 f38 1"/>
                <a:gd name="f45" fmla="*/ 192 f39 1"/>
                <a:gd name="f46" fmla="*/ 114 f38 1"/>
                <a:gd name="f47" fmla="*/ 96 f39 1"/>
                <a:gd name="f48" fmla="*/ 0 f38 1"/>
                <a:gd name="f49" fmla="*/ 0 f39 1"/>
                <a:gd name="f50" fmla="*/ 90 f38 1"/>
                <a:gd name="f51" fmla="*/ 44 f39 1"/>
                <a:gd name="f52" fmla="*/ 169 f38 1"/>
                <a:gd name="f53" fmla="*/ 18 f39 1"/>
                <a:gd name="f54" fmla="*/ 250 f38 1"/>
                <a:gd name="f55" fmla="*/ 24 f39 1"/>
                <a:gd name="f56" fmla="*/ 302 f38 1"/>
                <a:gd name="f57" fmla="*/ f40 1 f2"/>
                <a:gd name="f58" fmla="*/ f43 1 192"/>
                <a:gd name="f59" fmla="*/ f44 1 310"/>
                <a:gd name="f60" fmla="*/ f45 1 192"/>
                <a:gd name="f61" fmla="*/ f46 1 310"/>
                <a:gd name="f62" fmla="*/ f47 1 192"/>
                <a:gd name="f63" fmla="*/ f48 1 310"/>
                <a:gd name="f64" fmla="*/ f49 1 192"/>
                <a:gd name="f65" fmla="*/ f50 1 310"/>
                <a:gd name="f66" fmla="*/ f51 1 192"/>
                <a:gd name="f67" fmla="*/ f52 1 310"/>
                <a:gd name="f68" fmla="*/ f53 1 192"/>
                <a:gd name="f69" fmla="*/ f54 1 310"/>
                <a:gd name="f70" fmla="*/ f55 1 192"/>
                <a:gd name="f71" fmla="*/ f56 1 310"/>
                <a:gd name="f72" fmla="*/ 0 1 f41"/>
                <a:gd name="f73" fmla="*/ f6 1 f41"/>
                <a:gd name="f74" fmla="*/ 0 1 f42"/>
                <a:gd name="f75" fmla="*/ f7 1 f42"/>
                <a:gd name="f76" fmla="+- f57 0 f1"/>
                <a:gd name="f77" fmla="*/ f58 1 f41"/>
                <a:gd name="f78" fmla="*/ f59 1 f42"/>
                <a:gd name="f79" fmla="*/ f60 1 f41"/>
                <a:gd name="f80" fmla="*/ f61 1 f42"/>
                <a:gd name="f81" fmla="*/ f62 1 f41"/>
                <a:gd name="f82" fmla="*/ f63 1 f42"/>
                <a:gd name="f83" fmla="*/ f64 1 f41"/>
                <a:gd name="f84" fmla="*/ f65 1 f42"/>
                <a:gd name="f85" fmla="*/ f66 1 f41"/>
                <a:gd name="f86" fmla="*/ f67 1 f42"/>
                <a:gd name="f87" fmla="*/ f68 1 f41"/>
                <a:gd name="f88" fmla="*/ f69 1 f42"/>
                <a:gd name="f89" fmla="*/ f70 1 f41"/>
                <a:gd name="f90" fmla="*/ f71 1 f42"/>
                <a:gd name="f91" fmla="*/ f72 f36 1"/>
                <a:gd name="f92" fmla="*/ f73 f36 1"/>
                <a:gd name="f93" fmla="*/ f75 f37 1"/>
                <a:gd name="f94" fmla="*/ f74 f37 1"/>
                <a:gd name="f95" fmla="*/ f77 f36 1"/>
                <a:gd name="f96" fmla="*/ f78 f37 1"/>
                <a:gd name="f97" fmla="*/ f79 f36 1"/>
                <a:gd name="f98" fmla="*/ f80 f37 1"/>
                <a:gd name="f99" fmla="*/ f81 f36 1"/>
                <a:gd name="f100" fmla="*/ f82 f37 1"/>
                <a:gd name="f101" fmla="*/ f83 f36 1"/>
                <a:gd name="f102" fmla="*/ f84 f37 1"/>
                <a:gd name="f103" fmla="*/ f85 f36 1"/>
                <a:gd name="f104" fmla="*/ f86 f37 1"/>
                <a:gd name="f105" fmla="*/ f87 f36 1"/>
                <a:gd name="f106" fmla="*/ f88 f37 1"/>
                <a:gd name="f107" fmla="*/ f89 f36 1"/>
                <a:gd name="f108" fmla="*/ f90 f3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76">
                  <a:pos x="f95" y="f96"/>
                </a:cxn>
                <a:cxn ang="f76">
                  <a:pos x="f97" y="f98"/>
                </a:cxn>
                <a:cxn ang="f76">
                  <a:pos x="f99" y="f100"/>
                </a:cxn>
                <a:cxn ang="f76">
                  <a:pos x="f101" y="f102"/>
                </a:cxn>
                <a:cxn ang="f76">
                  <a:pos x="f103" y="f104"/>
                </a:cxn>
                <a:cxn ang="f76">
                  <a:pos x="f105" y="f106"/>
                </a:cxn>
                <a:cxn ang="f76">
                  <a:pos x="f107" y="f108"/>
                </a:cxn>
                <a:cxn ang="f76">
                  <a:pos x="f95" y="f96"/>
                </a:cxn>
              </a:cxnLst>
              <a:rect l="f91" t="f94" r="f92" b="f93"/>
              <a:pathLst>
                <a:path w="192" h="310">
                  <a:moveTo>
                    <a:pt x="f8" y="f9"/>
                  </a:moveTo>
                  <a:cubicBezTo>
                    <a:pt x="f10" y="f11"/>
                    <a:pt x="f6" y="f12"/>
                    <a:pt x="f6" y="f13"/>
                  </a:cubicBezTo>
                  <a:cubicBezTo>
                    <a:pt x="f6" y="f14"/>
                    <a:pt x="f15" y="f5"/>
                    <a:pt x="f16" y="f5"/>
                  </a:cubicBezTo>
                  <a:cubicBezTo>
                    <a:pt x="f17" y="f5"/>
                    <a:pt x="f5" y="f18"/>
                    <a:pt x="f5" y="f19"/>
                  </a:cubicBezTo>
                  <a:cubicBezTo>
                    <a:pt x="f5" y="f20"/>
                    <a:pt x="f21" y="f22"/>
                    <a:pt x="f23" y="f24"/>
                  </a:cubicBezTo>
                  <a:cubicBezTo>
                    <a:pt x="f25" y="f26"/>
                    <a:pt x="f27" y="f28"/>
                    <a:pt x="f27" y="f29"/>
                  </a:cubicBezTo>
                  <a:cubicBezTo>
                    <a:pt x="f27" y="f30"/>
                    <a:pt x="f31" y="f32"/>
                    <a:pt x="f33" y="f34"/>
                  </a:cubicBezTo>
                  <a:cubicBezTo>
                    <a:pt x="f33" y="f34"/>
                    <a:pt x="f25" y="f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0" name="Freeform 8">
              <a:extLst>
                <a:ext uri="{FF2B5EF4-FFF2-40B4-BE49-F238E27FC236}">
                  <a16:creationId xmlns:a16="http://schemas.microsoft.com/office/drawing/2014/main" id="{F118CDCD-19D6-E720-96EB-8DF1FF08EBFD}"/>
                </a:ext>
              </a:extLst>
            </p:cNvPr>
            <p:cNvSpPr/>
            <p:nvPr/>
          </p:nvSpPr>
          <p:spPr>
            <a:xfrm>
              <a:off x="9916997" y="1109048"/>
              <a:ext cx="1173522" cy="2624675"/>
            </a:xfrm>
            <a:custGeom>
              <a:avLst/>
              <a:gdLst>
                <a:gd name="f0" fmla="val 10800000"/>
                <a:gd name="f1" fmla="val 5400000"/>
                <a:gd name="f2" fmla="val 360"/>
                <a:gd name="f3" fmla="val 180"/>
                <a:gd name="f4" fmla="val w"/>
                <a:gd name="f5" fmla="val h"/>
                <a:gd name="f6" fmla="val 0"/>
                <a:gd name="f7" fmla="val 369"/>
                <a:gd name="f8" fmla="val 826"/>
                <a:gd name="f9" fmla="val 294"/>
                <a:gd name="f10" fmla="val 28"/>
                <a:gd name="f11" fmla="val 203"/>
                <a:gd name="f12" fmla="val 146"/>
                <a:gd name="f13" fmla="val 26"/>
                <a:gd name="f14" fmla="val 141"/>
                <a:gd name="f15" fmla="val 29"/>
                <a:gd name="f16" fmla="val 137"/>
                <a:gd name="f17" fmla="val 34"/>
                <a:gd name="f18" fmla="val 40"/>
                <a:gd name="f19" fmla="val 246"/>
                <a:gd name="f20" fmla="val 247"/>
                <a:gd name="f21" fmla="val 552"/>
                <a:gd name="f22" fmla="val 569"/>
                <a:gd name="f23" fmla="val 135"/>
                <a:gd name="f24" fmla="val 584"/>
                <a:gd name="f25" fmla="val 132"/>
                <a:gd name="f26" fmla="val 598"/>
                <a:gd name="f27" fmla="val 129"/>
                <a:gd name="f28" fmla="val 612"/>
                <a:gd name="f29" fmla="val 124"/>
                <a:gd name="f30" fmla="val 624"/>
                <a:gd name="f31" fmla="val 115"/>
                <a:gd name="f32" fmla="val 635"/>
                <a:gd name="f33" fmla="val 107"/>
                <a:gd name="f34" fmla="val 645"/>
                <a:gd name="f35" fmla="val 95"/>
                <a:gd name="f36" fmla="val 654"/>
                <a:gd name="f37" fmla="val 80"/>
                <a:gd name="f38" fmla="val 661"/>
                <a:gd name="f39" fmla="val 55"/>
                <a:gd name="f40" fmla="val 672"/>
                <a:gd name="f41" fmla="val 15"/>
                <a:gd name="f42" fmla="val 675"/>
                <a:gd name="f43" fmla="val 5"/>
                <a:gd name="f44" fmla="val 676"/>
                <a:gd name="f45" fmla="val 4"/>
                <a:gd name="f46" fmla="val 686"/>
                <a:gd name="f47" fmla="val 758"/>
                <a:gd name="f48" fmla="val 781"/>
                <a:gd name="f49" fmla="val 6"/>
                <a:gd name="f50" fmla="val 824"/>
                <a:gd name="f51" fmla="val 148"/>
                <a:gd name="f52" fmla="val 167"/>
                <a:gd name="f53" fmla="val 821"/>
                <a:gd name="f54" fmla="val 189"/>
                <a:gd name="f55" fmla="val 816"/>
                <a:gd name="f56" fmla="val 210"/>
                <a:gd name="f57" fmla="val 811"/>
                <a:gd name="f58" fmla="val 232"/>
                <a:gd name="f59" fmla="val 802"/>
                <a:gd name="f60" fmla="val 253"/>
                <a:gd name="f61" fmla="val 789"/>
                <a:gd name="f62" fmla="val 275"/>
                <a:gd name="f63" fmla="val 777"/>
                <a:gd name="f64" fmla="val 760"/>
                <a:gd name="f65" fmla="val 311"/>
                <a:gd name="f66" fmla="val 740"/>
                <a:gd name="f67" fmla="val 329"/>
                <a:gd name="f68" fmla="val 720"/>
                <a:gd name="f69" fmla="val 341"/>
                <a:gd name="f70" fmla="val 694"/>
                <a:gd name="f71" fmla="val 350"/>
                <a:gd name="f72" fmla="val 664"/>
                <a:gd name="f73" fmla="val 355"/>
                <a:gd name="f74" fmla="val 358"/>
                <a:gd name="f75" fmla="val 623"/>
                <a:gd name="f76" fmla="val 361"/>
                <a:gd name="f77" fmla="val 574"/>
                <a:gd name="f78" fmla="val 362"/>
                <a:gd name="f79" fmla="val 553"/>
                <a:gd name="f80" fmla="val 536"/>
                <a:gd name="f81" fmla="val 51"/>
                <a:gd name="f82" fmla="+- 0 0 -90"/>
                <a:gd name="f83" fmla="*/ f4 1 369"/>
                <a:gd name="f84" fmla="*/ f5 1 826"/>
                <a:gd name="f85" fmla="+- f8 0 f6"/>
                <a:gd name="f86" fmla="+- f7 0 f6"/>
                <a:gd name="f87" fmla="*/ f82 f0 1"/>
                <a:gd name="f88" fmla="*/ f86 1 369"/>
                <a:gd name="f89" fmla="*/ f85 1 826"/>
                <a:gd name="f90" fmla="*/ 294 f86 1"/>
                <a:gd name="f91" fmla="*/ 28 f85 1"/>
                <a:gd name="f92" fmla="*/ 146 f86 1"/>
                <a:gd name="f93" fmla="*/ 26 f85 1"/>
                <a:gd name="f94" fmla="*/ 137 f86 1"/>
                <a:gd name="f95" fmla="*/ 40 f85 1"/>
                <a:gd name="f96" fmla="*/ 246 f85 1"/>
                <a:gd name="f97" fmla="*/ 247 f85 1"/>
                <a:gd name="f98" fmla="*/ 552 f85 1"/>
                <a:gd name="f99" fmla="*/ 132 f86 1"/>
                <a:gd name="f100" fmla="*/ 598 f85 1"/>
                <a:gd name="f101" fmla="*/ 115 f86 1"/>
                <a:gd name="f102" fmla="*/ 635 f85 1"/>
                <a:gd name="f103" fmla="*/ 80 f86 1"/>
                <a:gd name="f104" fmla="*/ 661 f85 1"/>
                <a:gd name="f105" fmla="*/ 15 f86 1"/>
                <a:gd name="f106" fmla="*/ 675 f85 1"/>
                <a:gd name="f107" fmla="*/ 4 f86 1"/>
                <a:gd name="f108" fmla="*/ 686 f85 1"/>
                <a:gd name="f109" fmla="*/ 781 f85 1"/>
                <a:gd name="f110" fmla="*/ 824 f85 1"/>
                <a:gd name="f111" fmla="*/ 189 f86 1"/>
                <a:gd name="f112" fmla="*/ 816 f85 1"/>
                <a:gd name="f113" fmla="*/ 253 f86 1"/>
                <a:gd name="f114" fmla="*/ 789 f85 1"/>
                <a:gd name="f115" fmla="*/ 311 f86 1"/>
                <a:gd name="f116" fmla="*/ 740 f85 1"/>
                <a:gd name="f117" fmla="*/ 350 f86 1"/>
                <a:gd name="f118" fmla="*/ 664 f85 1"/>
                <a:gd name="f119" fmla="*/ 360 f86 1"/>
                <a:gd name="f120" fmla="*/ 362 f86 1"/>
                <a:gd name="f121" fmla="*/ 536 f85 1"/>
                <a:gd name="f122" fmla="*/ 141 f85 1"/>
                <a:gd name="f123" fmla="*/ f87 1 f3"/>
                <a:gd name="f124" fmla="*/ f90 1 369"/>
                <a:gd name="f125" fmla="*/ f91 1 826"/>
                <a:gd name="f126" fmla="*/ f92 1 369"/>
                <a:gd name="f127" fmla="*/ f93 1 826"/>
                <a:gd name="f128" fmla="*/ f94 1 369"/>
                <a:gd name="f129" fmla="*/ f95 1 826"/>
                <a:gd name="f130" fmla="*/ f96 1 826"/>
                <a:gd name="f131" fmla="*/ f97 1 826"/>
                <a:gd name="f132" fmla="*/ f98 1 826"/>
                <a:gd name="f133" fmla="*/ f99 1 369"/>
                <a:gd name="f134" fmla="*/ f100 1 826"/>
                <a:gd name="f135" fmla="*/ f101 1 369"/>
                <a:gd name="f136" fmla="*/ f102 1 826"/>
                <a:gd name="f137" fmla="*/ f103 1 369"/>
                <a:gd name="f138" fmla="*/ f104 1 826"/>
                <a:gd name="f139" fmla="*/ f105 1 369"/>
                <a:gd name="f140" fmla="*/ f106 1 826"/>
                <a:gd name="f141" fmla="*/ f107 1 369"/>
                <a:gd name="f142" fmla="*/ f108 1 826"/>
                <a:gd name="f143" fmla="*/ f109 1 826"/>
                <a:gd name="f144" fmla="*/ f110 1 826"/>
                <a:gd name="f145" fmla="*/ f111 1 369"/>
                <a:gd name="f146" fmla="*/ f112 1 826"/>
                <a:gd name="f147" fmla="*/ f113 1 369"/>
                <a:gd name="f148" fmla="*/ f114 1 826"/>
                <a:gd name="f149" fmla="*/ f115 1 369"/>
                <a:gd name="f150" fmla="*/ f116 1 826"/>
                <a:gd name="f151" fmla="*/ f117 1 369"/>
                <a:gd name="f152" fmla="*/ f118 1 826"/>
                <a:gd name="f153" fmla="*/ f119 1 369"/>
                <a:gd name="f154" fmla="*/ f120 1 369"/>
                <a:gd name="f155" fmla="*/ f121 1 826"/>
                <a:gd name="f156" fmla="*/ f122 1 826"/>
                <a:gd name="f157" fmla="*/ 0 1 f88"/>
                <a:gd name="f158" fmla="*/ f7 1 f88"/>
                <a:gd name="f159" fmla="*/ 0 1 f89"/>
                <a:gd name="f160" fmla="*/ f8 1 f89"/>
                <a:gd name="f161" fmla="+- f123 0 f1"/>
                <a:gd name="f162" fmla="*/ f124 1 f88"/>
                <a:gd name="f163" fmla="*/ f125 1 f89"/>
                <a:gd name="f164" fmla="*/ f126 1 f88"/>
                <a:gd name="f165" fmla="*/ f127 1 f89"/>
                <a:gd name="f166" fmla="*/ f128 1 f88"/>
                <a:gd name="f167" fmla="*/ f129 1 f89"/>
                <a:gd name="f168" fmla="*/ f130 1 f89"/>
                <a:gd name="f169" fmla="*/ f131 1 f89"/>
                <a:gd name="f170" fmla="*/ f132 1 f89"/>
                <a:gd name="f171" fmla="*/ f133 1 f88"/>
                <a:gd name="f172" fmla="*/ f134 1 f89"/>
                <a:gd name="f173" fmla="*/ f135 1 f88"/>
                <a:gd name="f174" fmla="*/ f136 1 f89"/>
                <a:gd name="f175" fmla="*/ f137 1 f88"/>
                <a:gd name="f176" fmla="*/ f138 1 f89"/>
                <a:gd name="f177" fmla="*/ f139 1 f88"/>
                <a:gd name="f178" fmla="*/ f140 1 f89"/>
                <a:gd name="f179" fmla="*/ f141 1 f88"/>
                <a:gd name="f180" fmla="*/ f142 1 f89"/>
                <a:gd name="f181" fmla="*/ f143 1 f89"/>
                <a:gd name="f182" fmla="*/ f144 1 f89"/>
                <a:gd name="f183" fmla="*/ f145 1 f88"/>
                <a:gd name="f184" fmla="*/ f146 1 f89"/>
                <a:gd name="f185" fmla="*/ f147 1 f88"/>
                <a:gd name="f186" fmla="*/ f148 1 f89"/>
                <a:gd name="f187" fmla="*/ f149 1 f88"/>
                <a:gd name="f188" fmla="*/ f150 1 f89"/>
                <a:gd name="f189" fmla="*/ f151 1 f88"/>
                <a:gd name="f190" fmla="*/ f152 1 f89"/>
                <a:gd name="f191" fmla="*/ f153 1 f88"/>
                <a:gd name="f192" fmla="*/ f154 1 f88"/>
                <a:gd name="f193" fmla="*/ f155 1 f89"/>
                <a:gd name="f194" fmla="*/ f156 1 f89"/>
                <a:gd name="f195" fmla="*/ f157 f83 1"/>
                <a:gd name="f196" fmla="*/ f158 f83 1"/>
                <a:gd name="f197" fmla="*/ f160 f84 1"/>
                <a:gd name="f198" fmla="*/ f159 f84 1"/>
                <a:gd name="f199" fmla="*/ f162 f83 1"/>
                <a:gd name="f200" fmla="*/ f163 f84 1"/>
                <a:gd name="f201" fmla="*/ f164 f83 1"/>
                <a:gd name="f202" fmla="*/ f165 f84 1"/>
                <a:gd name="f203" fmla="*/ f166 f83 1"/>
                <a:gd name="f204" fmla="*/ f167 f84 1"/>
                <a:gd name="f205" fmla="*/ f168 f84 1"/>
                <a:gd name="f206" fmla="*/ f169 f84 1"/>
                <a:gd name="f207" fmla="*/ f170 f84 1"/>
                <a:gd name="f208" fmla="*/ f171 f83 1"/>
                <a:gd name="f209" fmla="*/ f172 f84 1"/>
                <a:gd name="f210" fmla="*/ f173 f83 1"/>
                <a:gd name="f211" fmla="*/ f174 f84 1"/>
                <a:gd name="f212" fmla="*/ f175 f83 1"/>
                <a:gd name="f213" fmla="*/ f176 f84 1"/>
                <a:gd name="f214" fmla="*/ f177 f83 1"/>
                <a:gd name="f215" fmla="*/ f178 f84 1"/>
                <a:gd name="f216" fmla="*/ f179 f83 1"/>
                <a:gd name="f217" fmla="*/ f180 f84 1"/>
                <a:gd name="f218" fmla="*/ f181 f84 1"/>
                <a:gd name="f219" fmla="*/ f182 f84 1"/>
                <a:gd name="f220" fmla="*/ f183 f83 1"/>
                <a:gd name="f221" fmla="*/ f184 f84 1"/>
                <a:gd name="f222" fmla="*/ f185 f83 1"/>
                <a:gd name="f223" fmla="*/ f186 f84 1"/>
                <a:gd name="f224" fmla="*/ f187 f83 1"/>
                <a:gd name="f225" fmla="*/ f188 f84 1"/>
                <a:gd name="f226" fmla="*/ f189 f83 1"/>
                <a:gd name="f227" fmla="*/ f190 f84 1"/>
                <a:gd name="f228" fmla="*/ f191 f83 1"/>
                <a:gd name="f229" fmla="*/ f192 f83 1"/>
                <a:gd name="f230" fmla="*/ f193 f84 1"/>
                <a:gd name="f231" fmla="*/ f194 f84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61">
                  <a:pos x="f199" y="f200"/>
                </a:cxn>
                <a:cxn ang="f161">
                  <a:pos x="f201" y="f202"/>
                </a:cxn>
                <a:cxn ang="f161">
                  <a:pos x="f203" y="f204"/>
                </a:cxn>
                <a:cxn ang="f161">
                  <a:pos x="f203" y="f204"/>
                </a:cxn>
                <a:cxn ang="f161">
                  <a:pos x="f203" y="f205"/>
                </a:cxn>
                <a:cxn ang="f161">
                  <a:pos x="f203" y="f206"/>
                </a:cxn>
                <a:cxn ang="f161">
                  <a:pos x="f203" y="f207"/>
                </a:cxn>
                <a:cxn ang="f161">
                  <a:pos x="f208" y="f209"/>
                </a:cxn>
                <a:cxn ang="f161">
                  <a:pos x="f210" y="f211"/>
                </a:cxn>
                <a:cxn ang="f161">
                  <a:pos x="f212" y="f213"/>
                </a:cxn>
                <a:cxn ang="f161">
                  <a:pos x="f214" y="f215"/>
                </a:cxn>
                <a:cxn ang="f161">
                  <a:pos x="f216" y="f217"/>
                </a:cxn>
                <a:cxn ang="f161">
                  <a:pos x="f216" y="f218"/>
                </a:cxn>
                <a:cxn ang="f161">
                  <a:pos x="f208" y="f219"/>
                </a:cxn>
                <a:cxn ang="f161">
                  <a:pos x="f220" y="f221"/>
                </a:cxn>
                <a:cxn ang="f161">
                  <a:pos x="f222" y="f223"/>
                </a:cxn>
                <a:cxn ang="f161">
                  <a:pos x="f224" y="f225"/>
                </a:cxn>
                <a:cxn ang="f161">
                  <a:pos x="f226" y="f227"/>
                </a:cxn>
                <a:cxn ang="f161">
                  <a:pos x="f228" y="f209"/>
                </a:cxn>
                <a:cxn ang="f161">
                  <a:pos x="f229" y="f230"/>
                </a:cxn>
                <a:cxn ang="f161">
                  <a:pos x="f229" y="f231"/>
                </a:cxn>
                <a:cxn ang="f161">
                  <a:pos x="f199" y="f200"/>
                </a:cxn>
              </a:cxnLst>
              <a:rect l="f195" t="f198" r="f196" b="f197"/>
              <a:pathLst>
                <a:path w="369" h="826">
                  <a:moveTo>
                    <a:pt x="f9" y="f10"/>
                  </a:moveTo>
                  <a:cubicBezTo>
                    <a:pt x="f11" y="f6"/>
                    <a:pt x="f12" y="f13"/>
                    <a:pt x="f12" y="f13"/>
                  </a:cubicBezTo>
                  <a:cubicBezTo>
                    <a:pt x="f14" y="f15"/>
                    <a:pt x="f16" y="f17"/>
                    <a:pt x="f16" y="f18"/>
                  </a:cubicBezTo>
                  <a:cubicBezTo>
                    <a:pt x="f16" y="f18"/>
                    <a:pt x="f16" y="f18"/>
                    <a:pt x="f16" y="f18"/>
                  </a:cubicBezTo>
                  <a:cubicBezTo>
                    <a:pt x="f16" y="f19"/>
                    <a:pt x="f16" y="f19"/>
                    <a:pt x="f16" y="f19"/>
                  </a:cubicBezTo>
                  <a:cubicBezTo>
                    <a:pt x="f16" y="f19"/>
                    <a:pt x="f16" y="f20"/>
                    <a:pt x="f16" y="f20"/>
                  </a:cubicBezTo>
                  <a:cubicBezTo>
                    <a:pt x="f16" y="f21"/>
                    <a:pt x="f16" y="f21"/>
                    <a:pt x="f16" y="f21"/>
                  </a:cubicBezTo>
                  <a:cubicBezTo>
                    <a:pt x="f16" y="f22"/>
                    <a:pt x="f23" y="f24"/>
                    <a:pt x="f25" y="f26"/>
                  </a:cubicBezTo>
                  <a:cubicBezTo>
                    <a:pt x="f27" y="f28"/>
                    <a:pt x="f29" y="f30"/>
                    <a:pt x="f31" y="f32"/>
                  </a:cubicBezTo>
                  <a:cubicBezTo>
                    <a:pt x="f33" y="f34"/>
                    <a:pt x="f35" y="f36"/>
                    <a:pt x="f37" y="f38"/>
                  </a:cubicBezTo>
                  <a:cubicBezTo>
                    <a:pt x="f37" y="f38"/>
                    <a:pt x="f39" y="f40"/>
                    <a:pt x="f41" y="f42"/>
                  </a:cubicBezTo>
                  <a:cubicBezTo>
                    <a:pt x="f41" y="f42"/>
                    <a:pt x="f43" y="f44"/>
                    <a:pt x="f45" y="f46"/>
                  </a:cubicBezTo>
                  <a:cubicBezTo>
                    <a:pt x="f45" y="f46"/>
                    <a:pt x="f6" y="f47"/>
                    <a:pt x="f45" y="f48"/>
                  </a:cubicBezTo>
                  <a:cubicBezTo>
                    <a:pt x="f49" y="f8"/>
                    <a:pt x="f25" y="f50"/>
                    <a:pt x="f25" y="f50"/>
                  </a:cubicBezTo>
                  <a:cubicBezTo>
                    <a:pt x="f51" y="f50"/>
                    <a:pt x="f52" y="f53"/>
                    <a:pt x="f54" y="f55"/>
                  </a:cubicBezTo>
                  <a:cubicBezTo>
                    <a:pt x="f56" y="f57"/>
                    <a:pt x="f58" y="f59"/>
                    <a:pt x="f60" y="f61"/>
                  </a:cubicBezTo>
                  <a:cubicBezTo>
                    <a:pt x="f62" y="f63"/>
                    <a:pt x="f9" y="f64"/>
                    <a:pt x="f65" y="f66"/>
                  </a:cubicBezTo>
                  <a:cubicBezTo>
                    <a:pt x="f67" y="f68"/>
                    <a:pt x="f69" y="f70"/>
                    <a:pt x="f71" y="f72"/>
                  </a:cubicBezTo>
                  <a:cubicBezTo>
                    <a:pt x="f73" y="f34"/>
                    <a:pt x="f74" y="f75"/>
                    <a:pt x="f2" y="f26"/>
                  </a:cubicBezTo>
                  <a:cubicBezTo>
                    <a:pt x="f76" y="f77"/>
                    <a:pt x="f78" y="f79"/>
                    <a:pt x="f78" y="f80"/>
                  </a:cubicBezTo>
                  <a:cubicBezTo>
                    <a:pt x="f78" y="f14"/>
                    <a:pt x="f78" y="f14"/>
                    <a:pt x="f78" y="f14"/>
                  </a:cubicBezTo>
                  <a:cubicBezTo>
                    <a:pt x="f78" y="f14"/>
                    <a:pt x="f7" y="f81"/>
                    <a:pt x="f9" y="f10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11" name="Title 1">
            <a:extLst>
              <a:ext uri="{FF2B5EF4-FFF2-40B4-BE49-F238E27FC236}">
                <a16:creationId xmlns:a16="http://schemas.microsoft.com/office/drawing/2014/main" id="{00BDEC53-67BB-37A8-A028-AF5FF912F1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577845"/>
            <a:ext cx="5045302" cy="3155868"/>
          </a:xfrm>
        </p:spPr>
        <p:txBody>
          <a:bodyPr/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5835477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2F2FC-FFBC-C1E3-18D6-E053688A937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07037-7D5F-565C-C0EB-ADFC82C5C48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31594" y="1913638"/>
            <a:ext cx="4787999" cy="4263316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3D5277-586F-A06E-F63F-C11DA979440E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772403" y="1913638"/>
            <a:ext cx="4787999" cy="4263316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1414985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469D256-C4E1-049F-70F6-F0FFC9F4BC8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594" y="2189649"/>
            <a:ext cx="4790971" cy="578714"/>
          </a:xfrm>
        </p:spPr>
        <p:txBody>
          <a:bodyPr bIns="0" anchor="b">
            <a:noAutofit/>
          </a:bodyPr>
          <a:lstStyle>
            <a:lvl1pPr marL="0" indent="0">
              <a:buNone/>
              <a:defRPr sz="2100"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3D6E9E0F-EFC3-2CA5-17F0-3361F00BF3CC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631594" y="2717797"/>
            <a:ext cx="4790971" cy="3236189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F3B4838F-7C3A-7342-A52D-D768DEE3524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749588" y="2189649"/>
            <a:ext cx="4810813" cy="578714"/>
          </a:xfrm>
        </p:spPr>
        <p:txBody>
          <a:bodyPr bIns="0" anchor="b">
            <a:noAutofit/>
          </a:bodyPr>
          <a:lstStyle>
            <a:lvl1pPr marL="0" indent="0">
              <a:buNone/>
              <a:defRPr sz="2100"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0745CC02-1B8D-B157-5C55-252A99719017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6749588" y="2717797"/>
            <a:ext cx="4810813" cy="3236189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itle 9">
            <a:extLst>
              <a:ext uri="{FF2B5EF4-FFF2-40B4-BE49-F238E27FC236}">
                <a16:creationId xmlns:a16="http://schemas.microsoft.com/office/drawing/2014/main" id="{D665BB44-34F7-92F9-2ECE-83A2931589B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0620855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BC828-298E-6489-860F-5E7F6281628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4522584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626766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xt &amp;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34454-F38F-ECD4-E78B-69E3A61C57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577845"/>
            <a:ext cx="4911361" cy="111283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604DE0-7EEA-BB26-4322-A2231BF93FEB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631594" y="1913638"/>
            <a:ext cx="4911361" cy="4062953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  <a:lvl4pPr marL="1600200" lvl="3">
              <a:spcBef>
                <a:spcPts val="500"/>
              </a:spcBef>
              <a:defRPr sz="1400"/>
            </a:lvl4pPr>
            <a:lvl5pPr marL="2057400" lvl="4">
              <a:spcBef>
                <a:spcPts val="500"/>
              </a:spcBef>
              <a:defRPr sz="14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A84ECFE9-D713-73CD-3593-4C160BCBEAC7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6651400" y="577855"/>
            <a:ext cx="4908782" cy="539874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cxnSp>
        <p:nvCxnSpPr>
          <p:cNvPr id="8" name="Straight Connector 11">
            <a:extLst>
              <a:ext uri="{FF2B5EF4-FFF2-40B4-BE49-F238E27FC236}">
                <a16:creationId xmlns:a16="http://schemas.microsoft.com/office/drawing/2014/main" id="{7EE31EF4-70D1-765D-A02D-2B79972146C0}"/>
              </a:ext>
            </a:extLst>
          </p:cNvPr>
          <p:cNvCxnSpPr/>
          <p:nvPr/>
        </p:nvCxnSpPr>
        <p:spPr>
          <a:xfrm>
            <a:off x="631594" y="466728"/>
            <a:ext cx="4911370" cy="0"/>
          </a:xfrm>
          <a:prstGeom prst="straightConnector1">
            <a:avLst/>
          </a:prstGeom>
          <a:noFill/>
          <a:ln w="25402" cap="rnd">
            <a:solidFill>
              <a:srgbClr val="26CAD3"/>
            </a:solidFill>
            <a:custDash>
              <a:ds d="300000" sp="0"/>
            </a:custDash>
            <a:miter/>
          </a:ln>
        </p:spPr>
      </p:cxnSp>
    </p:spTree>
    <p:extLst>
      <p:ext uri="{BB962C8B-B14F-4D97-AF65-F5344CB8AC3E}">
        <p14:creationId xmlns:p14="http://schemas.microsoft.com/office/powerpoint/2010/main" val="3914998257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9">
            <a:extLst>
              <a:ext uri="{FF2B5EF4-FFF2-40B4-BE49-F238E27FC236}">
                <a16:creationId xmlns:a16="http://schemas.microsoft.com/office/drawing/2014/main" id="{5A9289DC-0B5A-281E-F94C-3355F5FEA32D}"/>
              </a:ext>
            </a:extLst>
          </p:cNvPr>
          <p:cNvSpPr/>
          <p:nvPr/>
        </p:nvSpPr>
        <p:spPr>
          <a:xfrm>
            <a:off x="1591" y="0"/>
            <a:ext cx="6149970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874"/>
              <a:gd name="f7" fmla="val 4320"/>
              <a:gd name="f8" fmla="val 3067"/>
              <a:gd name="f9" fmla="val 3147"/>
              <a:gd name="f10" fmla="val 4246"/>
              <a:gd name="f11" fmla="val 3224"/>
              <a:gd name="f12" fmla="val 4165"/>
              <a:gd name="f13" fmla="val 3298"/>
              <a:gd name="f14" fmla="val 4078"/>
              <a:gd name="f15" fmla="val 3494"/>
              <a:gd name="f16" fmla="val 3846"/>
              <a:gd name="f17" fmla="val 3640"/>
              <a:gd name="f18" fmla="val 3559"/>
              <a:gd name="f19" fmla="val 3733"/>
              <a:gd name="f20" fmla="val 3215"/>
              <a:gd name="f21" fmla="val 3792"/>
              <a:gd name="f22" fmla="val 2992"/>
              <a:gd name="f23" fmla="val 3832"/>
              <a:gd name="f24" fmla="val 2741"/>
              <a:gd name="f25" fmla="val 3848"/>
              <a:gd name="f26" fmla="val 2463"/>
              <a:gd name="f27" fmla="val 3866"/>
              <a:gd name="f28" fmla="val 2183"/>
              <a:gd name="f29" fmla="val 1949"/>
              <a:gd name="f30" fmla="val 1761"/>
              <a:gd name="f31" fmla="val 941"/>
              <a:gd name="f32" fmla="+- 0 0 -90"/>
              <a:gd name="f33" fmla="*/ f3 1 3874"/>
              <a:gd name="f34" fmla="*/ f4 1 4320"/>
              <a:gd name="f35" fmla="+- f7 0 f5"/>
              <a:gd name="f36" fmla="+- f6 0 f5"/>
              <a:gd name="f37" fmla="*/ f32 f0 1"/>
              <a:gd name="f38" fmla="*/ f36 1 3874"/>
              <a:gd name="f39" fmla="*/ f35 1 4320"/>
              <a:gd name="f40" fmla="*/ 0 f36 1"/>
              <a:gd name="f41" fmla="*/ 0 f35 1"/>
              <a:gd name="f42" fmla="*/ 4320 f35 1"/>
              <a:gd name="f43" fmla="*/ 3067 f36 1"/>
              <a:gd name="f44" fmla="*/ 3298 f36 1"/>
              <a:gd name="f45" fmla="*/ 4078 f35 1"/>
              <a:gd name="f46" fmla="*/ 3733 f36 1"/>
              <a:gd name="f47" fmla="*/ 3215 f35 1"/>
              <a:gd name="f48" fmla="*/ 3848 f36 1"/>
              <a:gd name="f49" fmla="*/ 2463 f35 1"/>
              <a:gd name="f50" fmla="*/ 3874 f36 1"/>
              <a:gd name="f51" fmla="*/ 1761 f35 1"/>
              <a:gd name="f52" fmla="*/ f37 1 f2"/>
              <a:gd name="f53" fmla="*/ f40 1 3874"/>
              <a:gd name="f54" fmla="*/ f41 1 4320"/>
              <a:gd name="f55" fmla="*/ f42 1 4320"/>
              <a:gd name="f56" fmla="*/ f43 1 3874"/>
              <a:gd name="f57" fmla="*/ f44 1 3874"/>
              <a:gd name="f58" fmla="*/ f45 1 4320"/>
              <a:gd name="f59" fmla="*/ f46 1 3874"/>
              <a:gd name="f60" fmla="*/ f47 1 4320"/>
              <a:gd name="f61" fmla="*/ f48 1 3874"/>
              <a:gd name="f62" fmla="*/ f49 1 4320"/>
              <a:gd name="f63" fmla="*/ f50 1 3874"/>
              <a:gd name="f64" fmla="*/ f51 1 4320"/>
              <a:gd name="f65" fmla="*/ 0 1 f38"/>
              <a:gd name="f66" fmla="*/ f6 1 f38"/>
              <a:gd name="f67" fmla="*/ 0 1 f39"/>
              <a:gd name="f68" fmla="*/ f7 1 f39"/>
              <a:gd name="f69" fmla="+- f52 0 f1"/>
              <a:gd name="f70" fmla="*/ f53 1 f38"/>
              <a:gd name="f71" fmla="*/ f54 1 f39"/>
              <a:gd name="f72" fmla="*/ f55 1 f39"/>
              <a:gd name="f73" fmla="*/ f56 1 f38"/>
              <a:gd name="f74" fmla="*/ f57 1 f38"/>
              <a:gd name="f75" fmla="*/ f58 1 f39"/>
              <a:gd name="f76" fmla="*/ f59 1 f38"/>
              <a:gd name="f77" fmla="*/ f60 1 f39"/>
              <a:gd name="f78" fmla="*/ f61 1 f38"/>
              <a:gd name="f79" fmla="*/ f62 1 f39"/>
              <a:gd name="f80" fmla="*/ f63 1 f38"/>
              <a:gd name="f81" fmla="*/ f64 1 f39"/>
              <a:gd name="f82" fmla="*/ f65 f33 1"/>
              <a:gd name="f83" fmla="*/ f66 f33 1"/>
              <a:gd name="f84" fmla="*/ f68 f34 1"/>
              <a:gd name="f85" fmla="*/ f67 f34 1"/>
              <a:gd name="f86" fmla="*/ f70 f33 1"/>
              <a:gd name="f87" fmla="*/ f71 f34 1"/>
              <a:gd name="f88" fmla="*/ f72 f34 1"/>
              <a:gd name="f89" fmla="*/ f73 f33 1"/>
              <a:gd name="f90" fmla="*/ f74 f33 1"/>
              <a:gd name="f91" fmla="*/ f75 f34 1"/>
              <a:gd name="f92" fmla="*/ f76 f33 1"/>
              <a:gd name="f93" fmla="*/ f77 f34 1"/>
              <a:gd name="f94" fmla="*/ f78 f33 1"/>
              <a:gd name="f95" fmla="*/ f79 f34 1"/>
              <a:gd name="f96" fmla="*/ f80 f33 1"/>
              <a:gd name="f97" fmla="*/ f81 f34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69">
                <a:pos x="f86" y="f87"/>
              </a:cxn>
              <a:cxn ang="f69">
                <a:pos x="f86" y="f88"/>
              </a:cxn>
              <a:cxn ang="f69">
                <a:pos x="f89" y="f88"/>
              </a:cxn>
              <a:cxn ang="f69">
                <a:pos x="f90" y="f91"/>
              </a:cxn>
              <a:cxn ang="f69">
                <a:pos x="f92" y="f93"/>
              </a:cxn>
              <a:cxn ang="f69">
                <a:pos x="f94" y="f95"/>
              </a:cxn>
              <a:cxn ang="f69">
                <a:pos x="f96" y="f97"/>
              </a:cxn>
              <a:cxn ang="f69">
                <a:pos x="f96" y="f87"/>
              </a:cxn>
              <a:cxn ang="f69">
                <a:pos x="f86" y="f87"/>
              </a:cxn>
            </a:cxnLst>
            <a:rect l="f82" t="f85" r="f83" b="f84"/>
            <a:pathLst>
              <a:path w="3874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25" y="f26"/>
                </a:cubicBezTo>
                <a:cubicBezTo>
                  <a:pt x="f27" y="f28"/>
                  <a:pt x="f6" y="f29"/>
                  <a:pt x="f6" y="f30"/>
                </a:cubicBezTo>
                <a:cubicBezTo>
                  <a:pt x="f6" y="f30"/>
                  <a:pt x="f6" y="f31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Picture Placeholder 24">
            <a:extLst>
              <a:ext uri="{FF2B5EF4-FFF2-40B4-BE49-F238E27FC236}">
                <a16:creationId xmlns:a16="http://schemas.microsoft.com/office/drawing/2014/main" id="{D29F10A4-3003-6A8E-DD2F-1AC50675CF7D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868859" y="0"/>
            <a:ext cx="7323136" cy="6858000"/>
          </a:xfrm>
          <a:solidFill>
            <a:srgbClr val="00667D"/>
          </a:solidFill>
        </p:spPr>
        <p:txBody>
          <a:bodyPr anchor="ctr" anchorCtr="1">
            <a:noAutofit/>
          </a:bodyPr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9CB1E31-AAEB-FCC2-1024-CFCA573A68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0695" y="1793238"/>
            <a:ext cx="5003797" cy="3032763"/>
          </a:xfrm>
        </p:spPr>
        <p:txBody>
          <a:bodyPr/>
          <a:lstStyle>
            <a:lvl1pPr marL="227008" indent="-227008">
              <a:lnSpc>
                <a:spcPct val="85000"/>
              </a:lnSpc>
              <a:defRPr sz="3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pic>
        <p:nvPicPr>
          <p:cNvPr id="9" name="Picture 11">
            <a:extLst>
              <a:ext uri="{FF2B5EF4-FFF2-40B4-BE49-F238E27FC236}">
                <a16:creationId xmlns:a16="http://schemas.microsoft.com/office/drawing/2014/main" id="{80EE6758-3401-5374-CC7F-8A973E9B36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4130" y="1677988"/>
            <a:ext cx="3833768" cy="262255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48761246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7">
            <a:extLst>
              <a:ext uri="{FF2B5EF4-FFF2-40B4-BE49-F238E27FC236}">
                <a16:creationId xmlns:a16="http://schemas.microsoft.com/office/drawing/2014/main" id="{E8B6C1FA-66B6-92FE-5021-22E90DEBBD7C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0" y="0"/>
            <a:ext cx="12191996" cy="6858000"/>
          </a:xfrm>
          <a:solidFill>
            <a:srgbClr val="00667D"/>
          </a:solidFill>
        </p:spPr>
        <p:txBody>
          <a:bodyPr anchor="ctr" anchorCtr="1">
            <a:noAutofit/>
          </a:bodyPr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pic>
        <p:nvPicPr>
          <p:cNvPr id="3" name="Picture 8">
            <a:extLst>
              <a:ext uri="{FF2B5EF4-FFF2-40B4-BE49-F238E27FC236}">
                <a16:creationId xmlns:a16="http://schemas.microsoft.com/office/drawing/2014/main" id="{4CEA8223-8919-EF0F-97FB-5DC948C27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448296" cy="453866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8D63489-052E-D675-230C-DFDDA36604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0695" y="574042"/>
            <a:ext cx="4053206" cy="2219962"/>
          </a:xfrm>
        </p:spPr>
        <p:txBody>
          <a:bodyPr/>
          <a:lstStyle>
            <a:lvl1pPr marL="177795" indent="-177795">
              <a:lnSpc>
                <a:spcPct val="85000"/>
              </a:lnSpc>
              <a:defRPr sz="2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pic>
        <p:nvPicPr>
          <p:cNvPr id="9" name="Picture 11">
            <a:extLst>
              <a:ext uri="{FF2B5EF4-FFF2-40B4-BE49-F238E27FC236}">
                <a16:creationId xmlns:a16="http://schemas.microsoft.com/office/drawing/2014/main" id="{0F25E0D5-B7A9-79AF-63C3-DA97BEE62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4130" y="1677988"/>
            <a:ext cx="3833768" cy="262255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277830269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Slide With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9">
            <a:extLst>
              <a:ext uri="{FF2B5EF4-FFF2-40B4-BE49-F238E27FC236}">
                <a16:creationId xmlns:a16="http://schemas.microsoft.com/office/drawing/2014/main" id="{5E1BE3A0-6E9C-FAE2-4937-F29181B7DF1B}"/>
              </a:ext>
            </a:extLst>
          </p:cNvPr>
          <p:cNvSpPr/>
          <p:nvPr/>
        </p:nvSpPr>
        <p:spPr>
          <a:xfrm>
            <a:off x="1591" y="0"/>
            <a:ext cx="6149970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874"/>
              <a:gd name="f7" fmla="val 4320"/>
              <a:gd name="f8" fmla="val 3067"/>
              <a:gd name="f9" fmla="val 3147"/>
              <a:gd name="f10" fmla="val 4246"/>
              <a:gd name="f11" fmla="val 3224"/>
              <a:gd name="f12" fmla="val 4165"/>
              <a:gd name="f13" fmla="val 3298"/>
              <a:gd name="f14" fmla="val 4078"/>
              <a:gd name="f15" fmla="val 3494"/>
              <a:gd name="f16" fmla="val 3846"/>
              <a:gd name="f17" fmla="val 3640"/>
              <a:gd name="f18" fmla="val 3559"/>
              <a:gd name="f19" fmla="val 3733"/>
              <a:gd name="f20" fmla="val 3215"/>
              <a:gd name="f21" fmla="val 3792"/>
              <a:gd name="f22" fmla="val 2992"/>
              <a:gd name="f23" fmla="val 3832"/>
              <a:gd name="f24" fmla="val 2741"/>
              <a:gd name="f25" fmla="val 3848"/>
              <a:gd name="f26" fmla="val 2463"/>
              <a:gd name="f27" fmla="val 3866"/>
              <a:gd name="f28" fmla="val 2183"/>
              <a:gd name="f29" fmla="val 1949"/>
              <a:gd name="f30" fmla="val 1761"/>
              <a:gd name="f31" fmla="val 941"/>
              <a:gd name="f32" fmla="+- 0 0 -90"/>
              <a:gd name="f33" fmla="*/ f3 1 3874"/>
              <a:gd name="f34" fmla="*/ f4 1 4320"/>
              <a:gd name="f35" fmla="+- f7 0 f5"/>
              <a:gd name="f36" fmla="+- f6 0 f5"/>
              <a:gd name="f37" fmla="*/ f32 f0 1"/>
              <a:gd name="f38" fmla="*/ f36 1 3874"/>
              <a:gd name="f39" fmla="*/ f35 1 4320"/>
              <a:gd name="f40" fmla="*/ 0 f36 1"/>
              <a:gd name="f41" fmla="*/ 0 f35 1"/>
              <a:gd name="f42" fmla="*/ 4320 f35 1"/>
              <a:gd name="f43" fmla="*/ 3067 f36 1"/>
              <a:gd name="f44" fmla="*/ 3298 f36 1"/>
              <a:gd name="f45" fmla="*/ 4078 f35 1"/>
              <a:gd name="f46" fmla="*/ 3733 f36 1"/>
              <a:gd name="f47" fmla="*/ 3215 f35 1"/>
              <a:gd name="f48" fmla="*/ 3848 f36 1"/>
              <a:gd name="f49" fmla="*/ 2463 f35 1"/>
              <a:gd name="f50" fmla="*/ 3874 f36 1"/>
              <a:gd name="f51" fmla="*/ 1761 f35 1"/>
              <a:gd name="f52" fmla="*/ f37 1 f2"/>
              <a:gd name="f53" fmla="*/ f40 1 3874"/>
              <a:gd name="f54" fmla="*/ f41 1 4320"/>
              <a:gd name="f55" fmla="*/ f42 1 4320"/>
              <a:gd name="f56" fmla="*/ f43 1 3874"/>
              <a:gd name="f57" fmla="*/ f44 1 3874"/>
              <a:gd name="f58" fmla="*/ f45 1 4320"/>
              <a:gd name="f59" fmla="*/ f46 1 3874"/>
              <a:gd name="f60" fmla="*/ f47 1 4320"/>
              <a:gd name="f61" fmla="*/ f48 1 3874"/>
              <a:gd name="f62" fmla="*/ f49 1 4320"/>
              <a:gd name="f63" fmla="*/ f50 1 3874"/>
              <a:gd name="f64" fmla="*/ f51 1 4320"/>
              <a:gd name="f65" fmla="*/ 0 1 f38"/>
              <a:gd name="f66" fmla="*/ f6 1 f38"/>
              <a:gd name="f67" fmla="*/ 0 1 f39"/>
              <a:gd name="f68" fmla="*/ f7 1 f39"/>
              <a:gd name="f69" fmla="+- f52 0 f1"/>
              <a:gd name="f70" fmla="*/ f53 1 f38"/>
              <a:gd name="f71" fmla="*/ f54 1 f39"/>
              <a:gd name="f72" fmla="*/ f55 1 f39"/>
              <a:gd name="f73" fmla="*/ f56 1 f38"/>
              <a:gd name="f74" fmla="*/ f57 1 f38"/>
              <a:gd name="f75" fmla="*/ f58 1 f39"/>
              <a:gd name="f76" fmla="*/ f59 1 f38"/>
              <a:gd name="f77" fmla="*/ f60 1 f39"/>
              <a:gd name="f78" fmla="*/ f61 1 f38"/>
              <a:gd name="f79" fmla="*/ f62 1 f39"/>
              <a:gd name="f80" fmla="*/ f63 1 f38"/>
              <a:gd name="f81" fmla="*/ f64 1 f39"/>
              <a:gd name="f82" fmla="*/ f65 f33 1"/>
              <a:gd name="f83" fmla="*/ f66 f33 1"/>
              <a:gd name="f84" fmla="*/ f68 f34 1"/>
              <a:gd name="f85" fmla="*/ f67 f34 1"/>
              <a:gd name="f86" fmla="*/ f70 f33 1"/>
              <a:gd name="f87" fmla="*/ f71 f34 1"/>
              <a:gd name="f88" fmla="*/ f72 f34 1"/>
              <a:gd name="f89" fmla="*/ f73 f33 1"/>
              <a:gd name="f90" fmla="*/ f74 f33 1"/>
              <a:gd name="f91" fmla="*/ f75 f34 1"/>
              <a:gd name="f92" fmla="*/ f76 f33 1"/>
              <a:gd name="f93" fmla="*/ f77 f34 1"/>
              <a:gd name="f94" fmla="*/ f78 f33 1"/>
              <a:gd name="f95" fmla="*/ f79 f34 1"/>
              <a:gd name="f96" fmla="*/ f80 f33 1"/>
              <a:gd name="f97" fmla="*/ f81 f34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69">
                <a:pos x="f86" y="f87"/>
              </a:cxn>
              <a:cxn ang="f69">
                <a:pos x="f86" y="f88"/>
              </a:cxn>
              <a:cxn ang="f69">
                <a:pos x="f89" y="f88"/>
              </a:cxn>
              <a:cxn ang="f69">
                <a:pos x="f90" y="f91"/>
              </a:cxn>
              <a:cxn ang="f69">
                <a:pos x="f92" y="f93"/>
              </a:cxn>
              <a:cxn ang="f69">
                <a:pos x="f94" y="f95"/>
              </a:cxn>
              <a:cxn ang="f69">
                <a:pos x="f96" y="f97"/>
              </a:cxn>
              <a:cxn ang="f69">
                <a:pos x="f96" y="f87"/>
              </a:cxn>
              <a:cxn ang="f69">
                <a:pos x="f86" y="f87"/>
              </a:cxn>
            </a:cxnLst>
            <a:rect l="f82" t="f85" r="f83" b="f84"/>
            <a:pathLst>
              <a:path w="3874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25" y="f26"/>
                </a:cubicBezTo>
                <a:cubicBezTo>
                  <a:pt x="f27" y="f28"/>
                  <a:pt x="f6" y="f29"/>
                  <a:pt x="f6" y="f30"/>
                </a:cubicBezTo>
                <a:cubicBezTo>
                  <a:pt x="f6" y="f30"/>
                  <a:pt x="f6" y="f31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Picture Placeholder 24">
            <a:extLst>
              <a:ext uri="{FF2B5EF4-FFF2-40B4-BE49-F238E27FC236}">
                <a16:creationId xmlns:a16="http://schemas.microsoft.com/office/drawing/2014/main" id="{14FC6A02-07D4-7F1D-8CAB-077859045BAB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868859" y="0"/>
            <a:ext cx="7323136" cy="6858000"/>
          </a:xfrm>
          <a:solidFill>
            <a:srgbClr val="00667D"/>
          </a:solidFill>
        </p:spPr>
        <p:txBody>
          <a:bodyPr anchor="ctr" anchorCtr="1">
            <a:noAutofit/>
          </a:bodyPr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pic>
        <p:nvPicPr>
          <p:cNvPr id="8" name="Picture 11">
            <a:extLst>
              <a:ext uri="{FF2B5EF4-FFF2-40B4-BE49-F238E27FC236}">
                <a16:creationId xmlns:a16="http://schemas.microsoft.com/office/drawing/2014/main" id="{2B7DC527-6DCA-2DAC-BE3B-B0952A844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4130" y="1677988"/>
            <a:ext cx="3833768" cy="262255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9ED799A8-5F08-E0C5-B3F8-448FE509079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594" y="1593131"/>
            <a:ext cx="4505550" cy="3723409"/>
          </a:xfrm>
        </p:spPr>
        <p:txBody>
          <a:bodyPr>
            <a:noAutofit/>
          </a:bodyPr>
          <a:lstStyle>
            <a:lvl1pPr marL="0" indent="0">
              <a:spcBef>
                <a:spcPts val="3600"/>
              </a:spcBef>
              <a:buNone/>
              <a:defRPr sz="2600" b="1">
                <a:solidFill>
                  <a:srgbClr val="26CAD3"/>
                </a:solidFill>
              </a:defRPr>
            </a:lvl1pPr>
            <a:lvl2pPr marL="0" lvl="1" indent="0">
              <a:spcBef>
                <a:spcPts val="500"/>
              </a:spcBef>
              <a:buNone/>
              <a:defRPr sz="2600"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769443144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Only Layout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>
            <a:extLst>
              <a:ext uri="{FF2B5EF4-FFF2-40B4-BE49-F238E27FC236}">
                <a16:creationId xmlns:a16="http://schemas.microsoft.com/office/drawing/2014/main" id="{CAE90E54-69EA-62F1-6B19-0B1D7DC459BE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  <p:grpSp>
        <p:nvGrpSpPr>
          <p:cNvPr id="6" name="Group 4">
            <a:extLst>
              <a:ext uri="{FF2B5EF4-FFF2-40B4-BE49-F238E27FC236}">
                <a16:creationId xmlns:a16="http://schemas.microsoft.com/office/drawing/2014/main" id="{C1175AAB-B76C-9555-1B1F-6FE700AB7398}"/>
              </a:ext>
            </a:extLst>
          </p:cNvPr>
          <p:cNvGrpSpPr/>
          <p:nvPr/>
        </p:nvGrpSpPr>
        <p:grpSpPr>
          <a:xfrm>
            <a:off x="9916997" y="301660"/>
            <a:ext cx="1940676" cy="3432063"/>
            <a:chOff x="9916997" y="301660"/>
            <a:chExt cx="1940676" cy="3432063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EF5BEFEE-49C1-6470-3BEC-ED28DBDD5962}"/>
                </a:ext>
              </a:extLst>
            </p:cNvPr>
            <p:cNvSpPr/>
            <p:nvPr/>
          </p:nvSpPr>
          <p:spPr>
            <a:xfrm>
              <a:off x="10334100" y="301660"/>
              <a:ext cx="705459" cy="670584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222"/>
                <a:gd name="f7" fmla="val 211"/>
                <a:gd name="f8" fmla="val 32"/>
                <a:gd name="f9" fmla="val 183"/>
                <a:gd name="f10" fmla="val 54"/>
                <a:gd name="f11" fmla="val 202"/>
                <a:gd name="f12" fmla="val 80"/>
                <a:gd name="f13" fmla="val 111"/>
                <a:gd name="f14" fmla="val 142"/>
                <a:gd name="f15" fmla="val 168"/>
                <a:gd name="f16" fmla="val 190"/>
                <a:gd name="f17" fmla="val 164"/>
                <a:gd name="f18" fmla="val 139"/>
                <a:gd name="f19" fmla="val 106"/>
                <a:gd name="f20" fmla="val 74"/>
                <a:gd name="f21" fmla="val 48"/>
                <a:gd name="f22" fmla="val 29"/>
                <a:gd name="f23" fmla="val 10"/>
                <a:gd name="f24" fmla="val 11"/>
                <a:gd name="f25" fmla="+- 0 0 -90"/>
                <a:gd name="f26" fmla="*/ f3 1 222"/>
                <a:gd name="f27" fmla="*/ f4 1 211"/>
                <a:gd name="f28" fmla="+- f7 0 f5"/>
                <a:gd name="f29" fmla="+- f6 0 f5"/>
                <a:gd name="f30" fmla="*/ f25 f0 1"/>
                <a:gd name="f31" fmla="*/ f29 1 222"/>
                <a:gd name="f32" fmla="*/ f28 1 211"/>
                <a:gd name="f33" fmla="*/ 32 f29 1"/>
                <a:gd name="f34" fmla="*/ 183 f28 1"/>
                <a:gd name="f35" fmla="*/ 111 f29 1"/>
                <a:gd name="f36" fmla="*/ 211 f28 1"/>
                <a:gd name="f37" fmla="*/ 190 f29 1"/>
                <a:gd name="f38" fmla="*/ 222 f29 1"/>
                <a:gd name="f39" fmla="*/ 106 f28 1"/>
                <a:gd name="f40" fmla="*/ 29 f28 1"/>
                <a:gd name="f41" fmla="*/ 0 f28 1"/>
                <a:gd name="f42" fmla="*/ 0 f29 1"/>
                <a:gd name="f43" fmla="*/ f30 1 f2"/>
                <a:gd name="f44" fmla="*/ f33 1 222"/>
                <a:gd name="f45" fmla="*/ f34 1 211"/>
                <a:gd name="f46" fmla="*/ f35 1 222"/>
                <a:gd name="f47" fmla="*/ f36 1 211"/>
                <a:gd name="f48" fmla="*/ f37 1 222"/>
                <a:gd name="f49" fmla="*/ f38 1 222"/>
                <a:gd name="f50" fmla="*/ f39 1 211"/>
                <a:gd name="f51" fmla="*/ f40 1 211"/>
                <a:gd name="f52" fmla="*/ f41 1 211"/>
                <a:gd name="f53" fmla="*/ f42 1 222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222" h="211">
                  <a:moveTo>
                    <a:pt x="f8" y="f9"/>
                  </a:moveTo>
                  <a:cubicBezTo>
                    <a:pt x="f10" y="f11"/>
                    <a:pt x="f12" y="f7"/>
                    <a:pt x="f13" y="f7"/>
                  </a:cubicBezTo>
                  <a:cubicBezTo>
                    <a:pt x="f14" y="f7"/>
                    <a:pt x="f15" y="f11"/>
                    <a:pt x="f16" y="f9"/>
                  </a:cubicBezTo>
                  <a:cubicBezTo>
                    <a:pt x="f7" y="f17"/>
                    <a:pt x="f6" y="f18"/>
                    <a:pt x="f6" y="f19"/>
                  </a:cubicBezTo>
                  <a:cubicBezTo>
                    <a:pt x="f6" y="f20"/>
                    <a:pt x="f7" y="f21"/>
                    <a:pt x="f16" y="f22"/>
                  </a:cubicBezTo>
                  <a:cubicBezTo>
                    <a:pt x="f15" y="f23"/>
                    <a:pt x="f14" y="f5"/>
                    <a:pt x="f13" y="f5"/>
                  </a:cubicBezTo>
                  <a:cubicBezTo>
                    <a:pt x="f12" y="f5"/>
                    <a:pt x="f10" y="f23"/>
                    <a:pt x="f8" y="f22"/>
                  </a:cubicBezTo>
                  <a:cubicBezTo>
                    <a:pt x="f24" y="f21"/>
                    <a:pt x="f5" y="f20"/>
                    <a:pt x="f5" y="f19"/>
                  </a:cubicBezTo>
                  <a:cubicBezTo>
                    <a:pt x="f5" y="f18"/>
                    <a:pt x="f24" y="f1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BCEC27E2-C79F-C54B-E6E1-51961365F8D8}"/>
                </a:ext>
              </a:extLst>
            </p:cNvPr>
            <p:cNvSpPr/>
            <p:nvPr/>
          </p:nvSpPr>
          <p:spPr>
            <a:xfrm>
              <a:off x="11240737" y="1162696"/>
              <a:ext cx="616936" cy="58743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4"/>
                <a:gd name="f7" fmla="val 185"/>
                <a:gd name="f8" fmla="val 166"/>
                <a:gd name="f9" fmla="val 26"/>
                <a:gd name="f10" fmla="val 147"/>
                <a:gd name="f11" fmla="val 9"/>
                <a:gd name="f12" fmla="val 124"/>
                <a:gd name="f13" fmla="val 97"/>
                <a:gd name="f14" fmla="val 70"/>
                <a:gd name="f15" fmla="val 47"/>
                <a:gd name="f16" fmla="val 29"/>
                <a:gd name="f17" fmla="val 10"/>
                <a:gd name="f18" fmla="val 42"/>
                <a:gd name="f19" fmla="val 65"/>
                <a:gd name="f20" fmla="val 93"/>
                <a:gd name="f21" fmla="val 122"/>
                <a:gd name="f22" fmla="val 144"/>
                <a:gd name="f23" fmla="val 161"/>
                <a:gd name="f24" fmla="val 177"/>
                <a:gd name="f25" fmla="+- 0 0 -90"/>
                <a:gd name="f26" fmla="*/ f3 1 194"/>
                <a:gd name="f27" fmla="*/ f4 1 185"/>
                <a:gd name="f28" fmla="+- f7 0 f5"/>
                <a:gd name="f29" fmla="+- f6 0 f5"/>
                <a:gd name="f30" fmla="*/ f25 f0 1"/>
                <a:gd name="f31" fmla="*/ f29 1 194"/>
                <a:gd name="f32" fmla="*/ f28 1 185"/>
                <a:gd name="f33" fmla="*/ 166 f29 1"/>
                <a:gd name="f34" fmla="*/ 26 f28 1"/>
                <a:gd name="f35" fmla="*/ 97 f29 1"/>
                <a:gd name="f36" fmla="*/ 0 f28 1"/>
                <a:gd name="f37" fmla="*/ 29 f29 1"/>
                <a:gd name="f38" fmla="*/ 0 f29 1"/>
                <a:gd name="f39" fmla="*/ 93 f28 1"/>
                <a:gd name="f40" fmla="*/ 161 f28 1"/>
                <a:gd name="f41" fmla="*/ 185 f28 1"/>
                <a:gd name="f42" fmla="*/ 194 f29 1"/>
                <a:gd name="f43" fmla="*/ f30 1 f2"/>
                <a:gd name="f44" fmla="*/ f33 1 194"/>
                <a:gd name="f45" fmla="*/ f34 1 185"/>
                <a:gd name="f46" fmla="*/ f35 1 194"/>
                <a:gd name="f47" fmla="*/ f36 1 185"/>
                <a:gd name="f48" fmla="*/ f37 1 194"/>
                <a:gd name="f49" fmla="*/ f38 1 194"/>
                <a:gd name="f50" fmla="*/ f39 1 185"/>
                <a:gd name="f51" fmla="*/ f40 1 185"/>
                <a:gd name="f52" fmla="*/ f41 1 185"/>
                <a:gd name="f53" fmla="*/ f42 1 194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194" h="185">
                  <a:moveTo>
                    <a:pt x="f8" y="f9"/>
                  </a:moveTo>
                  <a:cubicBezTo>
                    <a:pt x="f10" y="f11"/>
                    <a:pt x="f12" y="f5"/>
                    <a:pt x="f13" y="f5"/>
                  </a:cubicBezTo>
                  <a:cubicBezTo>
                    <a:pt x="f14" y="f5"/>
                    <a:pt x="f15" y="f11"/>
                    <a:pt x="f16" y="f9"/>
                  </a:cubicBezTo>
                  <a:cubicBezTo>
                    <a:pt x="f17" y="f18"/>
                    <a:pt x="f5" y="f19"/>
                    <a:pt x="f5" y="f20"/>
                  </a:cubicBezTo>
                  <a:cubicBezTo>
                    <a:pt x="f5" y="f21"/>
                    <a:pt x="f17" y="f22"/>
                    <a:pt x="f16" y="f23"/>
                  </a:cubicBezTo>
                  <a:cubicBezTo>
                    <a:pt x="f15" y="f24"/>
                    <a:pt x="f14" y="f7"/>
                    <a:pt x="f13" y="f7"/>
                  </a:cubicBezTo>
                  <a:cubicBezTo>
                    <a:pt x="f12" y="f7"/>
                    <a:pt x="f10" y="f24"/>
                    <a:pt x="f8" y="f23"/>
                  </a:cubicBezTo>
                  <a:cubicBezTo>
                    <a:pt x="f7" y="f22"/>
                    <a:pt x="f6" y="f21"/>
                    <a:pt x="f6" y="f20"/>
                  </a:cubicBezTo>
                  <a:cubicBezTo>
                    <a:pt x="f6" y="f19"/>
                    <a:pt x="f7" y="f18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F9F138A5-2143-004F-52E2-51EAB00A116C}"/>
                </a:ext>
              </a:extLst>
            </p:cNvPr>
            <p:cNvSpPr/>
            <p:nvPr/>
          </p:nvSpPr>
          <p:spPr>
            <a:xfrm>
              <a:off x="11234034" y="1845350"/>
              <a:ext cx="611578" cy="985759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2"/>
                <a:gd name="f7" fmla="val 310"/>
                <a:gd name="f8" fmla="val 33"/>
                <a:gd name="f9" fmla="val 308"/>
                <a:gd name="f10" fmla="val 133"/>
                <a:gd name="f11" fmla="val 264"/>
                <a:gd name="f12" fmla="val 198"/>
                <a:gd name="f13" fmla="val 114"/>
                <a:gd name="f14" fmla="val 41"/>
                <a:gd name="f15" fmla="val 149"/>
                <a:gd name="f16" fmla="val 96"/>
                <a:gd name="f17" fmla="val 43"/>
                <a:gd name="f18" fmla="val 38"/>
                <a:gd name="f19" fmla="val 90"/>
                <a:gd name="f20" fmla="val 122"/>
                <a:gd name="f21" fmla="val 14"/>
                <a:gd name="f22" fmla="val 153"/>
                <a:gd name="f23" fmla="val 44"/>
                <a:gd name="f24" fmla="val 169"/>
                <a:gd name="f25" fmla="val 26"/>
                <a:gd name="f26" fmla="val 194"/>
                <a:gd name="f27" fmla="val 18"/>
                <a:gd name="f28" fmla="val 221"/>
                <a:gd name="f29" fmla="val 250"/>
                <a:gd name="f30" fmla="val 266"/>
                <a:gd name="f31" fmla="val 20"/>
                <a:gd name="f32" fmla="val 283"/>
                <a:gd name="f33" fmla="val 24"/>
                <a:gd name="f34" fmla="val 302"/>
                <a:gd name="f35" fmla="+- 0 0 -90"/>
                <a:gd name="f36" fmla="*/ f3 1 192"/>
                <a:gd name="f37" fmla="*/ f4 1 310"/>
                <a:gd name="f38" fmla="+- f7 0 f5"/>
                <a:gd name="f39" fmla="+- f6 0 f5"/>
                <a:gd name="f40" fmla="*/ f35 f0 1"/>
                <a:gd name="f41" fmla="*/ f39 1 192"/>
                <a:gd name="f42" fmla="*/ f38 1 310"/>
                <a:gd name="f43" fmla="*/ 33 f39 1"/>
                <a:gd name="f44" fmla="*/ 308 f38 1"/>
                <a:gd name="f45" fmla="*/ 192 f39 1"/>
                <a:gd name="f46" fmla="*/ 114 f38 1"/>
                <a:gd name="f47" fmla="*/ 96 f39 1"/>
                <a:gd name="f48" fmla="*/ 0 f38 1"/>
                <a:gd name="f49" fmla="*/ 0 f39 1"/>
                <a:gd name="f50" fmla="*/ 90 f38 1"/>
                <a:gd name="f51" fmla="*/ 44 f39 1"/>
                <a:gd name="f52" fmla="*/ 169 f38 1"/>
                <a:gd name="f53" fmla="*/ 18 f39 1"/>
                <a:gd name="f54" fmla="*/ 250 f38 1"/>
                <a:gd name="f55" fmla="*/ 24 f39 1"/>
                <a:gd name="f56" fmla="*/ 302 f38 1"/>
                <a:gd name="f57" fmla="*/ f40 1 f2"/>
                <a:gd name="f58" fmla="*/ f43 1 192"/>
                <a:gd name="f59" fmla="*/ f44 1 310"/>
                <a:gd name="f60" fmla="*/ f45 1 192"/>
                <a:gd name="f61" fmla="*/ f46 1 310"/>
                <a:gd name="f62" fmla="*/ f47 1 192"/>
                <a:gd name="f63" fmla="*/ f48 1 310"/>
                <a:gd name="f64" fmla="*/ f49 1 192"/>
                <a:gd name="f65" fmla="*/ f50 1 310"/>
                <a:gd name="f66" fmla="*/ f51 1 192"/>
                <a:gd name="f67" fmla="*/ f52 1 310"/>
                <a:gd name="f68" fmla="*/ f53 1 192"/>
                <a:gd name="f69" fmla="*/ f54 1 310"/>
                <a:gd name="f70" fmla="*/ f55 1 192"/>
                <a:gd name="f71" fmla="*/ f56 1 310"/>
                <a:gd name="f72" fmla="*/ 0 1 f41"/>
                <a:gd name="f73" fmla="*/ f6 1 f41"/>
                <a:gd name="f74" fmla="*/ 0 1 f42"/>
                <a:gd name="f75" fmla="*/ f7 1 f42"/>
                <a:gd name="f76" fmla="+- f57 0 f1"/>
                <a:gd name="f77" fmla="*/ f58 1 f41"/>
                <a:gd name="f78" fmla="*/ f59 1 f42"/>
                <a:gd name="f79" fmla="*/ f60 1 f41"/>
                <a:gd name="f80" fmla="*/ f61 1 f42"/>
                <a:gd name="f81" fmla="*/ f62 1 f41"/>
                <a:gd name="f82" fmla="*/ f63 1 f42"/>
                <a:gd name="f83" fmla="*/ f64 1 f41"/>
                <a:gd name="f84" fmla="*/ f65 1 f42"/>
                <a:gd name="f85" fmla="*/ f66 1 f41"/>
                <a:gd name="f86" fmla="*/ f67 1 f42"/>
                <a:gd name="f87" fmla="*/ f68 1 f41"/>
                <a:gd name="f88" fmla="*/ f69 1 f42"/>
                <a:gd name="f89" fmla="*/ f70 1 f41"/>
                <a:gd name="f90" fmla="*/ f71 1 f42"/>
                <a:gd name="f91" fmla="*/ f72 f36 1"/>
                <a:gd name="f92" fmla="*/ f73 f36 1"/>
                <a:gd name="f93" fmla="*/ f75 f37 1"/>
                <a:gd name="f94" fmla="*/ f74 f37 1"/>
                <a:gd name="f95" fmla="*/ f77 f36 1"/>
                <a:gd name="f96" fmla="*/ f78 f37 1"/>
                <a:gd name="f97" fmla="*/ f79 f36 1"/>
                <a:gd name="f98" fmla="*/ f80 f37 1"/>
                <a:gd name="f99" fmla="*/ f81 f36 1"/>
                <a:gd name="f100" fmla="*/ f82 f37 1"/>
                <a:gd name="f101" fmla="*/ f83 f36 1"/>
                <a:gd name="f102" fmla="*/ f84 f37 1"/>
                <a:gd name="f103" fmla="*/ f85 f36 1"/>
                <a:gd name="f104" fmla="*/ f86 f37 1"/>
                <a:gd name="f105" fmla="*/ f87 f36 1"/>
                <a:gd name="f106" fmla="*/ f88 f37 1"/>
                <a:gd name="f107" fmla="*/ f89 f36 1"/>
                <a:gd name="f108" fmla="*/ f90 f3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76">
                  <a:pos x="f95" y="f96"/>
                </a:cxn>
                <a:cxn ang="f76">
                  <a:pos x="f97" y="f98"/>
                </a:cxn>
                <a:cxn ang="f76">
                  <a:pos x="f99" y="f100"/>
                </a:cxn>
                <a:cxn ang="f76">
                  <a:pos x="f101" y="f102"/>
                </a:cxn>
                <a:cxn ang="f76">
                  <a:pos x="f103" y="f104"/>
                </a:cxn>
                <a:cxn ang="f76">
                  <a:pos x="f105" y="f106"/>
                </a:cxn>
                <a:cxn ang="f76">
                  <a:pos x="f107" y="f108"/>
                </a:cxn>
                <a:cxn ang="f76">
                  <a:pos x="f95" y="f96"/>
                </a:cxn>
              </a:cxnLst>
              <a:rect l="f91" t="f94" r="f92" b="f93"/>
              <a:pathLst>
                <a:path w="192" h="310">
                  <a:moveTo>
                    <a:pt x="f8" y="f9"/>
                  </a:moveTo>
                  <a:cubicBezTo>
                    <a:pt x="f10" y="f11"/>
                    <a:pt x="f6" y="f12"/>
                    <a:pt x="f6" y="f13"/>
                  </a:cubicBezTo>
                  <a:cubicBezTo>
                    <a:pt x="f6" y="f14"/>
                    <a:pt x="f15" y="f5"/>
                    <a:pt x="f16" y="f5"/>
                  </a:cubicBezTo>
                  <a:cubicBezTo>
                    <a:pt x="f17" y="f5"/>
                    <a:pt x="f5" y="f18"/>
                    <a:pt x="f5" y="f19"/>
                  </a:cubicBezTo>
                  <a:cubicBezTo>
                    <a:pt x="f5" y="f20"/>
                    <a:pt x="f21" y="f22"/>
                    <a:pt x="f23" y="f24"/>
                  </a:cubicBezTo>
                  <a:cubicBezTo>
                    <a:pt x="f25" y="f26"/>
                    <a:pt x="f27" y="f28"/>
                    <a:pt x="f27" y="f29"/>
                  </a:cubicBezTo>
                  <a:cubicBezTo>
                    <a:pt x="f27" y="f30"/>
                    <a:pt x="f31" y="f32"/>
                    <a:pt x="f33" y="f34"/>
                  </a:cubicBezTo>
                  <a:cubicBezTo>
                    <a:pt x="f33" y="f34"/>
                    <a:pt x="f25" y="f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0" name="Freeform 8">
              <a:extLst>
                <a:ext uri="{FF2B5EF4-FFF2-40B4-BE49-F238E27FC236}">
                  <a16:creationId xmlns:a16="http://schemas.microsoft.com/office/drawing/2014/main" id="{1711B4FB-BD90-EB99-4785-7E15FF910D7A}"/>
                </a:ext>
              </a:extLst>
            </p:cNvPr>
            <p:cNvSpPr/>
            <p:nvPr/>
          </p:nvSpPr>
          <p:spPr>
            <a:xfrm>
              <a:off x="9916997" y="1109048"/>
              <a:ext cx="1173522" cy="2624675"/>
            </a:xfrm>
            <a:custGeom>
              <a:avLst/>
              <a:gdLst>
                <a:gd name="f0" fmla="val 10800000"/>
                <a:gd name="f1" fmla="val 5400000"/>
                <a:gd name="f2" fmla="val 360"/>
                <a:gd name="f3" fmla="val 180"/>
                <a:gd name="f4" fmla="val w"/>
                <a:gd name="f5" fmla="val h"/>
                <a:gd name="f6" fmla="val 0"/>
                <a:gd name="f7" fmla="val 369"/>
                <a:gd name="f8" fmla="val 826"/>
                <a:gd name="f9" fmla="val 294"/>
                <a:gd name="f10" fmla="val 28"/>
                <a:gd name="f11" fmla="val 203"/>
                <a:gd name="f12" fmla="val 146"/>
                <a:gd name="f13" fmla="val 26"/>
                <a:gd name="f14" fmla="val 141"/>
                <a:gd name="f15" fmla="val 29"/>
                <a:gd name="f16" fmla="val 137"/>
                <a:gd name="f17" fmla="val 34"/>
                <a:gd name="f18" fmla="val 40"/>
                <a:gd name="f19" fmla="val 246"/>
                <a:gd name="f20" fmla="val 247"/>
                <a:gd name="f21" fmla="val 552"/>
                <a:gd name="f22" fmla="val 569"/>
                <a:gd name="f23" fmla="val 135"/>
                <a:gd name="f24" fmla="val 584"/>
                <a:gd name="f25" fmla="val 132"/>
                <a:gd name="f26" fmla="val 598"/>
                <a:gd name="f27" fmla="val 129"/>
                <a:gd name="f28" fmla="val 612"/>
                <a:gd name="f29" fmla="val 124"/>
                <a:gd name="f30" fmla="val 624"/>
                <a:gd name="f31" fmla="val 115"/>
                <a:gd name="f32" fmla="val 635"/>
                <a:gd name="f33" fmla="val 107"/>
                <a:gd name="f34" fmla="val 645"/>
                <a:gd name="f35" fmla="val 95"/>
                <a:gd name="f36" fmla="val 654"/>
                <a:gd name="f37" fmla="val 80"/>
                <a:gd name="f38" fmla="val 661"/>
                <a:gd name="f39" fmla="val 55"/>
                <a:gd name="f40" fmla="val 672"/>
                <a:gd name="f41" fmla="val 15"/>
                <a:gd name="f42" fmla="val 675"/>
                <a:gd name="f43" fmla="val 5"/>
                <a:gd name="f44" fmla="val 676"/>
                <a:gd name="f45" fmla="val 4"/>
                <a:gd name="f46" fmla="val 686"/>
                <a:gd name="f47" fmla="val 758"/>
                <a:gd name="f48" fmla="val 781"/>
                <a:gd name="f49" fmla="val 6"/>
                <a:gd name="f50" fmla="val 824"/>
                <a:gd name="f51" fmla="val 148"/>
                <a:gd name="f52" fmla="val 167"/>
                <a:gd name="f53" fmla="val 821"/>
                <a:gd name="f54" fmla="val 189"/>
                <a:gd name="f55" fmla="val 816"/>
                <a:gd name="f56" fmla="val 210"/>
                <a:gd name="f57" fmla="val 811"/>
                <a:gd name="f58" fmla="val 232"/>
                <a:gd name="f59" fmla="val 802"/>
                <a:gd name="f60" fmla="val 253"/>
                <a:gd name="f61" fmla="val 789"/>
                <a:gd name="f62" fmla="val 275"/>
                <a:gd name="f63" fmla="val 777"/>
                <a:gd name="f64" fmla="val 760"/>
                <a:gd name="f65" fmla="val 311"/>
                <a:gd name="f66" fmla="val 740"/>
                <a:gd name="f67" fmla="val 329"/>
                <a:gd name="f68" fmla="val 720"/>
                <a:gd name="f69" fmla="val 341"/>
                <a:gd name="f70" fmla="val 694"/>
                <a:gd name="f71" fmla="val 350"/>
                <a:gd name="f72" fmla="val 664"/>
                <a:gd name="f73" fmla="val 355"/>
                <a:gd name="f74" fmla="val 358"/>
                <a:gd name="f75" fmla="val 623"/>
                <a:gd name="f76" fmla="val 361"/>
                <a:gd name="f77" fmla="val 574"/>
                <a:gd name="f78" fmla="val 362"/>
                <a:gd name="f79" fmla="val 553"/>
                <a:gd name="f80" fmla="val 536"/>
                <a:gd name="f81" fmla="val 51"/>
                <a:gd name="f82" fmla="+- 0 0 -90"/>
                <a:gd name="f83" fmla="*/ f4 1 369"/>
                <a:gd name="f84" fmla="*/ f5 1 826"/>
                <a:gd name="f85" fmla="+- f8 0 f6"/>
                <a:gd name="f86" fmla="+- f7 0 f6"/>
                <a:gd name="f87" fmla="*/ f82 f0 1"/>
                <a:gd name="f88" fmla="*/ f86 1 369"/>
                <a:gd name="f89" fmla="*/ f85 1 826"/>
                <a:gd name="f90" fmla="*/ 294 f86 1"/>
                <a:gd name="f91" fmla="*/ 28 f85 1"/>
                <a:gd name="f92" fmla="*/ 146 f86 1"/>
                <a:gd name="f93" fmla="*/ 26 f85 1"/>
                <a:gd name="f94" fmla="*/ 137 f86 1"/>
                <a:gd name="f95" fmla="*/ 40 f85 1"/>
                <a:gd name="f96" fmla="*/ 246 f85 1"/>
                <a:gd name="f97" fmla="*/ 247 f85 1"/>
                <a:gd name="f98" fmla="*/ 552 f85 1"/>
                <a:gd name="f99" fmla="*/ 132 f86 1"/>
                <a:gd name="f100" fmla="*/ 598 f85 1"/>
                <a:gd name="f101" fmla="*/ 115 f86 1"/>
                <a:gd name="f102" fmla="*/ 635 f85 1"/>
                <a:gd name="f103" fmla="*/ 80 f86 1"/>
                <a:gd name="f104" fmla="*/ 661 f85 1"/>
                <a:gd name="f105" fmla="*/ 15 f86 1"/>
                <a:gd name="f106" fmla="*/ 675 f85 1"/>
                <a:gd name="f107" fmla="*/ 4 f86 1"/>
                <a:gd name="f108" fmla="*/ 686 f85 1"/>
                <a:gd name="f109" fmla="*/ 781 f85 1"/>
                <a:gd name="f110" fmla="*/ 824 f85 1"/>
                <a:gd name="f111" fmla="*/ 189 f86 1"/>
                <a:gd name="f112" fmla="*/ 816 f85 1"/>
                <a:gd name="f113" fmla="*/ 253 f86 1"/>
                <a:gd name="f114" fmla="*/ 789 f85 1"/>
                <a:gd name="f115" fmla="*/ 311 f86 1"/>
                <a:gd name="f116" fmla="*/ 740 f85 1"/>
                <a:gd name="f117" fmla="*/ 350 f86 1"/>
                <a:gd name="f118" fmla="*/ 664 f85 1"/>
                <a:gd name="f119" fmla="*/ 360 f86 1"/>
                <a:gd name="f120" fmla="*/ 362 f86 1"/>
                <a:gd name="f121" fmla="*/ 536 f85 1"/>
                <a:gd name="f122" fmla="*/ 141 f85 1"/>
                <a:gd name="f123" fmla="*/ f87 1 f3"/>
                <a:gd name="f124" fmla="*/ f90 1 369"/>
                <a:gd name="f125" fmla="*/ f91 1 826"/>
                <a:gd name="f126" fmla="*/ f92 1 369"/>
                <a:gd name="f127" fmla="*/ f93 1 826"/>
                <a:gd name="f128" fmla="*/ f94 1 369"/>
                <a:gd name="f129" fmla="*/ f95 1 826"/>
                <a:gd name="f130" fmla="*/ f96 1 826"/>
                <a:gd name="f131" fmla="*/ f97 1 826"/>
                <a:gd name="f132" fmla="*/ f98 1 826"/>
                <a:gd name="f133" fmla="*/ f99 1 369"/>
                <a:gd name="f134" fmla="*/ f100 1 826"/>
                <a:gd name="f135" fmla="*/ f101 1 369"/>
                <a:gd name="f136" fmla="*/ f102 1 826"/>
                <a:gd name="f137" fmla="*/ f103 1 369"/>
                <a:gd name="f138" fmla="*/ f104 1 826"/>
                <a:gd name="f139" fmla="*/ f105 1 369"/>
                <a:gd name="f140" fmla="*/ f106 1 826"/>
                <a:gd name="f141" fmla="*/ f107 1 369"/>
                <a:gd name="f142" fmla="*/ f108 1 826"/>
                <a:gd name="f143" fmla="*/ f109 1 826"/>
                <a:gd name="f144" fmla="*/ f110 1 826"/>
                <a:gd name="f145" fmla="*/ f111 1 369"/>
                <a:gd name="f146" fmla="*/ f112 1 826"/>
                <a:gd name="f147" fmla="*/ f113 1 369"/>
                <a:gd name="f148" fmla="*/ f114 1 826"/>
                <a:gd name="f149" fmla="*/ f115 1 369"/>
                <a:gd name="f150" fmla="*/ f116 1 826"/>
                <a:gd name="f151" fmla="*/ f117 1 369"/>
                <a:gd name="f152" fmla="*/ f118 1 826"/>
                <a:gd name="f153" fmla="*/ f119 1 369"/>
                <a:gd name="f154" fmla="*/ f120 1 369"/>
                <a:gd name="f155" fmla="*/ f121 1 826"/>
                <a:gd name="f156" fmla="*/ f122 1 826"/>
                <a:gd name="f157" fmla="*/ 0 1 f88"/>
                <a:gd name="f158" fmla="*/ f7 1 f88"/>
                <a:gd name="f159" fmla="*/ 0 1 f89"/>
                <a:gd name="f160" fmla="*/ f8 1 f89"/>
                <a:gd name="f161" fmla="+- f123 0 f1"/>
                <a:gd name="f162" fmla="*/ f124 1 f88"/>
                <a:gd name="f163" fmla="*/ f125 1 f89"/>
                <a:gd name="f164" fmla="*/ f126 1 f88"/>
                <a:gd name="f165" fmla="*/ f127 1 f89"/>
                <a:gd name="f166" fmla="*/ f128 1 f88"/>
                <a:gd name="f167" fmla="*/ f129 1 f89"/>
                <a:gd name="f168" fmla="*/ f130 1 f89"/>
                <a:gd name="f169" fmla="*/ f131 1 f89"/>
                <a:gd name="f170" fmla="*/ f132 1 f89"/>
                <a:gd name="f171" fmla="*/ f133 1 f88"/>
                <a:gd name="f172" fmla="*/ f134 1 f89"/>
                <a:gd name="f173" fmla="*/ f135 1 f88"/>
                <a:gd name="f174" fmla="*/ f136 1 f89"/>
                <a:gd name="f175" fmla="*/ f137 1 f88"/>
                <a:gd name="f176" fmla="*/ f138 1 f89"/>
                <a:gd name="f177" fmla="*/ f139 1 f88"/>
                <a:gd name="f178" fmla="*/ f140 1 f89"/>
                <a:gd name="f179" fmla="*/ f141 1 f88"/>
                <a:gd name="f180" fmla="*/ f142 1 f89"/>
                <a:gd name="f181" fmla="*/ f143 1 f89"/>
                <a:gd name="f182" fmla="*/ f144 1 f89"/>
                <a:gd name="f183" fmla="*/ f145 1 f88"/>
                <a:gd name="f184" fmla="*/ f146 1 f89"/>
                <a:gd name="f185" fmla="*/ f147 1 f88"/>
                <a:gd name="f186" fmla="*/ f148 1 f89"/>
                <a:gd name="f187" fmla="*/ f149 1 f88"/>
                <a:gd name="f188" fmla="*/ f150 1 f89"/>
                <a:gd name="f189" fmla="*/ f151 1 f88"/>
                <a:gd name="f190" fmla="*/ f152 1 f89"/>
                <a:gd name="f191" fmla="*/ f153 1 f88"/>
                <a:gd name="f192" fmla="*/ f154 1 f88"/>
                <a:gd name="f193" fmla="*/ f155 1 f89"/>
                <a:gd name="f194" fmla="*/ f156 1 f89"/>
                <a:gd name="f195" fmla="*/ f157 f83 1"/>
                <a:gd name="f196" fmla="*/ f158 f83 1"/>
                <a:gd name="f197" fmla="*/ f160 f84 1"/>
                <a:gd name="f198" fmla="*/ f159 f84 1"/>
                <a:gd name="f199" fmla="*/ f162 f83 1"/>
                <a:gd name="f200" fmla="*/ f163 f84 1"/>
                <a:gd name="f201" fmla="*/ f164 f83 1"/>
                <a:gd name="f202" fmla="*/ f165 f84 1"/>
                <a:gd name="f203" fmla="*/ f166 f83 1"/>
                <a:gd name="f204" fmla="*/ f167 f84 1"/>
                <a:gd name="f205" fmla="*/ f168 f84 1"/>
                <a:gd name="f206" fmla="*/ f169 f84 1"/>
                <a:gd name="f207" fmla="*/ f170 f84 1"/>
                <a:gd name="f208" fmla="*/ f171 f83 1"/>
                <a:gd name="f209" fmla="*/ f172 f84 1"/>
                <a:gd name="f210" fmla="*/ f173 f83 1"/>
                <a:gd name="f211" fmla="*/ f174 f84 1"/>
                <a:gd name="f212" fmla="*/ f175 f83 1"/>
                <a:gd name="f213" fmla="*/ f176 f84 1"/>
                <a:gd name="f214" fmla="*/ f177 f83 1"/>
                <a:gd name="f215" fmla="*/ f178 f84 1"/>
                <a:gd name="f216" fmla="*/ f179 f83 1"/>
                <a:gd name="f217" fmla="*/ f180 f84 1"/>
                <a:gd name="f218" fmla="*/ f181 f84 1"/>
                <a:gd name="f219" fmla="*/ f182 f84 1"/>
                <a:gd name="f220" fmla="*/ f183 f83 1"/>
                <a:gd name="f221" fmla="*/ f184 f84 1"/>
                <a:gd name="f222" fmla="*/ f185 f83 1"/>
                <a:gd name="f223" fmla="*/ f186 f84 1"/>
                <a:gd name="f224" fmla="*/ f187 f83 1"/>
                <a:gd name="f225" fmla="*/ f188 f84 1"/>
                <a:gd name="f226" fmla="*/ f189 f83 1"/>
                <a:gd name="f227" fmla="*/ f190 f84 1"/>
                <a:gd name="f228" fmla="*/ f191 f83 1"/>
                <a:gd name="f229" fmla="*/ f192 f83 1"/>
                <a:gd name="f230" fmla="*/ f193 f84 1"/>
                <a:gd name="f231" fmla="*/ f194 f84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61">
                  <a:pos x="f199" y="f200"/>
                </a:cxn>
                <a:cxn ang="f161">
                  <a:pos x="f201" y="f202"/>
                </a:cxn>
                <a:cxn ang="f161">
                  <a:pos x="f203" y="f204"/>
                </a:cxn>
                <a:cxn ang="f161">
                  <a:pos x="f203" y="f204"/>
                </a:cxn>
                <a:cxn ang="f161">
                  <a:pos x="f203" y="f205"/>
                </a:cxn>
                <a:cxn ang="f161">
                  <a:pos x="f203" y="f206"/>
                </a:cxn>
                <a:cxn ang="f161">
                  <a:pos x="f203" y="f207"/>
                </a:cxn>
                <a:cxn ang="f161">
                  <a:pos x="f208" y="f209"/>
                </a:cxn>
                <a:cxn ang="f161">
                  <a:pos x="f210" y="f211"/>
                </a:cxn>
                <a:cxn ang="f161">
                  <a:pos x="f212" y="f213"/>
                </a:cxn>
                <a:cxn ang="f161">
                  <a:pos x="f214" y="f215"/>
                </a:cxn>
                <a:cxn ang="f161">
                  <a:pos x="f216" y="f217"/>
                </a:cxn>
                <a:cxn ang="f161">
                  <a:pos x="f216" y="f218"/>
                </a:cxn>
                <a:cxn ang="f161">
                  <a:pos x="f208" y="f219"/>
                </a:cxn>
                <a:cxn ang="f161">
                  <a:pos x="f220" y="f221"/>
                </a:cxn>
                <a:cxn ang="f161">
                  <a:pos x="f222" y="f223"/>
                </a:cxn>
                <a:cxn ang="f161">
                  <a:pos x="f224" y="f225"/>
                </a:cxn>
                <a:cxn ang="f161">
                  <a:pos x="f226" y="f227"/>
                </a:cxn>
                <a:cxn ang="f161">
                  <a:pos x="f228" y="f209"/>
                </a:cxn>
                <a:cxn ang="f161">
                  <a:pos x="f229" y="f230"/>
                </a:cxn>
                <a:cxn ang="f161">
                  <a:pos x="f229" y="f231"/>
                </a:cxn>
                <a:cxn ang="f161">
                  <a:pos x="f199" y="f200"/>
                </a:cxn>
              </a:cxnLst>
              <a:rect l="f195" t="f198" r="f196" b="f197"/>
              <a:pathLst>
                <a:path w="369" h="826">
                  <a:moveTo>
                    <a:pt x="f9" y="f10"/>
                  </a:moveTo>
                  <a:cubicBezTo>
                    <a:pt x="f11" y="f6"/>
                    <a:pt x="f12" y="f13"/>
                    <a:pt x="f12" y="f13"/>
                  </a:cubicBezTo>
                  <a:cubicBezTo>
                    <a:pt x="f14" y="f15"/>
                    <a:pt x="f16" y="f17"/>
                    <a:pt x="f16" y="f18"/>
                  </a:cubicBezTo>
                  <a:cubicBezTo>
                    <a:pt x="f16" y="f18"/>
                    <a:pt x="f16" y="f18"/>
                    <a:pt x="f16" y="f18"/>
                  </a:cubicBezTo>
                  <a:cubicBezTo>
                    <a:pt x="f16" y="f19"/>
                    <a:pt x="f16" y="f19"/>
                    <a:pt x="f16" y="f19"/>
                  </a:cubicBezTo>
                  <a:cubicBezTo>
                    <a:pt x="f16" y="f19"/>
                    <a:pt x="f16" y="f20"/>
                    <a:pt x="f16" y="f20"/>
                  </a:cubicBezTo>
                  <a:cubicBezTo>
                    <a:pt x="f16" y="f21"/>
                    <a:pt x="f16" y="f21"/>
                    <a:pt x="f16" y="f21"/>
                  </a:cubicBezTo>
                  <a:cubicBezTo>
                    <a:pt x="f16" y="f22"/>
                    <a:pt x="f23" y="f24"/>
                    <a:pt x="f25" y="f26"/>
                  </a:cubicBezTo>
                  <a:cubicBezTo>
                    <a:pt x="f27" y="f28"/>
                    <a:pt x="f29" y="f30"/>
                    <a:pt x="f31" y="f32"/>
                  </a:cubicBezTo>
                  <a:cubicBezTo>
                    <a:pt x="f33" y="f34"/>
                    <a:pt x="f35" y="f36"/>
                    <a:pt x="f37" y="f38"/>
                  </a:cubicBezTo>
                  <a:cubicBezTo>
                    <a:pt x="f37" y="f38"/>
                    <a:pt x="f39" y="f40"/>
                    <a:pt x="f41" y="f42"/>
                  </a:cubicBezTo>
                  <a:cubicBezTo>
                    <a:pt x="f41" y="f42"/>
                    <a:pt x="f43" y="f44"/>
                    <a:pt x="f45" y="f46"/>
                  </a:cubicBezTo>
                  <a:cubicBezTo>
                    <a:pt x="f45" y="f46"/>
                    <a:pt x="f6" y="f47"/>
                    <a:pt x="f45" y="f48"/>
                  </a:cubicBezTo>
                  <a:cubicBezTo>
                    <a:pt x="f49" y="f8"/>
                    <a:pt x="f25" y="f50"/>
                    <a:pt x="f25" y="f50"/>
                  </a:cubicBezTo>
                  <a:cubicBezTo>
                    <a:pt x="f51" y="f50"/>
                    <a:pt x="f52" y="f53"/>
                    <a:pt x="f54" y="f55"/>
                  </a:cubicBezTo>
                  <a:cubicBezTo>
                    <a:pt x="f56" y="f57"/>
                    <a:pt x="f58" y="f59"/>
                    <a:pt x="f60" y="f61"/>
                  </a:cubicBezTo>
                  <a:cubicBezTo>
                    <a:pt x="f62" y="f63"/>
                    <a:pt x="f9" y="f64"/>
                    <a:pt x="f65" y="f66"/>
                  </a:cubicBezTo>
                  <a:cubicBezTo>
                    <a:pt x="f67" y="f68"/>
                    <a:pt x="f69" y="f70"/>
                    <a:pt x="f71" y="f72"/>
                  </a:cubicBezTo>
                  <a:cubicBezTo>
                    <a:pt x="f73" y="f34"/>
                    <a:pt x="f74" y="f75"/>
                    <a:pt x="f2" y="f26"/>
                  </a:cubicBezTo>
                  <a:cubicBezTo>
                    <a:pt x="f76" y="f77"/>
                    <a:pt x="f78" y="f79"/>
                    <a:pt x="f78" y="f80"/>
                  </a:cubicBezTo>
                  <a:cubicBezTo>
                    <a:pt x="f78" y="f14"/>
                    <a:pt x="f78" y="f14"/>
                    <a:pt x="f78" y="f14"/>
                  </a:cubicBezTo>
                  <a:cubicBezTo>
                    <a:pt x="f78" y="f14"/>
                    <a:pt x="f7" y="f81"/>
                    <a:pt x="f9" y="f10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11" name="TextBox 15">
            <a:extLst>
              <a:ext uri="{FF2B5EF4-FFF2-40B4-BE49-F238E27FC236}">
                <a16:creationId xmlns:a16="http://schemas.microsoft.com/office/drawing/2014/main" id="{3C705C6F-1E94-3D54-BA75-6A38868350CE}"/>
              </a:ext>
            </a:extLst>
          </p:cNvPr>
          <p:cNvSpPr txBox="1"/>
          <p:nvPr/>
        </p:nvSpPr>
        <p:spPr>
          <a:xfrm>
            <a:off x="12191996" y="3410556"/>
            <a:ext cx="2480803" cy="646334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  <a:t>Use Format Background </a:t>
            </a:r>
            <a:br>
              <a:rPr lang="en-GB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</a:br>
            <a:r>
              <a:rPr lang="en-GB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  <a:t>to change the image fill</a:t>
            </a: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0466501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B3623-D522-4E76-FEA3-00B921A81F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9939" y="2435678"/>
            <a:ext cx="5036460" cy="4240895"/>
          </a:xfrm>
        </p:spPr>
        <p:txBody>
          <a:bodyPr anchor="b"/>
          <a:lstStyle>
            <a:lvl1pPr>
              <a:lnSpc>
                <a:spcPct val="70000"/>
              </a:lnSpc>
              <a:defRPr sz="9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32968148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 Boing Font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769A3222-84FF-96B0-E72C-804C528BB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939" y="4492127"/>
            <a:ext cx="3398157" cy="187451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92570240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419930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96C6A-F3B0-333C-0042-2D427A3AE04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F3E4A1-B078-DC24-5252-0722F585E2F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4718867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1" y="0"/>
            <a:ext cx="12192903" cy="6858000"/>
            <a:chOff x="0" y="0"/>
            <a:chExt cx="9144677" cy="6858000"/>
          </a:xfrm>
        </p:grpSpPr>
        <p:pic>
          <p:nvPicPr>
            <p:cNvPr id="8" name="Picture 7" descr="SD-PanelTitle-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11" name="Rectangle 10"/>
            <p:cNvSpPr/>
            <p:nvPr/>
          </p:nvSpPr>
          <p:spPr>
            <a:xfrm>
              <a:off x="1515532" y="1520422"/>
              <a:ext cx="6112935" cy="3818468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 sz="1800"/>
            </a:p>
          </p:txBody>
        </p:sp>
        <p:pic>
          <p:nvPicPr>
            <p:cNvPr id="12" name="Picture 11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0" y="3128434"/>
              <a:ext cx="1664208" cy="612648"/>
            </a:xfrm>
            <a:prstGeom prst="rect">
              <a:avLst/>
            </a:prstGeom>
          </p:spPr>
        </p:pic>
        <p:pic>
          <p:nvPicPr>
            <p:cNvPr id="13" name="Picture 12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7480469" y="3128434"/>
              <a:ext cx="1664208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62579" y="1811864"/>
            <a:ext cx="7078488" cy="1515533"/>
          </a:xfrm>
        </p:spPr>
        <p:txBody>
          <a:bodyPr anchor="b">
            <a:noAutofit/>
          </a:bodyPr>
          <a:lstStyle>
            <a:lvl1pPr algn="ct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62579" y="3598328"/>
            <a:ext cx="7078488" cy="1377651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87223" y="5054602"/>
            <a:ext cx="897701" cy="279400"/>
          </a:xfrm>
        </p:spPr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62579" y="5054602"/>
            <a:ext cx="5419813" cy="279400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89757" y="5054602"/>
            <a:ext cx="551311" cy="279400"/>
          </a:xfrm>
        </p:spPr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3101" y="3471329"/>
            <a:ext cx="681744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666158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704620" y="235626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080299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04620" y="1641413"/>
            <a:ext cx="8794045" cy="1822514"/>
          </a:xfrm>
        </p:spPr>
        <p:txBody>
          <a:bodyPr anchor="b">
            <a:normAutofit/>
          </a:bodyPr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4620" y="3734860"/>
            <a:ext cx="8794045" cy="1090015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31" name="Straight Connector 30"/>
          <p:cNvCxnSpPr/>
          <p:nvPr/>
        </p:nvCxnSpPr>
        <p:spPr>
          <a:xfrm>
            <a:off x="1704622" y="3599392"/>
            <a:ext cx="879404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28663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704620" y="235626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5" y="915338"/>
            <a:ext cx="906497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69155" y="2487168"/>
            <a:ext cx="4450080" cy="344728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3536" y="2487168"/>
            <a:ext cx="4450080" cy="344728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868509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7" y="2658533"/>
            <a:ext cx="445008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69157" y="3243263"/>
            <a:ext cx="4450080" cy="270662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9109" y="2658533"/>
            <a:ext cx="445008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9109" y="3243263"/>
            <a:ext cx="4450080" cy="270662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41" name="Straight Connector 40"/>
          <p:cNvCxnSpPr/>
          <p:nvPr/>
        </p:nvCxnSpPr>
        <p:spPr>
          <a:xfrm>
            <a:off x="1704622" y="235467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6330814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4" y="915338"/>
            <a:ext cx="9064980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704622" y="235467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1023176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0484283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3" y="1388534"/>
            <a:ext cx="3382397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93417" y="982133"/>
            <a:ext cx="5140719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69153" y="3031065"/>
            <a:ext cx="3382397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6" name="Straight Connector 15"/>
          <p:cNvCxnSpPr/>
          <p:nvPr/>
        </p:nvCxnSpPr>
        <p:spPr>
          <a:xfrm>
            <a:off x="1704621" y="2912533"/>
            <a:ext cx="3111459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4143206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3" y="1883832"/>
            <a:ext cx="4842936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10759" y="1032933"/>
            <a:ext cx="3905951" cy="4792136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69154" y="3255432"/>
            <a:ext cx="4842935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5523813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5" y="4815415"/>
            <a:ext cx="9064979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68347" y="1032934"/>
            <a:ext cx="9455309" cy="33612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69155" y="5382153"/>
            <a:ext cx="9064979" cy="49371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4084421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5" y="906873"/>
            <a:ext cx="9064979" cy="309786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4" y="4275666"/>
            <a:ext cx="9064981" cy="16002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704621" y="4140199"/>
            <a:ext cx="8808567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9529338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79111" y="982132"/>
            <a:ext cx="8533667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133600" y="3352800"/>
            <a:ext cx="7857064" cy="651933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1" y="4343401"/>
            <a:ext cx="9064984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1133293" y="905362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78005" y="2827870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704622" y="4140199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2523681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9" y="3308581"/>
            <a:ext cx="9064971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8" y="4777381"/>
            <a:ext cx="9064973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486318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79222" y="982132"/>
            <a:ext cx="8433557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2"/>
          <p:cNvSpPr>
            <a:spLocks noGrp="1"/>
          </p:cNvSpPr>
          <p:nvPr>
            <p:ph type="body" idx="13"/>
          </p:nvPr>
        </p:nvSpPr>
        <p:spPr>
          <a:xfrm>
            <a:off x="1569158" y="3639312"/>
            <a:ext cx="9064973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4" y="4529667"/>
            <a:ext cx="9064981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1170747" y="896895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99729" y="2607728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704622" y="342900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9443921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3" y="982132"/>
            <a:ext cx="9064979" cy="2294467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2"/>
          <p:cNvSpPr>
            <a:spLocks noGrp="1"/>
          </p:cNvSpPr>
          <p:nvPr>
            <p:ph type="body" idx="13"/>
          </p:nvPr>
        </p:nvSpPr>
        <p:spPr>
          <a:xfrm>
            <a:off x="1569158" y="3566160"/>
            <a:ext cx="9064973" cy="905256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5" y="4470401"/>
            <a:ext cx="9064979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704626" y="3429000"/>
            <a:ext cx="8808561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7458647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69154" y="2490136"/>
            <a:ext cx="9064981" cy="338573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704622" y="2354670"/>
            <a:ext cx="880856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906993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75556" y="906874"/>
            <a:ext cx="2158573" cy="496899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69157" y="906874"/>
            <a:ext cx="6554012" cy="496899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8327349" y="906874"/>
            <a:ext cx="0" cy="4968993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8318147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CB273-FA87-7A3F-8C65-8D399BFA2E4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914400" y="2130423"/>
            <a:ext cx="10363196" cy="147002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5A9A9B-6743-C0A9-B8D4-45ECC3738A8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828800" y="3886200"/>
            <a:ext cx="8534396" cy="1752603"/>
          </a:xfrm>
        </p:spPr>
        <p:txBody>
          <a:bodyPr anchorCtr="1"/>
          <a:lstStyle>
            <a:lvl1pPr marL="0" indent="0" algn="ctr">
              <a:buNone/>
              <a:defRPr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194728433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04DB2-AEF5-FA68-AD5D-DC416CEA438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4DD38-7548-CB47-0457-718913B0282F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43535974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D2C6-324D-E87D-F770-C0A370B85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3082" y="4406905"/>
            <a:ext cx="10363196" cy="1362071"/>
          </a:xfrm>
        </p:spPr>
        <p:txBody>
          <a:bodyPr anchor="t" anchorCtr="0"/>
          <a:lstStyle>
            <a:lvl1pPr algn="l">
              <a:defRPr sz="4000" b="1" cap="all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7D7232-1988-7A6A-FF97-767830DD65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63082" y="2906713"/>
            <a:ext cx="10363196" cy="1500182"/>
          </a:xfrm>
        </p:spPr>
        <p:txBody>
          <a:bodyPr anchor="b"/>
          <a:lstStyle>
            <a:lvl1pPr marL="0" indent="0">
              <a:spcBef>
                <a:spcPts val="500"/>
              </a:spcBef>
              <a:buNone/>
              <a:defRPr sz="20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05969502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8CAA4-EB8A-3861-65E8-BF5305451CA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9538D-76A6-D3DB-5612-4089D86A77A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09603" y="1600200"/>
            <a:ext cx="5384801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6BD446-9109-6665-3EC0-E3A9E4D5654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97602" y="1600200"/>
            <a:ext cx="5384801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80859687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969AD-071B-1607-48F6-6463F68FFB3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B15351-E1A6-9C65-E50E-D7B6E6AA44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09603" y="1535113"/>
            <a:ext cx="5386913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A91B4C-7C3D-872D-FD33-890988AFC59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09603" y="2174872"/>
            <a:ext cx="5386913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C72F5C-9483-95D4-D9B6-93E41141E1EA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93368" y="1535113"/>
            <a:ext cx="5389034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561FBE-8B77-B88A-0989-D02209167070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93368" y="2174872"/>
            <a:ext cx="5389034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72905397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74CD3-F78C-5C0E-5F9D-DE90B2840D1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66027250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624680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BE841-3D85-E398-AC91-63A45AFD25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3" y="273048"/>
            <a:ext cx="4011079" cy="1162046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C1C70-843B-E9CF-0B74-9824E4CA97E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766730" y="273048"/>
            <a:ext cx="6815672" cy="585311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2E528C-1978-18AC-ECD6-E6EDF8409A23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09603" y="1435105"/>
            <a:ext cx="4011079" cy="46910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23769509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20E22-186E-04EB-DC96-C7F137F515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89720" y="4800600"/>
            <a:ext cx="7315200" cy="566735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1E461D-F8D9-F0F4-31FF-D616AE1332A2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2389720" y="612776"/>
            <a:ext cx="7315200" cy="4114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B2458D-0CBF-9501-DA6E-EB4E5768761B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2389720" y="5367335"/>
            <a:ext cx="7315200" cy="8048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9663227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5A22C-8BF9-576D-C7CB-D2909D55EED3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54C73B-7C24-F600-9C21-B4F1AF72096C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56533402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D9E81D-45BD-1469-2436-CE0B6C554BD8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839203" y="274640"/>
            <a:ext cx="2743200" cy="5851529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42D4A7-4F02-CD87-649F-A6E810AAA1CC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609603" y="274640"/>
            <a:ext cx="8026402" cy="5851529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3116413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65E47FBA-8F3D-E2D7-86B5-096785FDB1E2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val f5"/>
              <a:gd name="f29" fmla="val f6"/>
              <a:gd name="f30" fmla="val f7"/>
              <a:gd name="f31" fmla="*/ f25 f0 1"/>
              <a:gd name="f32" fmla="+- f30 0 f28"/>
              <a:gd name="f33" fmla="+- f29 0 f28"/>
              <a:gd name="f34" fmla="*/ f31 1 f2"/>
              <a:gd name="f35" fmla="*/ f33 1 5867"/>
              <a:gd name="f36" fmla="*/ f32 1 4320"/>
              <a:gd name="f37" fmla="*/ 0 f33 1"/>
              <a:gd name="f38" fmla="*/ 0 f32 1"/>
              <a:gd name="f39" fmla="*/ 4320 f32 1"/>
              <a:gd name="f40" fmla="*/ 3187 f33 1"/>
              <a:gd name="f41" fmla="*/ 4630 f33 1"/>
              <a:gd name="f42" fmla="*/ 3063 f32 1"/>
              <a:gd name="f43" fmla="*/ 5669 f33 1"/>
              <a:gd name="f44" fmla="*/ 1003 f32 1"/>
              <a:gd name="f45" fmla="*/ 5867 f33 1"/>
              <a:gd name="f46" fmla="+- f34 0 f1"/>
              <a:gd name="f47" fmla="*/ f37 1 5867"/>
              <a:gd name="f48" fmla="*/ f38 1 4320"/>
              <a:gd name="f49" fmla="*/ f39 1 4320"/>
              <a:gd name="f50" fmla="*/ f40 1 5867"/>
              <a:gd name="f51" fmla="*/ f41 1 5867"/>
              <a:gd name="f52" fmla="*/ f42 1 4320"/>
              <a:gd name="f53" fmla="*/ f43 1 5867"/>
              <a:gd name="f54" fmla="*/ f44 1 4320"/>
              <a:gd name="f55" fmla="*/ f45 1 5867"/>
              <a:gd name="f56" fmla="*/ 0 1 f35"/>
              <a:gd name="f57" fmla="*/ f29 1 f35"/>
              <a:gd name="f58" fmla="*/ 0 1 f36"/>
              <a:gd name="f59" fmla="*/ f30 1 f36"/>
              <a:gd name="f60" fmla="*/ f47 1 f35"/>
              <a:gd name="f61" fmla="*/ f48 1 f36"/>
              <a:gd name="f62" fmla="*/ f49 1 f36"/>
              <a:gd name="f63" fmla="*/ f50 1 f35"/>
              <a:gd name="f64" fmla="*/ f51 1 f35"/>
              <a:gd name="f65" fmla="*/ f52 1 f36"/>
              <a:gd name="f66" fmla="*/ f53 1 f35"/>
              <a:gd name="f67" fmla="*/ f54 1 f36"/>
              <a:gd name="f68" fmla="*/ f55 1 f35"/>
              <a:gd name="f69" fmla="*/ f56 f26 1"/>
              <a:gd name="f70" fmla="*/ f57 f26 1"/>
              <a:gd name="f71" fmla="*/ f59 f27 1"/>
              <a:gd name="f72" fmla="*/ f58 f27 1"/>
              <a:gd name="f73" fmla="*/ f60 f26 1"/>
              <a:gd name="f74" fmla="*/ f61 f27 1"/>
              <a:gd name="f75" fmla="*/ f62 f27 1"/>
              <a:gd name="f76" fmla="*/ f63 f26 1"/>
              <a:gd name="f77" fmla="*/ f64 f26 1"/>
              <a:gd name="f78" fmla="*/ f65 f27 1"/>
              <a:gd name="f79" fmla="*/ f66 f26 1"/>
              <a:gd name="f80" fmla="*/ f67 f27 1"/>
              <a:gd name="f81" fmla="*/ f68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6">
                <a:pos x="f73" y="f74"/>
              </a:cxn>
              <a:cxn ang="f46">
                <a:pos x="f73" y="f75"/>
              </a:cxn>
              <a:cxn ang="f46">
                <a:pos x="f76" y="f75"/>
              </a:cxn>
              <a:cxn ang="f46">
                <a:pos x="f77" y="f78"/>
              </a:cxn>
              <a:cxn ang="f46">
                <a:pos x="f79" y="f80"/>
              </a:cxn>
              <a:cxn ang="f46">
                <a:pos x="f81" y="f74"/>
              </a:cxn>
              <a:cxn ang="f46">
                <a:pos x="f73" y="f74"/>
              </a:cxn>
            </a:cxnLst>
            <a:rect l="f69" t="f72" r="f70" b="f71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85587" tIns="42793" rIns="85587" bIns="42793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216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39859137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410DACD-8814-0719-1B69-9449D528892C}"/>
              </a:ext>
            </a:extLst>
          </p:cNvPr>
          <p:cNvSpPr txBox="1"/>
          <p:nvPr userDrawn="1"/>
        </p:nvSpPr>
        <p:spPr>
          <a:xfrm>
            <a:off x="0" y="0"/>
            <a:ext cx="12192000" cy="707886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endParaRPr lang="en-GB" sz="40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8140549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9B3DB-352F-706E-8396-0711973F3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E9CEE-9788-9CFC-0336-41C2CB077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E4505C-8BFE-C23C-2BE8-8711C164B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0CA3FC-B7B5-E571-025A-6EDC9BF2FE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013495-7196-BF3A-8E94-4A35AF044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2135464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C883E-B324-7614-E832-C8FA2D5A5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9B83D1-CFEB-F699-FF61-2316C10D9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3B53EF-1B82-5CE0-D770-2336D9576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D1C29-FB7A-BB28-E384-E661FFB55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A6A9A7-1A6F-0DEF-01C0-8B7B83A4C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21333262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52047-70A9-2D03-B647-5755581C3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FD41D4-1C56-BDF8-CE04-C033D2CD35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2F20ED-6B10-8F9B-AE53-52CD7841A7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FD7184-18A0-6EC7-844C-686E30267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5511A2-4C74-9DA0-018F-0C795015B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253FAE-C6F5-C793-AD81-1CA00D35F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61787985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A29F0-653F-18E0-7165-5BA5CBD70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3531B5-C7D5-3028-F0DE-22D69F8F49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93AE1F-7338-7490-95D4-33B43B8D0D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59247F-082A-4DFF-738D-532D897478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3DC79B-5F2E-88CD-B76C-26C869E5AA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FC74FD9-C453-092D-9379-790EB54BB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FE4956-089C-EEE1-ED87-881BAC043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61FA7B-C31E-8DD6-BE30-38EFB4E90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15722873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EFEC7-FF5F-613C-8EB4-03C7D28FB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FC07DA-2C83-3C92-FD27-8C2CBFCAC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0AE1B4-7E6D-3D72-9F28-4F589DB42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1D5769-5FED-8793-7595-C4E066367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18619314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05C7F6-48E4-6E5F-449C-B03F87DBD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61A2DD-00B4-3FB2-E6AF-B353EED32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FDF081-2407-6DEE-130A-E934151F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409762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7CFD-9EDB-36E2-FCBA-EE29ACA3A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02714-CC7D-A7DB-195D-7D2A34569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E1C133-6122-3853-524C-1458A27EDC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6CC213-218B-DDB2-F22F-BDE4BC501A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364279-F92D-0D8A-0360-CE20484CE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B332DB-71CF-DB6A-F8B6-9852B35F6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960614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9EE78-AB8B-956C-3C03-ADF393494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7CD64F-E49D-6173-6DE6-ABF43C437A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74FFCF-DFE5-7E94-53DF-C626B0B8AD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2489CA-698D-AC35-07C6-A26CF27E5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43135-74F2-4FFE-96BB-ED357421E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2BCDAC-B253-7FC6-1E11-7C77EB46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35746133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D9922-FA9D-383D-A19C-1670E04BF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710FFC-07BA-368E-8BEF-5F9AD4558E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AEFD48-A5EE-EB7B-2461-575DDF3EF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E48C6-ED81-B3B2-92AE-AF25ECBC6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B1B257-1A5B-C712-6D80-E569B0558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78234492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57DC50-9430-8F55-3F8C-079680426C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9CD0E4-FF02-5A2E-BCCE-E5DEEEB295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2E451A-2FD6-F62A-87A7-402F00CBB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4E098B-CA21-3CC7-B4DE-2D294CBAF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A4A002-EF22-9AD8-50CB-BDE5AB8FA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97815791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736097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901078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57336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161927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200207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320077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135214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03243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451265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755894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26875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1.xml"/><Relationship Id="rId4" Type="http://schemas.openxmlformats.org/officeDocument/2006/relationships/slideLayout" Target="../slideLayouts/slideLayout32.xml"/><Relationship Id="rId5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4.xml"/><Relationship Id="rId7" Type="http://schemas.openxmlformats.org/officeDocument/2006/relationships/slideLayout" Target="../slideLayouts/slideLayout35.xml"/><Relationship Id="rId8" Type="http://schemas.openxmlformats.org/officeDocument/2006/relationships/slideLayout" Target="../slideLayouts/slideLayout36.xml"/><Relationship Id="rId9" Type="http://schemas.openxmlformats.org/officeDocument/2006/relationships/slideLayout" Target="../slideLayouts/slideLayout37.xml"/><Relationship Id="rId10" Type="http://schemas.openxmlformats.org/officeDocument/2006/relationships/slideLayout" Target="../slideLayouts/slideLayout38.xml"/><Relationship Id="rId11" Type="http://schemas.openxmlformats.org/officeDocument/2006/relationships/slideLayout" Target="../slideLayouts/slideLayout39.xml"/><Relationship Id="rId12" Type="http://schemas.openxmlformats.org/officeDocument/2006/relationships/slideLayout" Target="../slideLayouts/slideLayout40.xml"/><Relationship Id="rId13" Type="http://schemas.openxmlformats.org/officeDocument/2006/relationships/slideLayout" Target="../slideLayouts/slideLayout41.xml"/><Relationship Id="rId14" Type="http://schemas.openxmlformats.org/officeDocument/2006/relationships/slideLayout" Target="../slideLayouts/slideLayout42.xml"/><Relationship Id="rId15" Type="http://schemas.openxmlformats.org/officeDocument/2006/relationships/slideLayout" Target="../slideLayouts/slideLayout43.xml"/><Relationship Id="rId16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slideLayout" Target="../slideLayouts/slideLayout45.xml"/><Relationship Id="rId3" Type="http://schemas.openxmlformats.org/officeDocument/2006/relationships/slideLayout" Target="../slideLayouts/slideLayout46.xml"/><Relationship Id="rId4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8.xml"/><Relationship Id="rId6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5.xml"/><Relationship Id="rId8" Type="http://schemas.openxmlformats.org/officeDocument/2006/relationships/slideLayout" Target="../slideLayouts/slideLayout56.xml"/><Relationship Id="rId9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59.xml"/><Relationship Id="rId12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1.xml"/><Relationship Id="rId14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slideLayout" Target="../slideLayouts/slideLayout63.xml"/><Relationship Id="rId3" Type="http://schemas.openxmlformats.org/officeDocument/2006/relationships/slideLayout" Target="../slideLayouts/slideLayout64.xml"/><Relationship Id="rId4" Type="http://schemas.openxmlformats.org/officeDocument/2006/relationships/slideLayout" Target="../slideLayouts/slideLayout65.xml"/><Relationship Id="rId5" Type="http://schemas.openxmlformats.org/officeDocument/2006/relationships/slideLayout" Target="../slideLayouts/slideLayout66.xml"/><Relationship Id="rId6" Type="http://schemas.openxmlformats.org/officeDocument/2006/relationships/slideLayout" Target="../slideLayouts/slideLayout67.xml"/><Relationship Id="rId7" Type="http://schemas.openxmlformats.org/officeDocument/2006/relationships/slideLayout" Target="../slideLayouts/slideLayout68.xml"/><Relationship Id="rId8" Type="http://schemas.openxmlformats.org/officeDocument/2006/relationships/slideLayout" Target="../slideLayouts/slideLayout69.xml"/><Relationship Id="rId9" Type="http://schemas.openxmlformats.org/officeDocument/2006/relationships/slideLayout" Target="../slideLayouts/slideLayout70.xml"/><Relationship Id="rId10" Type="http://schemas.openxmlformats.org/officeDocument/2006/relationships/slideLayout" Target="../slideLayouts/slideLayout71.xml"/><Relationship Id="rId11" Type="http://schemas.openxmlformats.org/officeDocument/2006/relationships/slideLayout" Target="../slideLayouts/slideLayout72.xml"/><Relationship Id="rId12" Type="http://schemas.openxmlformats.org/officeDocument/2006/relationships/slideLayout" Target="../slideLayouts/slideLayout73.xml"/><Relationship Id="rId13" Type="http://schemas.openxmlformats.org/officeDocument/2006/relationships/slideLayout" Target="../slideLayouts/slideLayout74.xml"/><Relationship Id="rId14" Type="http://schemas.openxmlformats.org/officeDocument/2006/relationships/slideLayout" Target="../slideLayouts/slideLayout75.xml"/><Relationship Id="rId15" Type="http://schemas.openxmlformats.org/officeDocument/2006/relationships/slideLayout" Target="../slideLayouts/slideLayout76.xml"/><Relationship Id="rId16" Type="http://schemas.openxmlformats.org/officeDocument/2006/relationships/slideLayout" Target="../slideLayouts/slideLayout77.xml"/><Relationship Id="rId17" Type="http://schemas.openxmlformats.org/officeDocument/2006/relationships/slideLayout" Target="../slideLayouts/slideLayout78.xml"/><Relationship Id="rId18" Type="http://schemas.openxmlformats.org/officeDocument/2006/relationships/slideLayout" Target="../slideLayouts/slideLayout79.xml"/><Relationship Id="rId19" Type="http://schemas.openxmlformats.org/officeDocument/2006/relationships/slideLayout" Target="../slideLayouts/slideLayout80.xml"/><Relationship Id="rId20" Type="http://schemas.openxmlformats.org/officeDocument/2006/relationships/slideLayout" Target="../slideLayouts/slideLayout81.xml"/><Relationship Id="rId21" Type="http://schemas.openxmlformats.org/officeDocument/2006/relationships/slideLayout" Target="../slideLayouts/slideLayout82.xml"/><Relationship Id="rId22" Type="http://schemas.openxmlformats.org/officeDocument/2006/relationships/slideLayout" Target="../slideLayouts/slideLayout83.xml"/><Relationship Id="rId23" Type="http://schemas.openxmlformats.org/officeDocument/2006/relationships/slideLayout" Target="../slideLayouts/slideLayout84.xml"/><Relationship Id="rId2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slideLayout" Target="../slideLayouts/slideLayout86.xml"/><Relationship Id="rId3" Type="http://schemas.openxmlformats.org/officeDocument/2006/relationships/slideLayout" Target="../slideLayouts/slideLayout87.xml"/><Relationship Id="rId4" Type="http://schemas.openxmlformats.org/officeDocument/2006/relationships/slideLayout" Target="../slideLayouts/slideLayout88.xml"/><Relationship Id="rId5" Type="http://schemas.openxmlformats.org/officeDocument/2006/relationships/slideLayout" Target="../slideLayouts/slideLayout89.xml"/><Relationship Id="rId6" Type="http://schemas.openxmlformats.org/officeDocument/2006/relationships/slideLayout" Target="../slideLayouts/slideLayout90.xml"/><Relationship Id="rId7" Type="http://schemas.openxmlformats.org/officeDocument/2006/relationships/slideLayout" Target="../slideLayouts/slideLayout91.xml"/><Relationship Id="rId8" Type="http://schemas.openxmlformats.org/officeDocument/2006/relationships/slideLayout" Target="../slideLayouts/slideLayout92.xml"/><Relationship Id="rId9" Type="http://schemas.openxmlformats.org/officeDocument/2006/relationships/slideLayout" Target="../slideLayouts/slideLayout93.xml"/><Relationship Id="rId10" Type="http://schemas.openxmlformats.org/officeDocument/2006/relationships/slideLayout" Target="../slideLayouts/slideLayout94.xml"/><Relationship Id="rId11" Type="http://schemas.openxmlformats.org/officeDocument/2006/relationships/slideLayout" Target="../slideLayouts/slideLayout95.xml"/><Relationship Id="rId12" Type="http://schemas.openxmlformats.org/officeDocument/2006/relationships/slideLayout" Target="../slideLayouts/slideLayout96.xml"/><Relationship Id="rId13" Type="http://schemas.openxmlformats.org/officeDocument/2006/relationships/slideLayout" Target="../slideLayouts/slideLayout97.xml"/><Relationship Id="rId14" Type="http://schemas.openxmlformats.org/officeDocument/2006/relationships/slideLayout" Target="../slideLayouts/slideLayout98.xml"/><Relationship Id="rId15" Type="http://schemas.openxmlformats.org/officeDocument/2006/relationships/slideLayout" Target="../slideLayouts/slideLayout99.xml"/><Relationship Id="rId16" Type="http://schemas.openxmlformats.org/officeDocument/2006/relationships/slideLayout" Target="../slideLayouts/slideLayout100.xml"/><Relationship Id="rId17" Type="http://schemas.openxmlformats.org/officeDocument/2006/relationships/slideLayout" Target="../slideLayouts/slideLayout101.xml"/><Relationship Id="rId18" Type="http://schemas.openxmlformats.org/officeDocument/2006/relationships/theme" Target="../theme/theme7.xml"/><Relationship Id="rId19" Type="http://schemas.openxmlformats.org/officeDocument/2006/relationships/image" Target="../media/image17.png"/><Relationship Id="rId20" Type="http://schemas.openxmlformats.org/officeDocument/2006/relationships/image" Target="../media/image18.pn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slideLayout" Target="../slideLayouts/slideLayout103.xml"/><Relationship Id="rId3" Type="http://schemas.openxmlformats.org/officeDocument/2006/relationships/slideLayout" Target="../slideLayouts/slideLayout104.xml"/><Relationship Id="rId4" Type="http://schemas.openxmlformats.org/officeDocument/2006/relationships/slideLayout" Target="../slideLayouts/slideLayout105.xml"/><Relationship Id="rId5" Type="http://schemas.openxmlformats.org/officeDocument/2006/relationships/slideLayout" Target="../slideLayouts/slideLayout106.xml"/><Relationship Id="rId6" Type="http://schemas.openxmlformats.org/officeDocument/2006/relationships/slideLayout" Target="../slideLayouts/slideLayout107.xml"/><Relationship Id="rId7" Type="http://schemas.openxmlformats.org/officeDocument/2006/relationships/slideLayout" Target="../slideLayouts/slideLayout108.xml"/><Relationship Id="rId8" Type="http://schemas.openxmlformats.org/officeDocument/2006/relationships/slideLayout" Target="../slideLayouts/slideLayout109.xml"/><Relationship Id="rId9" Type="http://schemas.openxmlformats.org/officeDocument/2006/relationships/slideLayout" Target="../slideLayouts/slideLayout110.xml"/><Relationship Id="rId10" Type="http://schemas.openxmlformats.org/officeDocument/2006/relationships/slideLayout" Target="../slideLayouts/slideLayout111.xml"/><Relationship Id="rId11" Type="http://schemas.openxmlformats.org/officeDocument/2006/relationships/slideLayout" Target="../slideLayouts/slideLayout112.xml"/><Relationship Id="rId12" Type="http://schemas.openxmlformats.org/officeDocument/2006/relationships/slideLayout" Target="../slideLayouts/slideLayout113.xml"/><Relationship Id="rId13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slideLayout" Target="../slideLayouts/slideLayout115.xml"/><Relationship Id="rId3" Type="http://schemas.openxmlformats.org/officeDocument/2006/relationships/slideLayout" Target="../slideLayouts/slideLayout116.xml"/><Relationship Id="rId4" Type="http://schemas.openxmlformats.org/officeDocument/2006/relationships/slideLayout" Target="../slideLayouts/slideLayout117.xml"/><Relationship Id="rId5" Type="http://schemas.openxmlformats.org/officeDocument/2006/relationships/slideLayout" Target="../slideLayouts/slideLayout118.xml"/><Relationship Id="rId6" Type="http://schemas.openxmlformats.org/officeDocument/2006/relationships/slideLayout" Target="../slideLayouts/slideLayout119.xml"/><Relationship Id="rId7" Type="http://schemas.openxmlformats.org/officeDocument/2006/relationships/slideLayout" Target="../slideLayouts/slideLayout120.xml"/><Relationship Id="rId8" Type="http://schemas.openxmlformats.org/officeDocument/2006/relationships/slideLayout" Target="../slideLayouts/slideLayout121.xml"/><Relationship Id="rId9" Type="http://schemas.openxmlformats.org/officeDocument/2006/relationships/slideLayout" Target="../slideLayouts/slideLayout122.xml"/><Relationship Id="rId10" Type="http://schemas.openxmlformats.org/officeDocument/2006/relationships/slideLayout" Target="../slideLayouts/slideLayout123.xml"/><Relationship Id="rId11" Type="http://schemas.openxmlformats.org/officeDocument/2006/relationships/slideLayout" Target="../slideLayouts/slideLayout124.xml"/><Relationship Id="rId1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5.xml"/><Relationship Id="rId2" Type="http://schemas.openxmlformats.org/officeDocument/2006/relationships/slideLayout" Target="../slideLayouts/slideLayout126.xml"/><Relationship Id="rId3" Type="http://schemas.openxmlformats.org/officeDocument/2006/relationships/slideLayout" Target="../slideLayouts/slideLayout127.xml"/><Relationship Id="rId4" Type="http://schemas.openxmlformats.org/officeDocument/2006/relationships/slideLayout" Target="../slideLayouts/slideLayout128.xml"/><Relationship Id="rId5" Type="http://schemas.openxmlformats.org/officeDocument/2006/relationships/slideLayout" Target="../slideLayouts/slideLayout129.xml"/><Relationship Id="rId6" Type="http://schemas.openxmlformats.org/officeDocument/2006/relationships/slideLayout" Target="../slideLayouts/slideLayout130.xml"/><Relationship Id="rId7" Type="http://schemas.openxmlformats.org/officeDocument/2006/relationships/slideLayout" Target="../slideLayouts/slideLayout131.xml"/><Relationship Id="rId8" Type="http://schemas.openxmlformats.org/officeDocument/2006/relationships/slideLayout" Target="../slideLayouts/slideLayout132.xml"/><Relationship Id="rId9" Type="http://schemas.openxmlformats.org/officeDocument/2006/relationships/slideLayout" Target="../slideLayouts/slideLayout133.xml"/><Relationship Id="rId10" Type="http://schemas.openxmlformats.org/officeDocument/2006/relationships/slideLayout" Target="../slideLayouts/slideLayout134.xml"/><Relationship Id="rId11" Type="http://schemas.openxmlformats.org/officeDocument/2006/relationships/slideLayout" Target="../slideLayouts/slideLayout135.xml"/><Relationship Id="rId12" Type="http://schemas.openxmlformats.org/officeDocument/2006/relationships/theme" Target="../theme/theme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360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319" y="274638"/>
            <a:ext cx="823174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319" y="1600201"/>
            <a:ext cx="8231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753664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EDC453-280C-4DD0-B691-565117EA1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6CAEDA-7F8E-5DD1-5615-9122A76CB3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3F4B92-0338-8496-2BC9-D78BC35A9F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1C1FB-97D8-32C1-4E03-B90A99350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0F0401-86B8-B0E1-5F2E-8EFCFE719B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A026B6-5CDD-4028-AFCB-F4401504FF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7216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  <p:sldLayoutId id="2147483740" r:id="rId11"/>
    <p:sldLayoutId id="2147483741" r:id="rId12"/>
    <p:sldLayoutId id="2147483742" r:id="rId13"/>
    <p:sldLayoutId id="2147483743" r:id="rId14"/>
    <p:sldLayoutId id="2147483744" r:id="rId1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8470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845" r:id="rId3"/>
    <p:sldLayoutId id="2147483846" r:id="rId4"/>
    <p:sldLayoutId id="2147483847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B38B0F-09FD-DDC6-3B63-8AF09C35E36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9EAB06-2AFE-2C12-1BB4-384FC380BC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4F2E60-03D8-275F-2BA8-6EFAE3CF267E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IN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E721A0-E937-50F8-C798-8EB0BC6D85AD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IN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16C06C-A904-8DD7-8829-D1021B6DFDE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IN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8B930FF2-ADD6-48BA-B740-C81F3D772E11}" type="slidenum"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3940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9" r:id="rId1"/>
    <p:sldLayoutId id="2147483750" r:id="rId2"/>
    <p:sldLayoutId id="2147483751" r:id="rId3"/>
    <p:sldLayoutId id="2147483752" r:id="rId4"/>
    <p:sldLayoutId id="2147483753" r:id="rId5"/>
    <p:sldLayoutId id="2147483754" r:id="rId6"/>
    <p:sldLayoutId id="2147483755" r:id="rId7"/>
    <p:sldLayoutId id="2147483756" r:id="rId8"/>
    <p:sldLayoutId id="2147483757" r:id="rId9"/>
    <p:sldLayoutId id="2147483758" r:id="rId10"/>
    <p:sldLayoutId id="2147483759" r:id="rId11"/>
    <p:sldLayoutId id="2147483760" r:id="rId12"/>
    <p:sldLayoutId id="2147483761" r:id="rId13"/>
  </p:sldLayoutIdLst>
  <p:hf sldNum="0" hdr="0" ftr="0" dt="0"/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Aptos Display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Aptos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Aptos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Aptos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Aptos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Apto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F3E944-12FC-1DA6-1A82-9D447DBA04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577845"/>
            <a:ext cx="10928808" cy="111283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45720" rIns="0" bIns="45720" anchor="t" anchorCtr="0" compatLnSpc="1">
            <a:noAutofit/>
          </a:bodyPr>
          <a:lstStyle/>
          <a:p>
            <a:pPr lvl="0"/>
            <a:r>
              <a:rPr lang="en-US"/>
              <a:t>Project objectives 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B742FB-3438-9D79-D6FF-4410846F7C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31594" y="1904996"/>
            <a:ext cx="7521799" cy="427196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45720" rIns="0" bIns="45720" anchor="t" anchorCtr="0" compatLnSpc="1">
            <a:normAutofit/>
          </a:bodyPr>
          <a:lstStyle/>
          <a:p>
            <a:pPr lvl="0"/>
            <a:r>
              <a:rPr lang="en-US"/>
              <a:t>Bullet Tier 1: Lorum Ipsum lluptatem qui rectas event, conseni maximi, quo iur suntionse pos estrum,</a:t>
            </a:r>
          </a:p>
          <a:p>
            <a:pPr lvl="0"/>
            <a:r>
              <a:rPr lang="en-US"/>
              <a:t>Bullet Tier 1: Lorum Ipsum lluptatem qui rectas event, conseni maximi, quo iur suntionse pos estrum,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8" name="Straight Connector 9">
            <a:extLst>
              <a:ext uri="{FF2B5EF4-FFF2-40B4-BE49-F238E27FC236}">
                <a16:creationId xmlns:a16="http://schemas.microsoft.com/office/drawing/2014/main" id="{052D5BE6-22DB-72DF-3E35-DA9381B8BD4C}"/>
              </a:ext>
            </a:extLst>
          </p:cNvPr>
          <p:cNvCxnSpPr/>
          <p:nvPr/>
        </p:nvCxnSpPr>
        <p:spPr>
          <a:xfrm>
            <a:off x="631594" y="540465"/>
            <a:ext cx="10928808" cy="0"/>
          </a:xfrm>
          <a:prstGeom prst="straightConnector1">
            <a:avLst/>
          </a:prstGeom>
          <a:noFill/>
          <a:ln w="25402" cap="rnd">
            <a:solidFill>
              <a:srgbClr val="26CAD3"/>
            </a:solidFill>
            <a:custDash>
              <a:ds d="300000" sp="0"/>
            </a:custDash>
            <a:miter/>
          </a:ln>
        </p:spPr>
      </p:cxnSp>
    </p:spTree>
    <p:extLst>
      <p:ext uri="{BB962C8B-B14F-4D97-AF65-F5344CB8AC3E}">
        <p14:creationId xmlns:p14="http://schemas.microsoft.com/office/powerpoint/2010/main" val="2055019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7" r:id="rId1"/>
    <p:sldLayoutId id="2147483768" r:id="rId2"/>
    <p:sldLayoutId id="2147483769" r:id="rId3"/>
    <p:sldLayoutId id="2147483770" r:id="rId4"/>
    <p:sldLayoutId id="2147483771" r:id="rId5"/>
    <p:sldLayoutId id="2147483772" r:id="rId6"/>
    <p:sldLayoutId id="2147483773" r:id="rId7"/>
    <p:sldLayoutId id="2147483774" r:id="rId8"/>
    <p:sldLayoutId id="2147483775" r:id="rId9"/>
    <p:sldLayoutId id="2147483776" r:id="rId10"/>
    <p:sldLayoutId id="2147483777" r:id="rId11"/>
    <p:sldLayoutId id="2147483778" r:id="rId12"/>
    <p:sldLayoutId id="2147483779" r:id="rId13"/>
    <p:sldLayoutId id="2147483780" r:id="rId14"/>
    <p:sldLayoutId id="2147483781" r:id="rId15"/>
    <p:sldLayoutId id="2147483782" r:id="rId16"/>
    <p:sldLayoutId id="2147483783" r:id="rId17"/>
    <p:sldLayoutId id="2147483784" r:id="rId18"/>
    <p:sldLayoutId id="2147483785" r:id="rId19"/>
    <p:sldLayoutId id="2147483786" r:id="rId20"/>
    <p:sldLayoutId id="2147483787" r:id="rId21"/>
    <p:sldLayoutId id="2147483788" r:id="rId22"/>
    <p:sldLayoutId id="2147483789" r:id="rId23"/>
  </p:sldLayoutIdLst>
  <p:hf sldNum="0" hdr="0" ftr="0" dt="0"/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3300" b="1" i="0" u="none" strike="noStrike" kern="1200" cap="none" spc="0" baseline="0">
          <a:solidFill>
            <a:srgbClr val="00667D"/>
          </a:solidFill>
          <a:uFillTx/>
          <a:latin typeface="Calibri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1pPr>
      <a:lvl2pPr marL="228600" marR="0" lvl="0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2pPr>
      <a:lvl3pPr marL="228600" marR="0" lvl="0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3pPr>
      <a:lvl4pPr marL="228600" marR="0" lvl="1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4pPr>
      <a:lvl5pPr marL="228600" marR="0" lvl="2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" y="0"/>
            <a:ext cx="12203289" cy="6858000"/>
            <a:chOff x="0" y="0"/>
            <a:chExt cx="9152467" cy="6858000"/>
          </a:xfrm>
        </p:grpSpPr>
        <p:pic>
          <p:nvPicPr>
            <p:cNvPr id="8" name="Picture 7" descr="S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553888" y="542807"/>
              <a:ext cx="8039776" cy="5756392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 sz="1800"/>
            </a:p>
          </p:txBody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0" y="3128434"/>
              <a:ext cx="68580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8466667" y="3128434"/>
              <a:ext cx="68580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69155" y="915338"/>
            <a:ext cx="9064979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4" y="2490136"/>
            <a:ext cx="9064981" cy="3444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475561" y="5960533"/>
            <a:ext cx="1531044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69154" y="5960533"/>
            <a:ext cx="6806223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06788" y="5960533"/>
            <a:ext cx="52734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91956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1" r:id="rId1"/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99" r:id="rId9"/>
    <p:sldLayoutId id="2147483800" r:id="rId10"/>
    <p:sldLayoutId id="2147483801" r:id="rId11"/>
    <p:sldLayoutId id="2147483802" r:id="rId12"/>
    <p:sldLayoutId id="2147483803" r:id="rId13"/>
    <p:sldLayoutId id="2147483804" r:id="rId14"/>
    <p:sldLayoutId id="2147483805" r:id="rId15"/>
    <p:sldLayoutId id="2147483806" r:id="rId16"/>
    <p:sldLayoutId id="2147483807" r:id="rId17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3F1F9C-7792-BD09-4C73-B4A1A4E789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3" y="27464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21CB9-F3C8-E76B-9B8A-09616928C9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09603" y="1600200"/>
            <a:ext cx="10972800" cy="45259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2D8D3E-1A37-301F-3BC2-E33102DFC5F0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609603" y="6356351"/>
            <a:ext cx="2844798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EE8C35-9AE9-964C-69AE-27F457B2CA8D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165604" y="6356351"/>
            <a:ext cx="3860797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4B10F-C4BA-27CE-B2D2-A397B9B92D2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737604" y="6356351"/>
            <a:ext cx="2844798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7C0417AA-12A0-48A3-8BAE-748AB937367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4058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9" r:id="rId1"/>
    <p:sldLayoutId id="2147483810" r:id="rId2"/>
    <p:sldLayoutId id="2147483811" r:id="rId3"/>
    <p:sldLayoutId id="2147483812" r:id="rId4"/>
    <p:sldLayoutId id="2147483813" r:id="rId5"/>
    <p:sldLayoutId id="2147483814" r:id="rId6"/>
    <p:sldLayoutId id="2147483815" r:id="rId7"/>
    <p:sldLayoutId id="2147483816" r:id="rId8"/>
    <p:sldLayoutId id="2147483817" r:id="rId9"/>
    <p:sldLayoutId id="2147483818" r:id="rId10"/>
    <p:sldLayoutId id="2147483819" r:id="rId11"/>
    <p:sldLayoutId id="2147483820" r:id="rId12"/>
  </p:sldLayoutIdLst>
  <p:hf sldNum="0" hdr="0" ftr="0" dt="0"/>
  <p:txStyles>
    <p:titleStyle>
      <a:lvl1pPr marL="0" marR="0" lvl="0" indent="0" algn="ctr" defTabSz="914400" rtl="0" fontAlgn="auto" hangingPunct="1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</p:titleStyle>
    <p:bodyStyle>
      <a:lvl1pPr marL="342900" marR="0" lvl="0" indent="-342900" algn="l" defTabSz="914400" rtl="0" fontAlgn="auto" hangingPunct="1">
        <a:lnSpc>
          <a:spcPct val="100000"/>
        </a:lnSpc>
        <a:spcBef>
          <a:spcPts val="800"/>
        </a:spcBef>
        <a:spcAft>
          <a:spcPts val="0"/>
        </a:spcAft>
        <a:buSzPct val="100000"/>
        <a:buFont typeface="Arial" pitchFamily="34"/>
        <a:buChar char="•"/>
        <a:tabLst/>
        <a:defRPr lang="en-US" sz="32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  <a:lvl2pPr marL="742950" marR="0" lvl="1" indent="-285750" algn="l" defTabSz="914400" rtl="0" fontAlgn="auto" hangingPunct="1">
        <a:lnSpc>
          <a:spcPct val="100000"/>
        </a:lnSpc>
        <a:spcBef>
          <a:spcPts val="700"/>
        </a:spcBef>
        <a:spcAft>
          <a:spcPts val="0"/>
        </a:spcAft>
        <a:buSzPct val="100000"/>
        <a:buFont typeface="Arial" pitchFamily="34"/>
        <a:buChar char="–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Calibri"/>
        </a:defRPr>
      </a:lvl2pPr>
      <a:lvl3pPr marL="1143000" marR="0" lvl="2" indent="-228600" algn="l" defTabSz="914400" rtl="0" fontAlgn="auto" hangingPunct="1">
        <a:lnSpc>
          <a:spcPct val="100000"/>
        </a:lnSpc>
        <a:spcBef>
          <a:spcPts val="6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Calibri"/>
        </a:defRPr>
      </a:lvl3pPr>
      <a:lvl4pPr marL="1600200" marR="0" lvl="3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–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4pPr>
      <a:lvl5pPr marL="2057400" marR="0" lvl="4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»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97F74F-2C97-CAAE-BFFE-4AB59C9B0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8AF5D8-44DC-3827-A81A-50B2DBA022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72394A-11AC-CA11-C367-46C0A3EB20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4EDFE8-6F24-013F-2D13-36B268B2DF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34227F-37C6-3D08-364F-3CB3C3C6EC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562696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2" r:id="rId1"/>
    <p:sldLayoutId id="2147483823" r:id="rId2"/>
    <p:sldLayoutId id="2147483824" r:id="rId3"/>
    <p:sldLayoutId id="2147483825" r:id="rId4"/>
    <p:sldLayoutId id="2147483826" r:id="rId5"/>
    <p:sldLayoutId id="2147483827" r:id="rId6"/>
    <p:sldLayoutId id="2147483828" r:id="rId7"/>
    <p:sldLayoutId id="2147483829" r:id="rId8"/>
    <p:sldLayoutId id="2147483830" r:id="rId9"/>
    <p:sldLayoutId id="2147483831" r:id="rId10"/>
    <p:sldLayoutId id="2147483832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920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6" r:id="rId3"/>
    <p:sldLayoutId id="2147483837" r:id="rId4"/>
    <p:sldLayoutId id="2147483838" r:id="rId5"/>
    <p:sldLayoutId id="2147483839" r:id="rId6"/>
    <p:sldLayoutId id="2147483840" r:id="rId7"/>
    <p:sldLayoutId id="2147483841" r:id="rId8"/>
    <p:sldLayoutId id="2147483842" r:id="rId9"/>
    <p:sldLayoutId id="2147483843" r:id="rId10"/>
    <p:sldLayoutId id="2147483844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3.xml"/></Relationships>
</file>

<file path=ppt/slides/_rels/slide3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3.xml"/><Relationship Id="rId2" Type="http://schemas.openxmlformats.org/officeDocument/2006/relationships/notesSlide" Target="../notesSlides/notesSlide87.xml"/></Relationships>
</file>

<file path=ppt/slides/_rels/slide3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7.xml"/><Relationship Id="rId2" Type="http://schemas.openxmlformats.org/officeDocument/2006/relationships/image" Target="../media/image316.png"/></Relationships>
</file>

<file path=ppt/slides/_rels/slide3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0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17.png"/><Relationship Id="rId4" Type="http://schemas.openxmlformats.org/officeDocument/2006/relationships/image" Target="../media/image318.png"/><Relationship Id="rId5" Type="http://schemas.openxmlformats.org/officeDocument/2006/relationships/image" Target="../media/image319.png"/></Relationships>
</file>

<file path=ppt/slides/_rels/slide3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0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20.png"/><Relationship Id="rId4" Type="http://schemas.openxmlformats.org/officeDocument/2006/relationships/image" Target="../media/image321.png"/></Relationships>
</file>

<file path=ppt/slides/_rels/slide3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6.xml"/><Relationship Id="rId2" Type="http://schemas.openxmlformats.org/officeDocument/2006/relationships/image" Target="../media/image322.png"/><Relationship Id="rId3" Type="http://schemas.openxmlformats.org/officeDocument/2006/relationships/image" Target="../media/image323.png"/></Relationships>
</file>

<file path=ppt/slides/_rels/slide3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6.xml"/><Relationship Id="rId2" Type="http://schemas.openxmlformats.org/officeDocument/2006/relationships/diagramData" Target="../diagrams/data20.xml"/><Relationship Id="rId3" Type="http://schemas.openxmlformats.org/officeDocument/2006/relationships/diagramLayout" Target="../diagrams/layout20.xml"/><Relationship Id="rId4" Type="http://schemas.openxmlformats.org/officeDocument/2006/relationships/diagramQuickStyle" Target="../diagrams/quickStyle20.xml"/><Relationship Id="rId5" Type="http://schemas.openxmlformats.org/officeDocument/2006/relationships/diagramColors" Target="../diagrams/colors20.xml"/><Relationship Id="rId6" Type="http://schemas.microsoft.com/office/2007/relationships/diagramDrawing" Target="../diagrams/drawing20.xml"/></Relationships>
</file>

<file path=ppt/slides/_rels/slide3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6.xml"/></Relationships>
</file>

<file path=ppt/slides/_rels/slide3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3.xml"/></Relationships>
</file>

<file path=ppt/slides/_rels/slide3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image" Target="../media/image324.png"/></Relationships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E7B96D-3781-17E3-1141-D69ADA0328E8}"/>
              </a:ext>
            </a:extLst>
          </p:cNvPr>
          <p:cNvSpPr txBox="1"/>
          <p:nvPr/>
        </p:nvSpPr>
        <p:spPr>
          <a:xfrm>
            <a:off x="1262585" y="2341686"/>
            <a:ext cx="5697516" cy="244607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42793" rIns="0" bIns="42793" anchor="t" anchorCtr="0" compatLnSpc="1">
            <a:noAutofit/>
          </a:bodyPr>
          <a:lstStyle/>
          <a:p>
            <a:pPr marL="0" marR="0" lvl="0" indent="0" algn="l" defTabSz="109728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kumimoji="0" lang="en-US" sz="432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Maternal Perinatal Child Death Surveillance &amp; Response (MPCDSR)</a:t>
            </a:r>
            <a:endParaRPr kumimoji="0" lang="en-US" sz="192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C6D8DC-0E69-6C70-AB04-5AC6B1E44D97}"/>
              </a:ext>
            </a:extLst>
          </p:cNvPr>
          <p:cNvSpPr txBox="1"/>
          <p:nvPr/>
        </p:nvSpPr>
        <p:spPr>
          <a:xfrm>
            <a:off x="9579428" y="6096588"/>
            <a:ext cx="1524001" cy="34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kumimoji="0" lang="en-IN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Topic</a:t>
            </a:r>
            <a:r>
              <a:rPr kumimoji="0" lang="en-IN" sz="18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: 12</a:t>
            </a:r>
            <a:r>
              <a:rPr kumimoji="0" lang="en-IN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 Display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85614A38-0F4D-F80E-EEBA-6D0178F64E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3" y="76196"/>
            <a:ext cx="10972800" cy="533396"/>
          </a:xfrm>
        </p:spPr>
        <p:txBody>
          <a:bodyPr>
            <a:normAutofit fontScale="90000"/>
          </a:bodyPr>
          <a:lstStyle/>
          <a:p>
            <a:pPr lvl="0"/>
            <a:r>
              <a:rPr lang="en-US" sz="4000"/>
              <a:t>MDR Process</a:t>
            </a:r>
            <a:endParaRPr lang="en-IN" sz="400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52FBEE16-612B-8F24-6C47-8D462C4071CC}"/>
              </a:ext>
            </a:extLst>
          </p:cNvPr>
          <p:cNvSpPr/>
          <p:nvPr/>
        </p:nvSpPr>
        <p:spPr>
          <a:xfrm>
            <a:off x="3450771" y="838203"/>
            <a:ext cx="5061862" cy="223131"/>
          </a:xfrm>
          <a:prstGeom prst="rect">
            <a:avLst/>
          </a:prstGeom>
          <a:solidFill>
            <a:srgbClr val="FCD5B5"/>
          </a:solidFill>
          <a:ln w="25402" cap="flat">
            <a:solidFill>
              <a:srgbClr val="1C334E"/>
            </a:solidFill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Maternal Deaths Surveillance &amp; response</a:t>
            </a:r>
            <a:endParaRPr kumimoji="0" lang="en-IN" sz="18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4" name="Straight Arrow Connector 7">
            <a:extLst>
              <a:ext uri="{FF2B5EF4-FFF2-40B4-BE49-F238E27FC236}">
                <a16:creationId xmlns:a16="http://schemas.microsoft.com/office/drawing/2014/main" id="{035C007D-EF8E-C993-2223-DEDA87A1019C}"/>
              </a:ext>
            </a:extLst>
          </p:cNvPr>
          <p:cNvCxnSpPr>
            <a:stCxn id="3" idx="2"/>
          </p:cNvCxnSpPr>
          <p:nvPr/>
        </p:nvCxnSpPr>
        <p:spPr>
          <a:xfrm>
            <a:off x="5981703" y="1061334"/>
            <a:ext cx="0" cy="293962"/>
          </a:xfrm>
          <a:prstGeom prst="straightConnector1">
            <a:avLst/>
          </a:prstGeom>
          <a:noFill/>
          <a:ln w="28575" cap="flat">
            <a:solidFill>
              <a:srgbClr val="000000"/>
            </a:solidFill>
            <a:prstDash val="solid"/>
            <a:tailEnd type="arrow"/>
          </a:ln>
        </p:spPr>
      </p:cxnSp>
      <p:sp>
        <p:nvSpPr>
          <p:cNvPr id="5" name="Diamond 8">
            <a:extLst>
              <a:ext uri="{FF2B5EF4-FFF2-40B4-BE49-F238E27FC236}">
                <a16:creationId xmlns:a16="http://schemas.microsoft.com/office/drawing/2014/main" id="{0EEE07E1-2BBA-EDD7-FA07-762D71FDC936}"/>
              </a:ext>
            </a:extLst>
          </p:cNvPr>
          <p:cNvSpPr/>
          <p:nvPr/>
        </p:nvSpPr>
        <p:spPr>
          <a:xfrm>
            <a:off x="4588331" y="1355296"/>
            <a:ext cx="2819387" cy="582353"/>
          </a:xfrm>
          <a:custGeom>
            <a:avLst/>
            <a:gdLst>
              <a:gd name="f0" fmla="val w"/>
              <a:gd name="f1" fmla="val h"/>
              <a:gd name="f2" fmla="val ss"/>
              <a:gd name="f3" fmla="val 0"/>
              <a:gd name="f4" fmla="abs f0"/>
              <a:gd name="f5" fmla="abs f1"/>
              <a:gd name="f6" fmla="abs f2"/>
              <a:gd name="f7" fmla="val f3"/>
              <a:gd name="f8" fmla="?: f4 f0 1"/>
              <a:gd name="f9" fmla="?: f5 f1 1"/>
              <a:gd name="f10" fmla="?: f6 f2 1"/>
              <a:gd name="f11" fmla="*/ f8 1 21600"/>
              <a:gd name="f12" fmla="*/ f9 1 21600"/>
              <a:gd name="f13" fmla="*/ 21600 f8 1"/>
              <a:gd name="f14" fmla="*/ 21600 f9 1"/>
              <a:gd name="f15" fmla="min f12 f11"/>
              <a:gd name="f16" fmla="*/ f13 1 f10"/>
              <a:gd name="f17" fmla="*/ f14 1 f10"/>
              <a:gd name="f18" fmla="val f16"/>
              <a:gd name="f19" fmla="val f17"/>
              <a:gd name="f20" fmla="*/ f7 f15 1"/>
              <a:gd name="f21" fmla="+- f19 0 f7"/>
              <a:gd name="f22" fmla="+- f18 0 f7"/>
              <a:gd name="f23" fmla="*/ f18 f15 1"/>
              <a:gd name="f24" fmla="*/ f19 f15 1"/>
              <a:gd name="f25" fmla="*/ f21 1 2"/>
              <a:gd name="f26" fmla="*/ f21 1 4"/>
              <a:gd name="f27" fmla="*/ f22 1 2"/>
              <a:gd name="f28" fmla="*/ f22 1 4"/>
              <a:gd name="f29" fmla="*/ f22 3 1"/>
              <a:gd name="f30" fmla="*/ f21 3 1"/>
              <a:gd name="f31" fmla="+- f7 f25 0"/>
              <a:gd name="f32" fmla="+- f7 f27 0"/>
              <a:gd name="f33" fmla="*/ f29 1 4"/>
              <a:gd name="f34" fmla="*/ f30 1 4"/>
              <a:gd name="f35" fmla="*/ f28 f15 1"/>
              <a:gd name="f36" fmla="*/ f26 f15 1"/>
              <a:gd name="f37" fmla="*/ f33 f15 1"/>
              <a:gd name="f38" fmla="*/ f34 f15 1"/>
              <a:gd name="f39" fmla="*/ f31 f15 1"/>
              <a:gd name="f40" fmla="*/ f32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5" t="f36" r="f37" b="f38"/>
            <a:pathLst>
              <a:path>
                <a:moveTo>
                  <a:pt x="f20" y="f39"/>
                </a:moveTo>
                <a:lnTo>
                  <a:pt x="f40" y="f20"/>
                </a:lnTo>
                <a:lnTo>
                  <a:pt x="f23" y="f39"/>
                </a:lnTo>
                <a:lnTo>
                  <a:pt x="f40" y="f24"/>
                </a:lnTo>
                <a:close/>
              </a:path>
            </a:pathLst>
          </a:custGeom>
          <a:solidFill>
            <a:srgbClr val="DBEEF4"/>
          </a:solidFill>
          <a:ln w="25402" cap="flat">
            <a:solidFill>
              <a:srgbClr val="1C334E"/>
            </a:solidFill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Place of occurrence</a:t>
            </a:r>
            <a:endParaRPr kumimoji="0" lang="en-IN" sz="18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6" name="Straight Arrow Connector 9">
            <a:extLst>
              <a:ext uri="{FF2B5EF4-FFF2-40B4-BE49-F238E27FC236}">
                <a16:creationId xmlns:a16="http://schemas.microsoft.com/office/drawing/2014/main" id="{EC0A3CA1-6306-EE7D-C949-1C7FB18A3E08}"/>
              </a:ext>
            </a:extLst>
          </p:cNvPr>
          <p:cNvCxnSpPr/>
          <p:nvPr/>
        </p:nvCxnSpPr>
        <p:spPr>
          <a:xfrm>
            <a:off x="5981693" y="2013856"/>
            <a:ext cx="0" cy="413656"/>
          </a:xfrm>
          <a:prstGeom prst="straightConnector1">
            <a:avLst/>
          </a:prstGeom>
          <a:noFill/>
          <a:ln w="28575" cap="flat">
            <a:solidFill>
              <a:srgbClr val="000000"/>
            </a:solidFill>
            <a:prstDash val="solid"/>
            <a:tailEnd type="arrow"/>
          </a:ln>
        </p:spPr>
      </p:cxnSp>
      <p:cxnSp>
        <p:nvCxnSpPr>
          <p:cNvPr id="7" name="Straight Connector 13">
            <a:extLst>
              <a:ext uri="{FF2B5EF4-FFF2-40B4-BE49-F238E27FC236}">
                <a16:creationId xmlns:a16="http://schemas.microsoft.com/office/drawing/2014/main" id="{6CF171DE-E7C2-5427-4BA5-4ED919EBF2D4}"/>
              </a:ext>
            </a:extLst>
          </p:cNvPr>
          <p:cNvCxnSpPr/>
          <p:nvPr/>
        </p:nvCxnSpPr>
        <p:spPr>
          <a:xfrm>
            <a:off x="2095503" y="2438393"/>
            <a:ext cx="8001000" cy="0"/>
          </a:xfrm>
          <a:prstGeom prst="straightConnector1">
            <a:avLst/>
          </a:prstGeom>
          <a:noFill/>
          <a:ln w="19046" cap="flat">
            <a:solidFill>
              <a:srgbClr val="000000"/>
            </a:solidFill>
            <a:prstDash val="solid"/>
          </a:ln>
        </p:spPr>
      </p:cxnSp>
      <p:cxnSp>
        <p:nvCxnSpPr>
          <p:cNvPr id="8" name="Straight Arrow Connector 14">
            <a:extLst>
              <a:ext uri="{FF2B5EF4-FFF2-40B4-BE49-F238E27FC236}">
                <a16:creationId xmlns:a16="http://schemas.microsoft.com/office/drawing/2014/main" id="{9705D4AB-9119-5FB6-F3A3-F2975673BBBB}"/>
              </a:ext>
            </a:extLst>
          </p:cNvPr>
          <p:cNvCxnSpPr/>
          <p:nvPr/>
        </p:nvCxnSpPr>
        <p:spPr>
          <a:xfrm>
            <a:off x="2095503" y="2438393"/>
            <a:ext cx="0" cy="413666"/>
          </a:xfrm>
          <a:prstGeom prst="straightConnector1">
            <a:avLst/>
          </a:prstGeom>
          <a:noFill/>
          <a:ln w="28575" cap="flat">
            <a:solidFill>
              <a:srgbClr val="000000"/>
            </a:solidFill>
            <a:prstDash val="solid"/>
            <a:tailEnd type="arrow"/>
          </a:ln>
        </p:spPr>
      </p:cxnSp>
      <p:cxnSp>
        <p:nvCxnSpPr>
          <p:cNvPr id="9" name="Straight Arrow Connector 15">
            <a:extLst>
              <a:ext uri="{FF2B5EF4-FFF2-40B4-BE49-F238E27FC236}">
                <a16:creationId xmlns:a16="http://schemas.microsoft.com/office/drawing/2014/main" id="{46EAD2B8-57F8-22E4-02AA-59024C0791C7}"/>
              </a:ext>
            </a:extLst>
          </p:cNvPr>
          <p:cNvCxnSpPr/>
          <p:nvPr/>
        </p:nvCxnSpPr>
        <p:spPr>
          <a:xfrm>
            <a:off x="5998025" y="2438393"/>
            <a:ext cx="0" cy="206838"/>
          </a:xfrm>
          <a:prstGeom prst="straightConnector1">
            <a:avLst/>
          </a:prstGeom>
          <a:noFill/>
          <a:ln w="28575" cap="flat">
            <a:solidFill>
              <a:srgbClr val="000000"/>
            </a:solidFill>
            <a:prstDash val="solid"/>
            <a:tailEnd type="arrow"/>
          </a:ln>
        </p:spPr>
      </p:cxnSp>
      <p:cxnSp>
        <p:nvCxnSpPr>
          <p:cNvPr id="10" name="Straight Arrow Connector 16">
            <a:extLst>
              <a:ext uri="{FF2B5EF4-FFF2-40B4-BE49-F238E27FC236}">
                <a16:creationId xmlns:a16="http://schemas.microsoft.com/office/drawing/2014/main" id="{C2965E30-EF6D-6534-6204-3C7CD102EC61}"/>
              </a:ext>
            </a:extLst>
          </p:cNvPr>
          <p:cNvCxnSpPr/>
          <p:nvPr/>
        </p:nvCxnSpPr>
        <p:spPr>
          <a:xfrm>
            <a:off x="10096493" y="2438393"/>
            <a:ext cx="0" cy="413657"/>
          </a:xfrm>
          <a:prstGeom prst="straightConnector1">
            <a:avLst/>
          </a:prstGeom>
          <a:noFill/>
          <a:ln w="28575" cap="flat">
            <a:solidFill>
              <a:srgbClr val="000000"/>
            </a:solidFill>
            <a:prstDash val="solid"/>
            <a:tailEnd type="arrow"/>
          </a:ln>
        </p:spPr>
      </p:cxnSp>
      <p:sp>
        <p:nvSpPr>
          <p:cNvPr id="11" name="Rectangle 17">
            <a:extLst>
              <a:ext uri="{FF2B5EF4-FFF2-40B4-BE49-F238E27FC236}">
                <a16:creationId xmlns:a16="http://schemas.microsoft.com/office/drawing/2014/main" id="{333F808C-83E0-CC2D-AF91-F2AFB0B98022}"/>
              </a:ext>
            </a:extLst>
          </p:cNvPr>
          <p:cNvSpPr/>
          <p:nvPr/>
        </p:nvSpPr>
        <p:spPr>
          <a:xfrm>
            <a:off x="979715" y="2852050"/>
            <a:ext cx="2471056" cy="413619"/>
          </a:xfrm>
          <a:prstGeom prst="rect">
            <a:avLst/>
          </a:prstGeom>
          <a:solidFill>
            <a:srgbClr val="FCD5B5"/>
          </a:solidFill>
          <a:ln w="25402" cap="flat">
            <a:solidFill>
              <a:srgbClr val="7F7F7F"/>
            </a:solidFill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Community</a:t>
            </a:r>
            <a:endParaRPr kumimoji="0" lang="en-IN" sz="18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8">
            <a:extLst>
              <a:ext uri="{FF2B5EF4-FFF2-40B4-BE49-F238E27FC236}">
                <a16:creationId xmlns:a16="http://schemas.microsoft.com/office/drawing/2014/main" id="{F8F50BFF-0B0E-20B6-8D3B-B89276D11BBE}"/>
              </a:ext>
            </a:extLst>
          </p:cNvPr>
          <p:cNvSpPr/>
          <p:nvPr/>
        </p:nvSpPr>
        <p:spPr>
          <a:xfrm>
            <a:off x="4762496" y="2677875"/>
            <a:ext cx="2471056" cy="413619"/>
          </a:xfrm>
          <a:prstGeom prst="rect">
            <a:avLst/>
          </a:prstGeom>
          <a:solidFill>
            <a:srgbClr val="FCD5B5"/>
          </a:solidFill>
          <a:ln w="25402" cap="flat">
            <a:solidFill>
              <a:srgbClr val="1C334E"/>
            </a:solidFill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Transit</a:t>
            </a:r>
            <a:endParaRPr kumimoji="0" lang="en-IN" sz="18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9">
            <a:extLst>
              <a:ext uri="{FF2B5EF4-FFF2-40B4-BE49-F238E27FC236}">
                <a16:creationId xmlns:a16="http://schemas.microsoft.com/office/drawing/2014/main" id="{F24612F4-EE96-AF44-6BBD-F8B856891BF9}"/>
              </a:ext>
            </a:extLst>
          </p:cNvPr>
          <p:cNvSpPr/>
          <p:nvPr/>
        </p:nvSpPr>
        <p:spPr>
          <a:xfrm>
            <a:off x="8741234" y="2852031"/>
            <a:ext cx="2471056" cy="413619"/>
          </a:xfrm>
          <a:prstGeom prst="rect">
            <a:avLst/>
          </a:prstGeom>
          <a:solidFill>
            <a:srgbClr val="DBEEF4"/>
          </a:solidFill>
          <a:ln w="25402" cap="flat">
            <a:solidFill>
              <a:srgbClr val="1C334E"/>
            </a:solidFill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Facility</a:t>
            </a:r>
            <a:endParaRPr kumimoji="0" lang="en-IN" sz="18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4" name="Straight Arrow Connector 20">
            <a:extLst>
              <a:ext uri="{FF2B5EF4-FFF2-40B4-BE49-F238E27FC236}">
                <a16:creationId xmlns:a16="http://schemas.microsoft.com/office/drawing/2014/main" id="{351D67AC-A5B4-76D0-1988-2DDE9D84F028}"/>
              </a:ext>
            </a:extLst>
          </p:cNvPr>
          <p:cNvCxnSpPr/>
          <p:nvPr/>
        </p:nvCxnSpPr>
        <p:spPr>
          <a:xfrm>
            <a:off x="6128656" y="3080613"/>
            <a:ext cx="0" cy="566078"/>
          </a:xfrm>
          <a:prstGeom prst="straightConnector1">
            <a:avLst/>
          </a:prstGeom>
          <a:noFill/>
          <a:ln w="28575" cap="flat">
            <a:solidFill>
              <a:srgbClr val="000000"/>
            </a:solidFill>
            <a:prstDash val="solid"/>
            <a:tailEnd type="arrow"/>
          </a:ln>
        </p:spPr>
      </p:cxnSp>
      <p:cxnSp>
        <p:nvCxnSpPr>
          <p:cNvPr id="15" name="Straight Connector 23">
            <a:extLst>
              <a:ext uri="{FF2B5EF4-FFF2-40B4-BE49-F238E27FC236}">
                <a16:creationId xmlns:a16="http://schemas.microsoft.com/office/drawing/2014/main" id="{4677965C-ADBD-8E90-9E7A-C3939B5FCB1C}"/>
              </a:ext>
            </a:extLst>
          </p:cNvPr>
          <p:cNvCxnSpPr/>
          <p:nvPr/>
        </p:nvCxnSpPr>
        <p:spPr>
          <a:xfrm flipH="1">
            <a:off x="5310871" y="3265660"/>
            <a:ext cx="817785" cy="0"/>
          </a:xfrm>
          <a:prstGeom prst="straightConnector1">
            <a:avLst/>
          </a:prstGeom>
          <a:noFill/>
          <a:ln w="19046" cap="flat">
            <a:solidFill>
              <a:srgbClr val="404040"/>
            </a:solidFill>
            <a:prstDash val="solid"/>
          </a:ln>
        </p:spPr>
      </p:cxnSp>
      <p:cxnSp>
        <p:nvCxnSpPr>
          <p:cNvPr id="16" name="Straight Connector 24">
            <a:extLst>
              <a:ext uri="{FF2B5EF4-FFF2-40B4-BE49-F238E27FC236}">
                <a16:creationId xmlns:a16="http://schemas.microsoft.com/office/drawing/2014/main" id="{795146AF-D1FE-2977-C23B-79D8E0FA587F}"/>
              </a:ext>
            </a:extLst>
          </p:cNvPr>
          <p:cNvCxnSpPr/>
          <p:nvPr/>
        </p:nvCxnSpPr>
        <p:spPr>
          <a:xfrm flipH="1">
            <a:off x="6128656" y="3559622"/>
            <a:ext cx="707572" cy="0"/>
          </a:xfrm>
          <a:prstGeom prst="straightConnector1">
            <a:avLst/>
          </a:prstGeom>
          <a:noFill/>
          <a:ln w="19046" cap="flat">
            <a:solidFill>
              <a:srgbClr val="404040"/>
            </a:solidFill>
            <a:prstDash val="solid"/>
          </a:ln>
        </p:spPr>
      </p:cxnSp>
      <p:sp>
        <p:nvSpPr>
          <p:cNvPr id="17" name="Rectangle 25">
            <a:extLst>
              <a:ext uri="{FF2B5EF4-FFF2-40B4-BE49-F238E27FC236}">
                <a16:creationId xmlns:a16="http://schemas.microsoft.com/office/drawing/2014/main" id="{7941702E-CCDB-27E9-D69D-407F2AF524C6}"/>
              </a:ext>
            </a:extLst>
          </p:cNvPr>
          <p:cNvSpPr/>
          <p:nvPr/>
        </p:nvSpPr>
        <p:spPr>
          <a:xfrm>
            <a:off x="3875318" y="3102385"/>
            <a:ext cx="1426025" cy="326614"/>
          </a:xfrm>
          <a:prstGeom prst="rect">
            <a:avLst/>
          </a:prstGeom>
          <a:solidFill>
            <a:srgbClr val="DBEEF4"/>
          </a:solidFill>
          <a:ln w="25402" cap="flat">
            <a:solidFill>
              <a:srgbClr val="7F7F7F"/>
            </a:solidFill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Home to facility</a:t>
            </a:r>
            <a:endParaRPr kumimoji="0" lang="en-IN" sz="14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ectangle 26">
            <a:extLst>
              <a:ext uri="{FF2B5EF4-FFF2-40B4-BE49-F238E27FC236}">
                <a16:creationId xmlns:a16="http://schemas.microsoft.com/office/drawing/2014/main" id="{40A02C54-0226-CA08-B661-FC6934C259C2}"/>
              </a:ext>
            </a:extLst>
          </p:cNvPr>
          <p:cNvSpPr/>
          <p:nvPr/>
        </p:nvSpPr>
        <p:spPr>
          <a:xfrm>
            <a:off x="6836228" y="3325590"/>
            <a:ext cx="1676396" cy="397343"/>
          </a:xfrm>
          <a:prstGeom prst="rect">
            <a:avLst/>
          </a:prstGeom>
          <a:solidFill>
            <a:srgbClr val="DBEEF4"/>
          </a:solidFill>
          <a:ln w="25402" cap="flat">
            <a:solidFill>
              <a:srgbClr val="1C334E"/>
            </a:solidFill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Facility To facility</a:t>
            </a:r>
            <a:endParaRPr kumimoji="0" lang="en-IN" sz="14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9" name="Straight Connector 28">
            <a:extLst>
              <a:ext uri="{FF2B5EF4-FFF2-40B4-BE49-F238E27FC236}">
                <a16:creationId xmlns:a16="http://schemas.microsoft.com/office/drawing/2014/main" id="{CC37C951-5C0A-A046-B0AE-A12E2CC2D07C}"/>
              </a:ext>
            </a:extLst>
          </p:cNvPr>
          <p:cNvCxnSpPr/>
          <p:nvPr/>
        </p:nvCxnSpPr>
        <p:spPr>
          <a:xfrm>
            <a:off x="979715" y="3222144"/>
            <a:ext cx="0" cy="2080498"/>
          </a:xfrm>
          <a:prstGeom prst="straightConnector1">
            <a:avLst/>
          </a:prstGeom>
          <a:noFill/>
          <a:ln w="28575" cap="flat">
            <a:solidFill>
              <a:srgbClr val="404040"/>
            </a:solidFill>
            <a:prstDash val="solid"/>
          </a:ln>
        </p:spPr>
      </p:cxnSp>
      <p:cxnSp>
        <p:nvCxnSpPr>
          <p:cNvPr id="20" name="Straight Connector 30">
            <a:extLst>
              <a:ext uri="{FF2B5EF4-FFF2-40B4-BE49-F238E27FC236}">
                <a16:creationId xmlns:a16="http://schemas.microsoft.com/office/drawing/2014/main" id="{87507FA1-C907-5934-6448-0914D4731FA1}"/>
              </a:ext>
            </a:extLst>
          </p:cNvPr>
          <p:cNvCxnSpPr/>
          <p:nvPr/>
        </p:nvCxnSpPr>
        <p:spPr>
          <a:xfrm>
            <a:off x="8741234" y="3167728"/>
            <a:ext cx="0" cy="2134914"/>
          </a:xfrm>
          <a:prstGeom prst="straightConnector1">
            <a:avLst/>
          </a:prstGeom>
          <a:noFill/>
          <a:ln w="28575" cap="flat">
            <a:solidFill>
              <a:srgbClr val="404040"/>
            </a:solidFill>
            <a:prstDash val="solid"/>
          </a:ln>
        </p:spPr>
      </p:cxnSp>
      <p:cxnSp>
        <p:nvCxnSpPr>
          <p:cNvPr id="21" name="Straight Connector 34">
            <a:extLst>
              <a:ext uri="{FF2B5EF4-FFF2-40B4-BE49-F238E27FC236}">
                <a16:creationId xmlns:a16="http://schemas.microsoft.com/office/drawing/2014/main" id="{C92C6E24-C3A7-A1C6-B164-E111DB8DA5F7}"/>
              </a:ext>
            </a:extLst>
          </p:cNvPr>
          <p:cNvCxnSpPr/>
          <p:nvPr/>
        </p:nvCxnSpPr>
        <p:spPr>
          <a:xfrm flipH="1">
            <a:off x="979715" y="3782772"/>
            <a:ext cx="326569" cy="0"/>
          </a:xfrm>
          <a:prstGeom prst="straightConnector1">
            <a:avLst/>
          </a:prstGeom>
          <a:noFill/>
          <a:ln w="19046" cap="flat">
            <a:solidFill>
              <a:srgbClr val="404040"/>
            </a:solidFill>
            <a:prstDash val="solid"/>
          </a:ln>
        </p:spPr>
      </p:cxnSp>
      <p:sp>
        <p:nvSpPr>
          <p:cNvPr id="22" name="Rectangle 36">
            <a:extLst>
              <a:ext uri="{FF2B5EF4-FFF2-40B4-BE49-F238E27FC236}">
                <a16:creationId xmlns:a16="http://schemas.microsoft.com/office/drawing/2014/main" id="{FF52A8BD-F6D6-298B-140F-CE0653E6204E}"/>
              </a:ext>
            </a:extLst>
          </p:cNvPr>
          <p:cNvSpPr/>
          <p:nvPr/>
        </p:nvSpPr>
        <p:spPr>
          <a:xfrm>
            <a:off x="1330781" y="3548740"/>
            <a:ext cx="2471047" cy="413619"/>
          </a:xfrm>
          <a:prstGeom prst="rect">
            <a:avLst/>
          </a:prstGeom>
          <a:solidFill>
            <a:srgbClr val="FCD5B5"/>
          </a:solidFill>
          <a:ln w="25402" cap="flat">
            <a:solidFill>
              <a:srgbClr val="7F7F7F"/>
            </a:solidFill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Notification: 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By ASHA within 24 hours of Deaths: Incentive 200/ case</a:t>
            </a:r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3" name="Straight Connector 37">
            <a:extLst>
              <a:ext uri="{FF2B5EF4-FFF2-40B4-BE49-F238E27FC236}">
                <a16:creationId xmlns:a16="http://schemas.microsoft.com/office/drawing/2014/main" id="{0C5B315F-3E92-E00B-30F8-5321F28DB4F3}"/>
              </a:ext>
            </a:extLst>
          </p:cNvPr>
          <p:cNvCxnSpPr/>
          <p:nvPr/>
        </p:nvCxnSpPr>
        <p:spPr>
          <a:xfrm flipH="1">
            <a:off x="989243" y="4146328"/>
            <a:ext cx="326569" cy="0"/>
          </a:xfrm>
          <a:prstGeom prst="straightConnector1">
            <a:avLst/>
          </a:prstGeom>
          <a:noFill/>
          <a:ln w="19046" cap="flat">
            <a:solidFill>
              <a:srgbClr val="404040"/>
            </a:solidFill>
            <a:prstDash val="solid"/>
          </a:ln>
        </p:spPr>
      </p:cxnSp>
      <p:sp>
        <p:nvSpPr>
          <p:cNvPr id="24" name="Rectangle 38">
            <a:extLst>
              <a:ext uri="{FF2B5EF4-FFF2-40B4-BE49-F238E27FC236}">
                <a16:creationId xmlns:a16="http://schemas.microsoft.com/office/drawing/2014/main" id="{E76DAB74-1FB4-830D-21D7-AD87FCC37DCF}"/>
              </a:ext>
            </a:extLst>
          </p:cNvPr>
          <p:cNvSpPr/>
          <p:nvPr/>
        </p:nvSpPr>
        <p:spPr>
          <a:xfrm>
            <a:off x="1338937" y="4073908"/>
            <a:ext cx="3047996" cy="245333"/>
          </a:xfrm>
          <a:prstGeom prst="rect">
            <a:avLst/>
          </a:prstGeom>
          <a:solidFill>
            <a:srgbClr val="FCD5B5"/>
          </a:solidFill>
          <a:ln w="25402" cap="flat">
            <a:solidFill>
              <a:srgbClr val="7F7F7F"/>
            </a:solidFill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Varification : 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By MPHW (F) 7days  of Deaths</a:t>
            </a:r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5" name="Straight Connector 44">
            <a:extLst>
              <a:ext uri="{FF2B5EF4-FFF2-40B4-BE49-F238E27FC236}">
                <a16:creationId xmlns:a16="http://schemas.microsoft.com/office/drawing/2014/main" id="{91658CD3-8CFC-1707-8D9A-D76B3BFD8897}"/>
              </a:ext>
            </a:extLst>
          </p:cNvPr>
          <p:cNvCxnSpPr/>
          <p:nvPr/>
        </p:nvCxnSpPr>
        <p:spPr>
          <a:xfrm flipH="1">
            <a:off x="979715" y="4822289"/>
            <a:ext cx="326569" cy="0"/>
          </a:xfrm>
          <a:prstGeom prst="straightConnector1">
            <a:avLst/>
          </a:prstGeom>
          <a:noFill/>
          <a:ln w="19046" cap="flat">
            <a:solidFill>
              <a:srgbClr val="404040"/>
            </a:solidFill>
            <a:prstDash val="solid"/>
          </a:ln>
        </p:spPr>
      </p:cxnSp>
      <p:sp>
        <p:nvSpPr>
          <p:cNvPr id="26" name="Rectangle 45">
            <a:extLst>
              <a:ext uri="{FF2B5EF4-FFF2-40B4-BE49-F238E27FC236}">
                <a16:creationId xmlns:a16="http://schemas.microsoft.com/office/drawing/2014/main" id="{89D2EC44-C1A2-19E5-8CAE-0845B55A6D34}"/>
              </a:ext>
            </a:extLst>
          </p:cNvPr>
          <p:cNvSpPr/>
          <p:nvPr/>
        </p:nvSpPr>
        <p:spPr>
          <a:xfrm>
            <a:off x="1338937" y="4642737"/>
            <a:ext cx="4441368" cy="326614"/>
          </a:xfrm>
          <a:prstGeom prst="rect">
            <a:avLst/>
          </a:prstGeom>
          <a:solidFill>
            <a:srgbClr val="FCD5B5"/>
          </a:solidFill>
          <a:ln w="25402" cap="flat">
            <a:solidFill>
              <a:srgbClr val="7F7F7F"/>
            </a:solidFill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Verbal Autopsy :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BY 3-member team formed by BNO with in 21 days . Rs. 150 incentive / member and 200 for transportation</a:t>
            </a:r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7" name="Straight Connector 46">
            <a:extLst>
              <a:ext uri="{FF2B5EF4-FFF2-40B4-BE49-F238E27FC236}">
                <a16:creationId xmlns:a16="http://schemas.microsoft.com/office/drawing/2014/main" id="{995BED3B-0B40-CFB4-8FDA-50F5073DD7D5}"/>
              </a:ext>
            </a:extLst>
          </p:cNvPr>
          <p:cNvCxnSpPr/>
          <p:nvPr/>
        </p:nvCxnSpPr>
        <p:spPr>
          <a:xfrm flipH="1">
            <a:off x="1004212" y="5312142"/>
            <a:ext cx="326569" cy="0"/>
          </a:xfrm>
          <a:prstGeom prst="straightConnector1">
            <a:avLst/>
          </a:prstGeom>
          <a:noFill/>
          <a:ln w="19046" cap="flat">
            <a:solidFill>
              <a:srgbClr val="404040"/>
            </a:solidFill>
            <a:prstDash val="solid"/>
          </a:ln>
        </p:spPr>
      </p:cxnSp>
      <p:sp>
        <p:nvSpPr>
          <p:cNvPr id="28" name="Rectangle 47">
            <a:extLst>
              <a:ext uri="{FF2B5EF4-FFF2-40B4-BE49-F238E27FC236}">
                <a16:creationId xmlns:a16="http://schemas.microsoft.com/office/drawing/2014/main" id="{3345739B-A5B7-BDF1-9963-3397D9A36D0D}"/>
              </a:ext>
            </a:extLst>
          </p:cNvPr>
          <p:cNvSpPr/>
          <p:nvPr/>
        </p:nvSpPr>
        <p:spPr>
          <a:xfrm>
            <a:off x="1306284" y="5094424"/>
            <a:ext cx="4441368" cy="326614"/>
          </a:xfrm>
          <a:prstGeom prst="rect">
            <a:avLst/>
          </a:prstGeom>
          <a:solidFill>
            <a:srgbClr val="FCD5B5"/>
          </a:solidFill>
          <a:ln w="25402" cap="flat">
            <a:solidFill>
              <a:srgbClr val="7F7F7F"/>
            </a:solidFill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Records to DNO: 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By 5</a:t>
            </a:r>
            <a:r>
              <a:rPr kumimoji="0" lang="en-US" sz="1200" b="0" i="0" u="none" strike="noStrike" kern="1200" cap="none" spc="0" normalizeH="0" baseline="3000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of every month to share Maternal death linelist and Form 5 &amp; 6  </a:t>
            </a:r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9" name="Straight Connector 48">
            <a:extLst>
              <a:ext uri="{FF2B5EF4-FFF2-40B4-BE49-F238E27FC236}">
                <a16:creationId xmlns:a16="http://schemas.microsoft.com/office/drawing/2014/main" id="{6455A504-298B-1FFB-F66A-59B2A8926A57}"/>
              </a:ext>
            </a:extLst>
          </p:cNvPr>
          <p:cNvCxnSpPr/>
          <p:nvPr/>
        </p:nvCxnSpPr>
        <p:spPr>
          <a:xfrm flipH="1">
            <a:off x="5769434" y="4806040"/>
            <a:ext cx="326569" cy="0"/>
          </a:xfrm>
          <a:prstGeom prst="straightConnector1">
            <a:avLst/>
          </a:prstGeom>
          <a:noFill/>
          <a:ln w="19046" cap="flat">
            <a:solidFill>
              <a:srgbClr val="404040"/>
            </a:solidFill>
            <a:prstDash val="solid"/>
          </a:ln>
        </p:spPr>
      </p:cxnSp>
      <p:sp>
        <p:nvSpPr>
          <p:cNvPr id="30" name="Rectangle 49">
            <a:extLst>
              <a:ext uri="{FF2B5EF4-FFF2-40B4-BE49-F238E27FC236}">
                <a16:creationId xmlns:a16="http://schemas.microsoft.com/office/drawing/2014/main" id="{F847EA7C-A42B-1E4D-D5B3-98A53EF026D8}"/>
              </a:ext>
            </a:extLst>
          </p:cNvPr>
          <p:cNvSpPr/>
          <p:nvPr/>
        </p:nvSpPr>
        <p:spPr>
          <a:xfrm>
            <a:off x="6117765" y="4593771"/>
            <a:ext cx="2471047" cy="413619"/>
          </a:xfrm>
          <a:prstGeom prst="rect">
            <a:avLst/>
          </a:prstGeom>
          <a:solidFill>
            <a:srgbClr val="FCD5B5"/>
          </a:solidFill>
          <a:ln w="25402" cap="flat">
            <a:solidFill>
              <a:srgbClr val="1C334E"/>
            </a:solidFill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Form 6: 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Summary form by BNO based on verbal autopsy</a:t>
            </a:r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31" name="Straight Connector 51">
            <a:extLst>
              <a:ext uri="{FF2B5EF4-FFF2-40B4-BE49-F238E27FC236}">
                <a16:creationId xmlns:a16="http://schemas.microsoft.com/office/drawing/2014/main" id="{1F19AF7E-9161-6573-276A-828C72CFFDAC}"/>
              </a:ext>
            </a:extLst>
          </p:cNvPr>
          <p:cNvCxnSpPr/>
          <p:nvPr/>
        </p:nvCxnSpPr>
        <p:spPr>
          <a:xfrm flipH="1">
            <a:off x="8730334" y="3652141"/>
            <a:ext cx="326569" cy="0"/>
          </a:xfrm>
          <a:prstGeom prst="straightConnector1">
            <a:avLst/>
          </a:prstGeom>
          <a:noFill/>
          <a:ln w="19046" cap="flat">
            <a:solidFill>
              <a:srgbClr val="404040"/>
            </a:solidFill>
            <a:prstDash val="solid"/>
          </a:ln>
        </p:spPr>
      </p:cxnSp>
      <p:sp>
        <p:nvSpPr>
          <p:cNvPr id="32" name="Rectangle 52">
            <a:extLst>
              <a:ext uri="{FF2B5EF4-FFF2-40B4-BE49-F238E27FC236}">
                <a16:creationId xmlns:a16="http://schemas.microsoft.com/office/drawing/2014/main" id="{E7AE208F-5701-8C37-AAFB-8978D7AB40E4}"/>
              </a:ext>
            </a:extLst>
          </p:cNvPr>
          <p:cNvSpPr/>
          <p:nvPr/>
        </p:nvSpPr>
        <p:spPr>
          <a:xfrm>
            <a:off x="9081409" y="3418109"/>
            <a:ext cx="2471047" cy="413619"/>
          </a:xfrm>
          <a:prstGeom prst="rect">
            <a:avLst/>
          </a:prstGeom>
          <a:solidFill>
            <a:srgbClr val="DBEEF4"/>
          </a:solidFill>
          <a:ln w="25402" cap="flat">
            <a:solidFill>
              <a:srgbClr val="1C334E"/>
            </a:solidFill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Notification: 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By FNO with in 24 hours of deaths</a:t>
            </a:r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33" name="Straight Connector 53">
            <a:extLst>
              <a:ext uri="{FF2B5EF4-FFF2-40B4-BE49-F238E27FC236}">
                <a16:creationId xmlns:a16="http://schemas.microsoft.com/office/drawing/2014/main" id="{CAA4A64C-32A5-381A-66B9-EB9EBF49A8ED}"/>
              </a:ext>
            </a:extLst>
          </p:cNvPr>
          <p:cNvCxnSpPr/>
          <p:nvPr/>
        </p:nvCxnSpPr>
        <p:spPr>
          <a:xfrm flipH="1">
            <a:off x="8741215" y="4131112"/>
            <a:ext cx="326569" cy="0"/>
          </a:xfrm>
          <a:prstGeom prst="straightConnector1">
            <a:avLst/>
          </a:prstGeom>
          <a:noFill/>
          <a:ln w="19046" cap="flat">
            <a:solidFill>
              <a:srgbClr val="404040"/>
            </a:solidFill>
            <a:prstDash val="solid"/>
          </a:ln>
        </p:spPr>
      </p:cxnSp>
      <p:sp>
        <p:nvSpPr>
          <p:cNvPr id="34" name="Rectangle 54">
            <a:extLst>
              <a:ext uri="{FF2B5EF4-FFF2-40B4-BE49-F238E27FC236}">
                <a16:creationId xmlns:a16="http://schemas.microsoft.com/office/drawing/2014/main" id="{FFF03364-12B0-AE36-53FC-5DDE222163E4}"/>
              </a:ext>
            </a:extLst>
          </p:cNvPr>
          <p:cNvSpPr/>
          <p:nvPr/>
        </p:nvSpPr>
        <p:spPr>
          <a:xfrm>
            <a:off x="9092290" y="3897081"/>
            <a:ext cx="2471047" cy="590446"/>
          </a:xfrm>
          <a:prstGeom prst="rect">
            <a:avLst/>
          </a:prstGeom>
          <a:solidFill>
            <a:srgbClr val="DBEEF4"/>
          </a:solidFill>
          <a:ln w="25402" cap="flat">
            <a:solidFill>
              <a:srgbClr val="1C334E"/>
            </a:solidFill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Form 4: 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By treating doctor and MO present at time of deaths with in 24 hours</a:t>
            </a:r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35" name="Straight Connector 55">
            <a:extLst>
              <a:ext uri="{FF2B5EF4-FFF2-40B4-BE49-F238E27FC236}">
                <a16:creationId xmlns:a16="http://schemas.microsoft.com/office/drawing/2014/main" id="{D1931653-D70B-6A4F-96E1-AF6FCEB46348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752106" y="4792443"/>
            <a:ext cx="351066" cy="4"/>
          </a:xfrm>
          <a:prstGeom prst="straightConnector1">
            <a:avLst/>
          </a:prstGeom>
          <a:noFill/>
          <a:ln w="19046" cap="flat">
            <a:solidFill>
              <a:srgbClr val="404040"/>
            </a:solidFill>
            <a:prstDash val="solid"/>
          </a:ln>
        </p:spPr>
      </p:cxnSp>
      <p:sp>
        <p:nvSpPr>
          <p:cNvPr id="36" name="Rectangle 56">
            <a:extLst>
              <a:ext uri="{FF2B5EF4-FFF2-40B4-BE49-F238E27FC236}">
                <a16:creationId xmlns:a16="http://schemas.microsoft.com/office/drawing/2014/main" id="{70AD1DED-ED17-96E2-5CE0-7DC3AAE7A107}"/>
              </a:ext>
            </a:extLst>
          </p:cNvPr>
          <p:cNvSpPr/>
          <p:nvPr/>
        </p:nvSpPr>
        <p:spPr>
          <a:xfrm>
            <a:off x="9103172" y="4615543"/>
            <a:ext cx="2471047" cy="353808"/>
          </a:xfrm>
          <a:prstGeom prst="rect">
            <a:avLst/>
          </a:prstGeom>
          <a:solidFill>
            <a:srgbClr val="DBEEF4"/>
          </a:solidFill>
          <a:ln w="25402" cap="flat">
            <a:solidFill>
              <a:srgbClr val="1C334E"/>
            </a:solidFill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Form 4: 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By FNO to DNO with in 48 hours</a:t>
            </a:r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37" name="Straight Connector 57">
            <a:extLst>
              <a:ext uri="{FF2B5EF4-FFF2-40B4-BE49-F238E27FC236}">
                <a16:creationId xmlns:a16="http://schemas.microsoft.com/office/drawing/2014/main" id="{32859297-4F2A-1EE6-10E7-C0B49F58BCBB}"/>
              </a:ext>
            </a:extLst>
          </p:cNvPr>
          <p:cNvCxnSpPr/>
          <p:nvPr/>
        </p:nvCxnSpPr>
        <p:spPr>
          <a:xfrm flipH="1">
            <a:off x="989243" y="3418054"/>
            <a:ext cx="2886075" cy="0"/>
          </a:xfrm>
          <a:prstGeom prst="straightConnector1">
            <a:avLst/>
          </a:prstGeom>
          <a:noFill/>
          <a:ln w="19046" cap="flat">
            <a:solidFill>
              <a:srgbClr val="558ED5"/>
            </a:solidFill>
            <a:prstDash val="solid"/>
            <a:tailEnd type="arrow"/>
          </a:ln>
        </p:spPr>
      </p:cxnSp>
      <p:cxnSp>
        <p:nvCxnSpPr>
          <p:cNvPr id="38" name="Straight Connector 59">
            <a:extLst>
              <a:ext uri="{FF2B5EF4-FFF2-40B4-BE49-F238E27FC236}">
                <a16:creationId xmlns:a16="http://schemas.microsoft.com/office/drawing/2014/main" id="{B2C1CA6B-C256-A6FB-5EBE-0A02BB2A1278}"/>
              </a:ext>
            </a:extLst>
          </p:cNvPr>
          <p:cNvCxnSpPr/>
          <p:nvPr/>
        </p:nvCxnSpPr>
        <p:spPr>
          <a:xfrm flipH="1">
            <a:off x="8512625" y="3379960"/>
            <a:ext cx="228590" cy="0"/>
          </a:xfrm>
          <a:prstGeom prst="straightConnector1">
            <a:avLst/>
          </a:prstGeom>
          <a:noFill/>
          <a:ln w="19046" cap="flat">
            <a:solidFill>
              <a:srgbClr val="558ED5"/>
            </a:solidFill>
            <a:prstDash val="solid"/>
            <a:headEnd type="arrow"/>
          </a:ln>
        </p:spPr>
      </p:cxnSp>
      <p:cxnSp>
        <p:nvCxnSpPr>
          <p:cNvPr id="39" name="Straight Connector 78">
            <a:extLst>
              <a:ext uri="{FF2B5EF4-FFF2-40B4-BE49-F238E27FC236}">
                <a16:creationId xmlns:a16="http://schemas.microsoft.com/office/drawing/2014/main" id="{6019E5CD-65DD-A8D8-7BC1-5D61EF327075}"/>
              </a:ext>
            </a:extLst>
          </p:cNvPr>
          <p:cNvCxnSpPr>
            <a:stCxn id="40" idx="1"/>
          </p:cNvCxnSpPr>
          <p:nvPr/>
        </p:nvCxnSpPr>
        <p:spPr>
          <a:xfrm flipH="1" flipV="1">
            <a:off x="8752106" y="5302642"/>
            <a:ext cx="351066" cy="4"/>
          </a:xfrm>
          <a:prstGeom prst="straightConnector1">
            <a:avLst/>
          </a:prstGeom>
          <a:noFill/>
          <a:ln w="19046" cap="flat">
            <a:solidFill>
              <a:srgbClr val="404040"/>
            </a:solidFill>
            <a:prstDash val="solid"/>
          </a:ln>
        </p:spPr>
      </p:cxnSp>
      <p:sp>
        <p:nvSpPr>
          <p:cNvPr id="40" name="Rectangle 79">
            <a:extLst>
              <a:ext uri="{FF2B5EF4-FFF2-40B4-BE49-F238E27FC236}">
                <a16:creationId xmlns:a16="http://schemas.microsoft.com/office/drawing/2014/main" id="{9AD49AD0-5CBA-DB8A-6961-6AB54E521082}"/>
              </a:ext>
            </a:extLst>
          </p:cNvPr>
          <p:cNvSpPr/>
          <p:nvPr/>
        </p:nvSpPr>
        <p:spPr>
          <a:xfrm>
            <a:off x="9103172" y="5125742"/>
            <a:ext cx="2471047" cy="353808"/>
          </a:xfrm>
          <a:prstGeom prst="rect">
            <a:avLst/>
          </a:prstGeom>
          <a:solidFill>
            <a:srgbClr val="DBEEF4"/>
          </a:solidFill>
          <a:ln w="25402" cap="flat">
            <a:solidFill>
              <a:srgbClr val="1C334E"/>
            </a:solidFill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Conduct FBMDSR every month</a:t>
            </a:r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41" name="Straight Connector 81">
            <a:extLst>
              <a:ext uri="{FF2B5EF4-FFF2-40B4-BE49-F238E27FC236}">
                <a16:creationId xmlns:a16="http://schemas.microsoft.com/office/drawing/2014/main" id="{685C0513-7A95-0059-2CDD-0F1571EA0BFC}"/>
              </a:ext>
            </a:extLst>
          </p:cNvPr>
          <p:cNvCxnSpPr/>
          <p:nvPr/>
        </p:nvCxnSpPr>
        <p:spPr>
          <a:xfrm flipH="1">
            <a:off x="8235040" y="4312017"/>
            <a:ext cx="698611" cy="0"/>
          </a:xfrm>
          <a:prstGeom prst="straightConnector1">
            <a:avLst/>
          </a:prstGeom>
          <a:noFill/>
          <a:ln w="19046" cap="flat">
            <a:solidFill>
              <a:srgbClr val="558ED5"/>
            </a:solidFill>
            <a:prstDash val="solid"/>
            <a:tailEnd type="arrow"/>
          </a:ln>
        </p:spPr>
      </p:cxnSp>
      <p:sp>
        <p:nvSpPr>
          <p:cNvPr id="42" name="Rectangle 83">
            <a:extLst>
              <a:ext uri="{FF2B5EF4-FFF2-40B4-BE49-F238E27FC236}">
                <a16:creationId xmlns:a16="http://schemas.microsoft.com/office/drawing/2014/main" id="{3BCD4384-4B0B-B80B-1A0E-A4EB50518CB1}"/>
              </a:ext>
            </a:extLst>
          </p:cNvPr>
          <p:cNvSpPr/>
          <p:nvPr/>
        </p:nvSpPr>
        <p:spPr>
          <a:xfrm>
            <a:off x="6128656" y="4138309"/>
            <a:ext cx="2106384" cy="349218"/>
          </a:xfrm>
          <a:prstGeom prst="rect">
            <a:avLst/>
          </a:prstGeom>
          <a:solidFill>
            <a:srgbClr val="FCD5B5"/>
          </a:solidFill>
          <a:ln w="25402" cap="flat">
            <a:solidFill>
              <a:srgbClr val="1C334E"/>
            </a:solidFill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DNO inform to BNO As soon as receiving info</a:t>
            </a:r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43" name="Straight Connector 87">
            <a:extLst>
              <a:ext uri="{FF2B5EF4-FFF2-40B4-BE49-F238E27FC236}">
                <a16:creationId xmlns:a16="http://schemas.microsoft.com/office/drawing/2014/main" id="{ED5A0023-BCA7-BBD9-BA28-D174342C21CA}"/>
              </a:ext>
            </a:extLst>
          </p:cNvPr>
          <p:cNvCxnSpPr/>
          <p:nvPr/>
        </p:nvCxnSpPr>
        <p:spPr>
          <a:xfrm>
            <a:off x="8927634" y="4312017"/>
            <a:ext cx="0" cy="480426"/>
          </a:xfrm>
          <a:prstGeom prst="straightConnector1">
            <a:avLst/>
          </a:prstGeom>
          <a:noFill/>
          <a:ln w="19046" cap="flat">
            <a:solidFill>
              <a:srgbClr val="558ED5"/>
            </a:solidFill>
            <a:prstDash val="solid"/>
          </a:ln>
        </p:spPr>
      </p:cxnSp>
      <p:cxnSp>
        <p:nvCxnSpPr>
          <p:cNvPr id="44" name="Straight Connector 91">
            <a:extLst>
              <a:ext uri="{FF2B5EF4-FFF2-40B4-BE49-F238E27FC236}">
                <a16:creationId xmlns:a16="http://schemas.microsoft.com/office/drawing/2014/main" id="{396C0EC2-DAE1-A08E-9824-79750DD9A249}"/>
              </a:ext>
            </a:extLst>
          </p:cNvPr>
          <p:cNvCxnSpPr/>
          <p:nvPr/>
        </p:nvCxnSpPr>
        <p:spPr>
          <a:xfrm flipH="1">
            <a:off x="952503" y="4395429"/>
            <a:ext cx="5165262" cy="0"/>
          </a:xfrm>
          <a:prstGeom prst="straightConnector1">
            <a:avLst/>
          </a:prstGeom>
          <a:noFill/>
          <a:ln w="19046" cap="flat">
            <a:solidFill>
              <a:srgbClr val="558ED5"/>
            </a:solidFill>
            <a:prstDash val="solid"/>
            <a:tailEnd type="arrow"/>
          </a:ln>
        </p:spPr>
      </p:cxnSp>
      <p:cxnSp>
        <p:nvCxnSpPr>
          <p:cNvPr id="45" name="Straight Connector 99">
            <a:extLst>
              <a:ext uri="{FF2B5EF4-FFF2-40B4-BE49-F238E27FC236}">
                <a16:creationId xmlns:a16="http://schemas.microsoft.com/office/drawing/2014/main" id="{CF015C21-9718-1C99-9F27-9D6DC23B96ED}"/>
              </a:ext>
            </a:extLst>
          </p:cNvPr>
          <p:cNvCxnSpPr>
            <a:stCxn id="28" idx="2"/>
          </p:cNvCxnSpPr>
          <p:nvPr/>
        </p:nvCxnSpPr>
        <p:spPr>
          <a:xfrm>
            <a:off x="3526968" y="5421038"/>
            <a:ext cx="0" cy="1223998"/>
          </a:xfrm>
          <a:prstGeom prst="straightConnector1">
            <a:avLst/>
          </a:prstGeom>
          <a:noFill/>
          <a:ln w="19046" cap="flat">
            <a:solidFill>
              <a:srgbClr val="595959"/>
            </a:solidFill>
            <a:prstDash val="solid"/>
          </a:ln>
        </p:spPr>
      </p:cxnSp>
      <p:cxnSp>
        <p:nvCxnSpPr>
          <p:cNvPr id="46" name="Straight Connector 102">
            <a:extLst>
              <a:ext uri="{FF2B5EF4-FFF2-40B4-BE49-F238E27FC236}">
                <a16:creationId xmlns:a16="http://schemas.microsoft.com/office/drawing/2014/main" id="{29EB9AEF-B3E1-D6B9-0CDC-50C40E9F234F}"/>
              </a:ext>
            </a:extLst>
          </p:cNvPr>
          <p:cNvCxnSpPr/>
          <p:nvPr/>
        </p:nvCxnSpPr>
        <p:spPr>
          <a:xfrm flipH="1">
            <a:off x="3548740" y="5676887"/>
            <a:ext cx="326569" cy="0"/>
          </a:xfrm>
          <a:prstGeom prst="straightConnector1">
            <a:avLst/>
          </a:prstGeom>
          <a:noFill/>
          <a:ln w="19046" cap="flat">
            <a:solidFill>
              <a:srgbClr val="404040"/>
            </a:solidFill>
            <a:prstDash val="solid"/>
          </a:ln>
        </p:spPr>
      </p:cxnSp>
      <p:sp>
        <p:nvSpPr>
          <p:cNvPr id="47" name="Rectangle 103">
            <a:extLst>
              <a:ext uri="{FF2B5EF4-FFF2-40B4-BE49-F238E27FC236}">
                <a16:creationId xmlns:a16="http://schemas.microsoft.com/office/drawing/2014/main" id="{743DA1C1-6ED2-5B3A-E142-E6E84234F668}"/>
              </a:ext>
            </a:extLst>
          </p:cNvPr>
          <p:cNvSpPr/>
          <p:nvPr/>
        </p:nvSpPr>
        <p:spPr>
          <a:xfrm>
            <a:off x="3853537" y="5508126"/>
            <a:ext cx="1314440" cy="326605"/>
          </a:xfrm>
          <a:prstGeom prst="rect">
            <a:avLst/>
          </a:prstGeom>
          <a:solidFill>
            <a:srgbClr val="F2DCDB"/>
          </a:solidFill>
          <a:ln w="25402" cap="flat">
            <a:solidFill>
              <a:srgbClr val="7F7F7F"/>
            </a:solidFill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District Level</a:t>
            </a:r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48" name="Straight Connector 104">
            <a:extLst>
              <a:ext uri="{FF2B5EF4-FFF2-40B4-BE49-F238E27FC236}">
                <a16:creationId xmlns:a16="http://schemas.microsoft.com/office/drawing/2014/main" id="{4B077C9E-3590-0D23-3EAE-D25A75C611A4}"/>
              </a:ext>
            </a:extLst>
          </p:cNvPr>
          <p:cNvCxnSpPr/>
          <p:nvPr/>
        </p:nvCxnSpPr>
        <p:spPr>
          <a:xfrm flipH="1">
            <a:off x="5211522" y="5693191"/>
            <a:ext cx="326578" cy="0"/>
          </a:xfrm>
          <a:prstGeom prst="straightConnector1">
            <a:avLst/>
          </a:prstGeom>
          <a:noFill/>
          <a:ln w="19046" cap="flat">
            <a:solidFill>
              <a:srgbClr val="404040"/>
            </a:solidFill>
            <a:prstDash val="solid"/>
          </a:ln>
        </p:spPr>
      </p:cxnSp>
      <p:sp>
        <p:nvSpPr>
          <p:cNvPr id="49" name="Rectangle 105">
            <a:extLst>
              <a:ext uri="{FF2B5EF4-FFF2-40B4-BE49-F238E27FC236}">
                <a16:creationId xmlns:a16="http://schemas.microsoft.com/office/drawing/2014/main" id="{5B1EC18B-8B4A-A438-E023-AE161B75FCC4}"/>
              </a:ext>
            </a:extLst>
          </p:cNvPr>
          <p:cNvSpPr/>
          <p:nvPr/>
        </p:nvSpPr>
        <p:spPr>
          <a:xfrm>
            <a:off x="5538100" y="5576669"/>
            <a:ext cx="4106643" cy="249914"/>
          </a:xfrm>
          <a:prstGeom prst="rect">
            <a:avLst/>
          </a:prstGeom>
          <a:solidFill>
            <a:srgbClr val="F2DCDB"/>
          </a:solidFill>
          <a:ln w="25402" cap="flat">
            <a:solidFill>
              <a:srgbClr val="7F7F7F"/>
            </a:solidFill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DNO: share MDSR linelist to SNO by 7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</a:t>
            </a: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of every month</a:t>
            </a:r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50" name="Straight Connector 106">
            <a:extLst>
              <a:ext uri="{FF2B5EF4-FFF2-40B4-BE49-F238E27FC236}">
                <a16:creationId xmlns:a16="http://schemas.microsoft.com/office/drawing/2014/main" id="{2D95894D-58D4-1384-9249-2AA94ED70B87}"/>
              </a:ext>
            </a:extLst>
          </p:cNvPr>
          <p:cNvCxnSpPr/>
          <p:nvPr/>
        </p:nvCxnSpPr>
        <p:spPr>
          <a:xfrm flipH="1">
            <a:off x="3494315" y="6079662"/>
            <a:ext cx="326569" cy="0"/>
          </a:xfrm>
          <a:prstGeom prst="straightConnector1">
            <a:avLst/>
          </a:prstGeom>
          <a:noFill/>
          <a:ln w="19046" cap="flat">
            <a:solidFill>
              <a:srgbClr val="404040"/>
            </a:solidFill>
            <a:prstDash val="solid"/>
          </a:ln>
        </p:spPr>
      </p:cxnSp>
      <p:sp>
        <p:nvSpPr>
          <p:cNvPr id="51" name="Rectangle 107">
            <a:extLst>
              <a:ext uri="{FF2B5EF4-FFF2-40B4-BE49-F238E27FC236}">
                <a16:creationId xmlns:a16="http://schemas.microsoft.com/office/drawing/2014/main" id="{B0B6B62A-9B19-DC50-FF86-D1E214BE3516}"/>
              </a:ext>
            </a:extLst>
          </p:cNvPr>
          <p:cNvSpPr/>
          <p:nvPr/>
        </p:nvSpPr>
        <p:spPr>
          <a:xfrm>
            <a:off x="3799112" y="5910891"/>
            <a:ext cx="1314440" cy="326605"/>
          </a:xfrm>
          <a:prstGeom prst="rect">
            <a:avLst/>
          </a:prstGeom>
          <a:solidFill>
            <a:srgbClr val="F2DCDB"/>
          </a:solidFill>
          <a:ln w="25402" cap="flat">
            <a:solidFill>
              <a:srgbClr val="7F7F7F"/>
            </a:solidFill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District Level</a:t>
            </a:r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52" name="Straight Connector 108">
            <a:extLst>
              <a:ext uri="{FF2B5EF4-FFF2-40B4-BE49-F238E27FC236}">
                <a16:creationId xmlns:a16="http://schemas.microsoft.com/office/drawing/2014/main" id="{0AB26E22-037E-CF83-6AEF-EE4B6B7D46F5}"/>
              </a:ext>
            </a:extLst>
          </p:cNvPr>
          <p:cNvCxnSpPr/>
          <p:nvPr/>
        </p:nvCxnSpPr>
        <p:spPr>
          <a:xfrm flipH="1">
            <a:off x="5131009" y="6161282"/>
            <a:ext cx="352656" cy="0"/>
          </a:xfrm>
          <a:prstGeom prst="straightConnector1">
            <a:avLst/>
          </a:prstGeom>
          <a:noFill/>
          <a:ln w="19046" cap="flat">
            <a:solidFill>
              <a:srgbClr val="404040"/>
            </a:solidFill>
            <a:prstDash val="solid"/>
          </a:ln>
        </p:spPr>
      </p:cxnSp>
      <p:sp>
        <p:nvSpPr>
          <p:cNvPr id="53" name="Rectangle 109">
            <a:extLst>
              <a:ext uri="{FF2B5EF4-FFF2-40B4-BE49-F238E27FC236}">
                <a16:creationId xmlns:a16="http://schemas.microsoft.com/office/drawing/2014/main" id="{593EB84B-610A-3D6E-50FC-1C6A27D33CB5}"/>
              </a:ext>
            </a:extLst>
          </p:cNvPr>
          <p:cNvSpPr/>
          <p:nvPr/>
        </p:nvSpPr>
        <p:spPr>
          <a:xfrm>
            <a:off x="5483665" y="6028364"/>
            <a:ext cx="4727127" cy="228545"/>
          </a:xfrm>
          <a:prstGeom prst="rect">
            <a:avLst/>
          </a:prstGeom>
          <a:solidFill>
            <a:srgbClr val="F2DCDB"/>
          </a:solidFill>
          <a:ln w="25402" cap="flat">
            <a:solidFill>
              <a:srgbClr val="7F7F7F"/>
            </a:solidFill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Review: MDSR committee every materbal deaths  every month</a:t>
            </a:r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54" name="Straight Connector 110">
            <a:extLst>
              <a:ext uri="{FF2B5EF4-FFF2-40B4-BE49-F238E27FC236}">
                <a16:creationId xmlns:a16="http://schemas.microsoft.com/office/drawing/2014/main" id="{52E12225-7A46-4A0A-D89C-81F03590E5F0}"/>
              </a:ext>
            </a:extLst>
          </p:cNvPr>
          <p:cNvCxnSpPr/>
          <p:nvPr/>
        </p:nvCxnSpPr>
        <p:spPr>
          <a:xfrm flipH="1">
            <a:off x="3537859" y="6623950"/>
            <a:ext cx="326569" cy="0"/>
          </a:xfrm>
          <a:prstGeom prst="straightConnector1">
            <a:avLst/>
          </a:prstGeom>
          <a:noFill/>
          <a:ln w="19046" cap="flat">
            <a:solidFill>
              <a:srgbClr val="404040"/>
            </a:solidFill>
            <a:prstDash val="solid"/>
          </a:ln>
        </p:spPr>
      </p:cxnSp>
      <p:sp>
        <p:nvSpPr>
          <p:cNvPr id="55" name="Rectangle 111">
            <a:extLst>
              <a:ext uri="{FF2B5EF4-FFF2-40B4-BE49-F238E27FC236}">
                <a16:creationId xmlns:a16="http://schemas.microsoft.com/office/drawing/2014/main" id="{EE6C035C-E7CA-7525-0D7E-7E12B64365D2}"/>
              </a:ext>
            </a:extLst>
          </p:cNvPr>
          <p:cNvSpPr/>
          <p:nvPr/>
        </p:nvSpPr>
        <p:spPr>
          <a:xfrm>
            <a:off x="3864428" y="6433407"/>
            <a:ext cx="1314440" cy="326605"/>
          </a:xfrm>
          <a:prstGeom prst="rect">
            <a:avLst/>
          </a:prstGeom>
          <a:solidFill>
            <a:srgbClr val="F2DCDB"/>
          </a:solidFill>
          <a:ln w="25402" cap="flat">
            <a:solidFill>
              <a:srgbClr val="7F7F7F"/>
            </a:solidFill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District Level</a:t>
            </a:r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56" name="Straight Connector 112">
            <a:extLst>
              <a:ext uri="{FF2B5EF4-FFF2-40B4-BE49-F238E27FC236}">
                <a16:creationId xmlns:a16="http://schemas.microsoft.com/office/drawing/2014/main" id="{7F69EF19-C428-457E-A779-E2E3ECB9B405}"/>
              </a:ext>
            </a:extLst>
          </p:cNvPr>
          <p:cNvCxnSpPr/>
          <p:nvPr/>
        </p:nvCxnSpPr>
        <p:spPr>
          <a:xfrm flipH="1">
            <a:off x="5167987" y="6618482"/>
            <a:ext cx="326569" cy="0"/>
          </a:xfrm>
          <a:prstGeom prst="straightConnector1">
            <a:avLst/>
          </a:prstGeom>
          <a:noFill/>
          <a:ln w="19046" cap="flat">
            <a:solidFill>
              <a:srgbClr val="404040"/>
            </a:solidFill>
            <a:prstDash val="solid"/>
          </a:ln>
        </p:spPr>
      </p:cxnSp>
      <p:sp>
        <p:nvSpPr>
          <p:cNvPr id="57" name="Rectangle 113">
            <a:extLst>
              <a:ext uri="{FF2B5EF4-FFF2-40B4-BE49-F238E27FC236}">
                <a16:creationId xmlns:a16="http://schemas.microsoft.com/office/drawing/2014/main" id="{0B45DF3D-564D-82F6-8368-3AEF0C6C88F3}"/>
              </a:ext>
            </a:extLst>
          </p:cNvPr>
          <p:cNvSpPr/>
          <p:nvPr/>
        </p:nvSpPr>
        <p:spPr>
          <a:xfrm>
            <a:off x="5516328" y="6490310"/>
            <a:ext cx="4846877" cy="238932"/>
          </a:xfrm>
          <a:prstGeom prst="rect">
            <a:avLst/>
          </a:prstGeom>
          <a:solidFill>
            <a:srgbClr val="F2DCDB"/>
          </a:solidFill>
          <a:ln w="25402" cap="flat">
            <a:solidFill>
              <a:srgbClr val="7F7F7F"/>
            </a:solidFill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Collector review each maternal deaths every month</a:t>
            </a:r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C6A27D44-50E8-9321-69C4-8237E17D3AD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571" y="119740"/>
            <a:ext cx="10972800" cy="324072"/>
          </a:xfrm>
        </p:spPr>
        <p:txBody>
          <a:bodyPr>
            <a:normAutofit fontScale="90000"/>
          </a:bodyPr>
          <a:lstStyle/>
          <a:p>
            <a:pPr lvl="0"/>
            <a:r>
              <a:rPr lang="en-US" sz="4000"/>
              <a:t>CDR Process</a:t>
            </a:r>
            <a:endParaRPr lang="en-IN" sz="40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0C74100-65AF-20ED-C56C-4F925FE321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5168"/>
            <a:ext cx="12094028" cy="6302831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317710-0CE1-4532-BA60-BAA031C532F5}"/>
              </a:ext>
            </a:extLst>
          </p:cNvPr>
          <p:cNvSpPr txBox="1"/>
          <p:nvPr/>
        </p:nvSpPr>
        <p:spPr>
          <a:xfrm>
            <a:off x="350758" y="1407871"/>
            <a:ext cx="11339644" cy="47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For international comparison, stillbirths are defined as late fetal deaths with: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63980C-A377-48AD-6CA6-25C275D54591}"/>
              </a:ext>
            </a:extLst>
          </p:cNvPr>
          <p:cNvSpPr txBox="1"/>
          <p:nvPr/>
        </p:nvSpPr>
        <p:spPr>
          <a:xfrm>
            <a:off x="0" y="-39756"/>
            <a:ext cx="12192000" cy="1010755"/>
          </a:xfrm>
          <a:prstGeom prst="rect">
            <a:avLst/>
          </a:prstGeom>
          <a:solidFill>
            <a:srgbClr val="002060"/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852A11-4F67-484E-55C1-B1180EDD9699}"/>
              </a:ext>
            </a:extLst>
          </p:cNvPr>
          <p:cNvSpPr txBox="1"/>
          <p:nvPr/>
        </p:nvSpPr>
        <p:spPr>
          <a:xfrm>
            <a:off x="172278" y="148742"/>
            <a:ext cx="118474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Stillbirth Definition  </a:t>
            </a:r>
            <a:endParaRPr kumimoji="0" lang="en-GB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6F67A7-DFCD-9686-C99B-499EAC2EC48B}"/>
              </a:ext>
            </a:extLst>
          </p:cNvPr>
          <p:cNvSpPr txBox="1"/>
          <p:nvPr/>
        </p:nvSpPr>
        <p:spPr>
          <a:xfrm>
            <a:off x="1632123" y="2441470"/>
            <a:ext cx="42422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Gestation age</a:t>
            </a:r>
            <a:r>
              <a:rPr kumimoji="0" lang="en-GB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of 28 weeks or more, or if missing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95E17A-25C7-B353-30DD-549E9456B965}"/>
              </a:ext>
            </a:extLst>
          </p:cNvPr>
          <p:cNvSpPr txBox="1"/>
          <p:nvPr/>
        </p:nvSpPr>
        <p:spPr>
          <a:xfrm>
            <a:off x="1704042" y="3864792"/>
            <a:ext cx="4521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Birth weigh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 of 1000 grams or more (without the placenta), or if missing</a:t>
            </a:r>
            <a:endParaRPr kumimoji="0" lang="en-GB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849EED-B8B4-70E7-BB3E-9D13A1BE9ABB}"/>
              </a:ext>
            </a:extLst>
          </p:cNvPr>
          <p:cNvSpPr txBox="1"/>
          <p:nvPr/>
        </p:nvSpPr>
        <p:spPr>
          <a:xfrm>
            <a:off x="1746877" y="5680175"/>
            <a:ext cx="424220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Body length</a:t>
            </a:r>
            <a:r>
              <a:rPr kumimoji="0" lang="en-GB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of 35 cm or more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47585597-8AE2-D17E-28DB-258A0EF35C8E}"/>
              </a:ext>
            </a:extLst>
          </p:cNvPr>
          <p:cNvSpPr/>
          <p:nvPr/>
        </p:nvSpPr>
        <p:spPr>
          <a:xfrm>
            <a:off x="6744095" y="2503764"/>
            <a:ext cx="500808" cy="3823632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2FD4B9-9CFD-C3D7-B3C1-9632373E7B56}"/>
              </a:ext>
            </a:extLst>
          </p:cNvPr>
          <p:cNvSpPr txBox="1"/>
          <p:nvPr/>
        </p:nvSpPr>
        <p:spPr>
          <a:xfrm>
            <a:off x="7543800" y="4031702"/>
            <a:ext cx="447592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Correct Gestation age is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most appropriate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C9C01F7-DC3F-D473-3239-9AA3FE44AC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53792" y="2344160"/>
            <a:ext cx="1040298" cy="1040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25259282-3496-B2DD-3672-A58D95E032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758" y="3847036"/>
            <a:ext cx="1077218" cy="1077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26217A90-036E-92B6-A8FF-788E265C2C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120" y="5311342"/>
            <a:ext cx="1372268" cy="1372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4E916F5-C5DE-DB16-8E47-29584BE3888D}"/>
              </a:ext>
            </a:extLst>
          </p:cNvPr>
          <p:cNvSpPr txBox="1"/>
          <p:nvPr/>
        </p:nvSpPr>
        <p:spPr>
          <a:xfrm>
            <a:off x="7543800" y="5710952"/>
            <a:ext cx="41751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Fetus to be weighed without placenta </a:t>
            </a:r>
            <a:endParaRPr kumimoji="0" lang="en-I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1015966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CFD1DF85-DA88-5FD6-5F66-3406A37428F0}"/>
              </a:ext>
            </a:extLst>
          </p:cNvPr>
          <p:cNvSpPr txBox="1"/>
          <p:nvPr/>
        </p:nvSpPr>
        <p:spPr>
          <a:xfrm>
            <a:off x="0" y="-43345"/>
            <a:ext cx="12192000" cy="1010755"/>
          </a:xfrm>
          <a:prstGeom prst="rect">
            <a:avLst/>
          </a:prstGeom>
          <a:solidFill>
            <a:srgbClr val="002060"/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3108D7-BF20-288C-BAC3-2D7977C499C1}"/>
              </a:ext>
            </a:extLst>
          </p:cNvPr>
          <p:cNvSpPr txBox="1"/>
          <p:nvPr/>
        </p:nvSpPr>
        <p:spPr>
          <a:xfrm>
            <a:off x="278295" y="212989"/>
            <a:ext cx="89584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Types of Stillbirths </a:t>
            </a:r>
            <a:endParaRPr kumimoji="0" lang="en-GB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FFB79D-1547-566F-9C9B-DF30349791BE}"/>
              </a:ext>
            </a:extLst>
          </p:cNvPr>
          <p:cNvSpPr txBox="1"/>
          <p:nvPr/>
        </p:nvSpPr>
        <p:spPr>
          <a:xfrm>
            <a:off x="6619461" y="3089413"/>
            <a:ext cx="3213652" cy="67917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5267E88-5054-A004-9CBD-36ECB39375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7152" y="2951313"/>
            <a:ext cx="4426225" cy="251994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A738EF5-9099-FD7B-BC3D-B45574FEAE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1" y="2951314"/>
            <a:ext cx="4517135" cy="2519945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789B5E3-E93E-4FE0-CC95-1F3A4138650C}"/>
              </a:ext>
            </a:extLst>
          </p:cNvPr>
          <p:cNvCxnSpPr/>
          <p:nvPr/>
        </p:nvCxnSpPr>
        <p:spPr>
          <a:xfrm>
            <a:off x="6289966" y="2666095"/>
            <a:ext cx="0" cy="3920836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BBFC6C83-7ACA-758E-533F-B3F375607FD0}"/>
              </a:ext>
            </a:extLst>
          </p:cNvPr>
          <p:cNvSpPr/>
          <p:nvPr/>
        </p:nvSpPr>
        <p:spPr>
          <a:xfrm>
            <a:off x="278296" y="1218652"/>
            <a:ext cx="760796" cy="7246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endParaRPr kumimoji="0" lang="en-GB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B4CA04-533D-37F0-91EB-07C8D32DF65F}"/>
              </a:ext>
            </a:extLst>
          </p:cNvPr>
          <p:cNvSpPr txBox="1"/>
          <p:nvPr/>
        </p:nvSpPr>
        <p:spPr>
          <a:xfrm>
            <a:off x="1039092" y="1228264"/>
            <a:ext cx="10530055" cy="800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When the status of the fetal heart at the onset of labor is not available, the </a:t>
            </a: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appearance of skin maceration is used as a proxy</a:t>
            </a: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for the timing of stillbirths.</a:t>
            </a:r>
            <a:endParaRPr kumimoji="0" lang="en-GB" sz="22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74C850-EB31-F2CD-6A2B-8A8A0324A54D}"/>
              </a:ext>
            </a:extLst>
          </p:cNvPr>
          <p:cNvSpPr txBox="1"/>
          <p:nvPr/>
        </p:nvSpPr>
        <p:spPr>
          <a:xfrm>
            <a:off x="381000" y="5601744"/>
            <a:ext cx="605443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Macerated skin appearance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A9AE63-DDF0-F43F-7756-173A81A32BCF}"/>
              </a:ext>
            </a:extLst>
          </p:cNvPr>
          <p:cNvSpPr txBox="1"/>
          <p:nvPr/>
        </p:nvSpPr>
        <p:spPr>
          <a:xfrm>
            <a:off x="6730607" y="5629736"/>
            <a:ext cx="495931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Fresh or non-macerated skin appearance</a:t>
            </a:r>
            <a:endParaRPr kumimoji="0" lang="en-GB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BDB3BE-84E4-5D68-BF65-C0347949B22A}"/>
              </a:ext>
            </a:extLst>
          </p:cNvPr>
          <p:cNvSpPr txBox="1"/>
          <p:nvPr/>
        </p:nvSpPr>
        <p:spPr>
          <a:xfrm>
            <a:off x="1676400" y="2298485"/>
            <a:ext cx="286246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Antepartum</a:t>
            </a:r>
            <a:endParaRPr kumimoji="0" lang="en-GB" sz="2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E1A015-8965-5CB7-52E1-82A256CDAF85}"/>
              </a:ext>
            </a:extLst>
          </p:cNvPr>
          <p:cNvSpPr txBox="1"/>
          <p:nvPr/>
        </p:nvSpPr>
        <p:spPr>
          <a:xfrm>
            <a:off x="7543800" y="2240072"/>
            <a:ext cx="286246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Intrapartum</a:t>
            </a:r>
            <a:endParaRPr kumimoji="0" lang="en-GB" sz="2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7432046"/>
      </p:ext>
    </p:extLst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94891EF7-D928-91FE-7768-9F10BE3E33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3000" y="1304108"/>
            <a:ext cx="10165986" cy="5172891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39B5B28E-9EDE-DD01-C419-9EAE1C84EEDD}"/>
              </a:ext>
            </a:extLst>
          </p:cNvPr>
          <p:cNvSpPr/>
          <p:nvPr/>
        </p:nvSpPr>
        <p:spPr>
          <a:xfrm>
            <a:off x="6096000" y="5624128"/>
            <a:ext cx="1981200" cy="39567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C65546-12E0-9B49-32BF-A69908A46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8193" y="5624128"/>
            <a:ext cx="1295400" cy="6857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A9F474-0975-6AED-365F-50AFFC0745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1521" y="6128136"/>
            <a:ext cx="2615279" cy="4571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1A00A0B-0D2A-A4A8-EF28-59F3B137C8D7}"/>
              </a:ext>
            </a:extLst>
          </p:cNvPr>
          <p:cNvSpPr txBox="1"/>
          <p:nvPr/>
        </p:nvSpPr>
        <p:spPr>
          <a:xfrm>
            <a:off x="0" y="0"/>
            <a:ext cx="12192000" cy="646331"/>
          </a:xfrm>
          <a:prstGeom prst="rect">
            <a:avLst/>
          </a:prstGeom>
          <a:solidFill>
            <a:srgbClr val="002060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Timing of death and mortality definition </a:t>
            </a:r>
            <a:endParaRPr kumimoji="0" lang="en-GB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9181266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4000" b="1" kern="1200" dirty="0">
                <a:latin typeface="+mj-lt"/>
                <a:ea typeface="+mj-ea"/>
                <a:cs typeface="+mj-cs"/>
              </a:rPr>
              <a:t>Dummy Data for group work 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6705601" y="635145"/>
          <a:ext cx="5029199" cy="5587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31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777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82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345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2100">
                        <a:latin typeface="+mn-lt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2100">
                        <a:latin typeface="+mn-lt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35890">
                        <a:lnSpc>
                          <a:spcPct val="100000"/>
                        </a:lnSpc>
                        <a:spcBef>
                          <a:spcPts val="595"/>
                        </a:spcBef>
                      </a:pPr>
                      <a:r>
                        <a:rPr lang="en-US" sz="2100" spc="-100" dirty="0">
                          <a:latin typeface="+mn-lt"/>
                          <a:cs typeface="Arial"/>
                        </a:rPr>
                        <a:t>Numbers</a:t>
                      </a:r>
                      <a:endParaRPr lang="en-US" sz="2100" dirty="0">
                        <a:latin typeface="+mn-lt"/>
                        <a:cs typeface="Arial"/>
                      </a:endParaRPr>
                    </a:p>
                  </a:txBody>
                  <a:tcPr marL="0" marR="0" marT="79084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2046">
                <a:tc>
                  <a:txBody>
                    <a:bodyPr/>
                    <a:lstStyle/>
                    <a:p>
                      <a:pPr marL="15875" algn="ctr">
                        <a:lnSpc>
                          <a:spcPts val="2785"/>
                        </a:lnSpc>
                      </a:pPr>
                      <a:r>
                        <a:rPr lang="en-US" sz="2100">
                          <a:latin typeface="+mn-lt"/>
                          <a:cs typeface="Arial"/>
                        </a:rPr>
                        <a:t>A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5240">
                        <a:lnSpc>
                          <a:spcPts val="2785"/>
                        </a:lnSpc>
                      </a:pPr>
                      <a:r>
                        <a:rPr lang="en-US" sz="2100" spc="-90">
                          <a:latin typeface="+mn-lt"/>
                          <a:cs typeface="Arial"/>
                        </a:rPr>
                        <a:t>Number </a:t>
                      </a:r>
                      <a:r>
                        <a:rPr lang="en-US" sz="2100" spc="-10">
                          <a:latin typeface="+mn-lt"/>
                          <a:cs typeface="Arial"/>
                        </a:rPr>
                        <a:t>of</a:t>
                      </a:r>
                      <a:r>
                        <a:rPr lang="en-US" sz="2100" spc="-170">
                          <a:latin typeface="+mn-lt"/>
                          <a:cs typeface="Arial"/>
                        </a:rPr>
                        <a:t> </a:t>
                      </a:r>
                      <a:r>
                        <a:rPr lang="en-US" sz="2100" spc="-85">
                          <a:latin typeface="+mn-lt"/>
                          <a:cs typeface="Arial"/>
                        </a:rPr>
                        <a:t>deliveries</a:t>
                      </a:r>
                      <a:endParaRPr lang="en-US" sz="2100">
                        <a:latin typeface="+mn-lt"/>
                        <a:cs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85"/>
                        </a:lnSpc>
                      </a:pPr>
                      <a:r>
                        <a:rPr lang="en-US" sz="2100" spc="-5">
                          <a:latin typeface="+mn-lt"/>
                          <a:cs typeface="Arial"/>
                        </a:rPr>
                        <a:t>1000</a:t>
                      </a:r>
                      <a:endParaRPr lang="en-US" sz="2100">
                        <a:latin typeface="+mn-lt"/>
                        <a:cs typeface="Arial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2046">
                <a:tc>
                  <a:txBody>
                    <a:bodyPr/>
                    <a:lstStyle/>
                    <a:p>
                      <a:pPr marL="15240" algn="ctr">
                        <a:lnSpc>
                          <a:spcPts val="2785"/>
                        </a:lnSpc>
                      </a:pPr>
                      <a:r>
                        <a:rPr lang="en-US" sz="2100">
                          <a:latin typeface="+mn-lt"/>
                          <a:cs typeface="Arial"/>
                        </a:rPr>
                        <a:t>B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5240">
                        <a:lnSpc>
                          <a:spcPts val="2785"/>
                        </a:lnSpc>
                      </a:pPr>
                      <a:r>
                        <a:rPr lang="en-US" sz="2100" spc="-90">
                          <a:latin typeface="+mn-lt"/>
                          <a:cs typeface="Arial"/>
                        </a:rPr>
                        <a:t>Number </a:t>
                      </a:r>
                      <a:r>
                        <a:rPr lang="en-US" sz="2100" spc="-10">
                          <a:latin typeface="+mn-lt"/>
                          <a:cs typeface="Arial"/>
                        </a:rPr>
                        <a:t>of </a:t>
                      </a:r>
                      <a:r>
                        <a:rPr lang="en-US" sz="2100" spc="-65">
                          <a:latin typeface="+mn-lt"/>
                          <a:cs typeface="Arial"/>
                        </a:rPr>
                        <a:t>live</a:t>
                      </a:r>
                      <a:r>
                        <a:rPr lang="en-US" sz="2100" spc="-285">
                          <a:latin typeface="+mn-lt"/>
                          <a:cs typeface="Arial"/>
                        </a:rPr>
                        <a:t> </a:t>
                      </a:r>
                      <a:r>
                        <a:rPr lang="en-US" sz="2100" spc="-40">
                          <a:latin typeface="+mn-lt"/>
                          <a:cs typeface="Arial"/>
                        </a:rPr>
                        <a:t>births</a:t>
                      </a:r>
                      <a:endParaRPr lang="en-US" sz="2100">
                        <a:latin typeface="+mn-lt"/>
                        <a:cs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85"/>
                        </a:lnSpc>
                      </a:pPr>
                      <a:r>
                        <a:rPr lang="en-US" sz="2100" spc="-5" dirty="0">
                          <a:latin typeface="+mn-lt"/>
                          <a:cs typeface="Arial"/>
                        </a:rPr>
                        <a:t>980</a:t>
                      </a:r>
                      <a:endParaRPr lang="en-US" sz="2100" dirty="0">
                        <a:latin typeface="+mn-lt"/>
                        <a:cs typeface="Arial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2046">
                <a:tc>
                  <a:txBody>
                    <a:bodyPr/>
                    <a:lstStyle/>
                    <a:p>
                      <a:pPr marL="15240" algn="ctr">
                        <a:lnSpc>
                          <a:spcPts val="2785"/>
                        </a:lnSpc>
                      </a:pPr>
                      <a:r>
                        <a:rPr lang="en-US" sz="2100">
                          <a:latin typeface="+mn-lt"/>
                          <a:cs typeface="Arial"/>
                        </a:rPr>
                        <a:t>C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5240">
                        <a:lnSpc>
                          <a:spcPts val="2785"/>
                        </a:lnSpc>
                      </a:pPr>
                      <a:r>
                        <a:rPr lang="en-US" sz="2100" spc="-90">
                          <a:latin typeface="+mn-lt"/>
                          <a:cs typeface="Arial"/>
                        </a:rPr>
                        <a:t>Number </a:t>
                      </a:r>
                      <a:r>
                        <a:rPr lang="en-US" sz="2100" spc="-10">
                          <a:latin typeface="+mn-lt"/>
                          <a:cs typeface="Arial"/>
                        </a:rPr>
                        <a:t>of</a:t>
                      </a:r>
                      <a:r>
                        <a:rPr lang="en-US" sz="2100" spc="-170">
                          <a:latin typeface="+mn-lt"/>
                          <a:cs typeface="Arial"/>
                        </a:rPr>
                        <a:t> </a:t>
                      </a:r>
                      <a:r>
                        <a:rPr lang="en-US" sz="2100" spc="-30">
                          <a:latin typeface="+mn-lt"/>
                          <a:cs typeface="Arial"/>
                        </a:rPr>
                        <a:t>stillbirths</a:t>
                      </a:r>
                      <a:endParaRPr lang="en-US" sz="2100">
                        <a:latin typeface="+mn-lt"/>
                        <a:cs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85"/>
                        </a:lnSpc>
                      </a:pPr>
                      <a:r>
                        <a:rPr lang="en-US" sz="2100" spc="-5">
                          <a:latin typeface="+mn-lt"/>
                          <a:cs typeface="Arial"/>
                        </a:rPr>
                        <a:t>20</a:t>
                      </a:r>
                      <a:endParaRPr lang="en-US" sz="2100">
                        <a:latin typeface="+mn-lt"/>
                        <a:cs typeface="Arial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7022">
                <a:tc>
                  <a:txBody>
                    <a:bodyPr/>
                    <a:lstStyle/>
                    <a:p>
                      <a:pPr marL="15240" algn="ctr">
                        <a:lnSpc>
                          <a:spcPts val="2785"/>
                        </a:lnSpc>
                      </a:pPr>
                      <a:r>
                        <a:rPr lang="en-US" sz="2100">
                          <a:latin typeface="+mn-lt"/>
                          <a:cs typeface="Arial"/>
                        </a:rPr>
                        <a:t>D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5240">
                        <a:lnSpc>
                          <a:spcPts val="2785"/>
                        </a:lnSpc>
                      </a:pPr>
                      <a:r>
                        <a:rPr lang="en-US" sz="2100" spc="-90">
                          <a:latin typeface="+mn-lt"/>
                          <a:cs typeface="Arial"/>
                        </a:rPr>
                        <a:t>Number </a:t>
                      </a:r>
                      <a:r>
                        <a:rPr lang="en-US" sz="2100" spc="-10">
                          <a:latin typeface="+mn-lt"/>
                          <a:cs typeface="Arial"/>
                        </a:rPr>
                        <a:t>of </a:t>
                      </a:r>
                      <a:r>
                        <a:rPr lang="en-US" sz="2100" spc="-40">
                          <a:latin typeface="+mn-lt"/>
                          <a:cs typeface="Arial"/>
                        </a:rPr>
                        <a:t>intrapartum</a:t>
                      </a:r>
                      <a:r>
                        <a:rPr lang="en-US" sz="2100" spc="-310">
                          <a:latin typeface="+mn-lt"/>
                          <a:cs typeface="Arial"/>
                        </a:rPr>
                        <a:t> </a:t>
                      </a:r>
                      <a:r>
                        <a:rPr lang="en-US" sz="2100" spc="-30">
                          <a:latin typeface="+mn-lt"/>
                          <a:cs typeface="Arial"/>
                        </a:rPr>
                        <a:t>stillbirths</a:t>
                      </a:r>
                      <a:endParaRPr lang="en-US" sz="2100">
                        <a:latin typeface="+mn-lt"/>
                        <a:cs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85"/>
                        </a:lnSpc>
                      </a:pPr>
                      <a:r>
                        <a:rPr lang="en-US" sz="2100" spc="-5">
                          <a:latin typeface="+mn-lt"/>
                          <a:cs typeface="Arial"/>
                        </a:rPr>
                        <a:t>12</a:t>
                      </a:r>
                      <a:endParaRPr lang="en-US" sz="2100">
                        <a:latin typeface="+mn-lt"/>
                        <a:cs typeface="Arial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17022">
                <a:tc>
                  <a:txBody>
                    <a:bodyPr/>
                    <a:lstStyle/>
                    <a:p>
                      <a:pPr marL="15240" algn="ctr">
                        <a:lnSpc>
                          <a:spcPts val="2785"/>
                        </a:lnSpc>
                      </a:pPr>
                      <a:r>
                        <a:rPr lang="en-US" sz="2100">
                          <a:latin typeface="+mn-lt"/>
                          <a:cs typeface="Arial"/>
                        </a:rPr>
                        <a:t>E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5240">
                        <a:lnSpc>
                          <a:spcPts val="2785"/>
                        </a:lnSpc>
                      </a:pPr>
                      <a:r>
                        <a:rPr lang="en-US" sz="2100" spc="-90">
                          <a:latin typeface="+mn-lt"/>
                          <a:cs typeface="Arial"/>
                        </a:rPr>
                        <a:t>Number </a:t>
                      </a:r>
                      <a:r>
                        <a:rPr lang="en-US" sz="2100" spc="-10">
                          <a:latin typeface="+mn-lt"/>
                          <a:cs typeface="Arial"/>
                        </a:rPr>
                        <a:t>of </a:t>
                      </a:r>
                      <a:r>
                        <a:rPr lang="en-US" sz="2100" spc="-60">
                          <a:latin typeface="+mn-lt"/>
                          <a:cs typeface="Arial"/>
                        </a:rPr>
                        <a:t>antepartum</a:t>
                      </a:r>
                      <a:r>
                        <a:rPr lang="en-US" sz="2100" spc="-300">
                          <a:latin typeface="+mn-lt"/>
                          <a:cs typeface="Arial"/>
                        </a:rPr>
                        <a:t> </a:t>
                      </a:r>
                      <a:r>
                        <a:rPr lang="en-US" sz="2100" spc="-30">
                          <a:latin typeface="+mn-lt"/>
                          <a:cs typeface="Arial"/>
                        </a:rPr>
                        <a:t>stillbirths</a:t>
                      </a:r>
                      <a:endParaRPr lang="en-US" sz="2100">
                        <a:latin typeface="+mn-lt"/>
                        <a:cs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85"/>
                        </a:lnSpc>
                      </a:pPr>
                      <a:r>
                        <a:rPr lang="en-US" sz="2100">
                          <a:latin typeface="+mn-lt"/>
                          <a:cs typeface="Arial"/>
                        </a:rPr>
                        <a:t>8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17022">
                <a:tc>
                  <a:txBody>
                    <a:bodyPr/>
                    <a:lstStyle/>
                    <a:p>
                      <a:pPr marL="15875" algn="ctr">
                        <a:lnSpc>
                          <a:spcPts val="2785"/>
                        </a:lnSpc>
                      </a:pPr>
                      <a:r>
                        <a:rPr lang="en-US" sz="2100">
                          <a:latin typeface="+mn-lt"/>
                          <a:cs typeface="Arial"/>
                        </a:rPr>
                        <a:t>F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5875">
                        <a:lnSpc>
                          <a:spcPts val="2785"/>
                        </a:lnSpc>
                      </a:pPr>
                      <a:r>
                        <a:rPr lang="en-US" sz="2100" spc="-145">
                          <a:latin typeface="+mn-lt"/>
                          <a:cs typeface="Arial"/>
                        </a:rPr>
                        <a:t>Early </a:t>
                      </a:r>
                      <a:r>
                        <a:rPr lang="en-US" sz="2100" spc="-85">
                          <a:latin typeface="+mn-lt"/>
                          <a:cs typeface="Arial"/>
                        </a:rPr>
                        <a:t>neonatal </a:t>
                      </a:r>
                      <a:r>
                        <a:rPr lang="en-US" sz="2100" spc="-105">
                          <a:latin typeface="+mn-lt"/>
                          <a:cs typeface="Arial"/>
                        </a:rPr>
                        <a:t>deaths </a:t>
                      </a:r>
                      <a:r>
                        <a:rPr lang="en-US" sz="2100" spc="-114">
                          <a:latin typeface="+mn-lt"/>
                          <a:cs typeface="Arial"/>
                        </a:rPr>
                        <a:t>(0–7</a:t>
                      </a:r>
                      <a:r>
                        <a:rPr lang="en-US" sz="2100" spc="-225">
                          <a:latin typeface="+mn-lt"/>
                          <a:cs typeface="Arial"/>
                        </a:rPr>
                        <a:t> </a:t>
                      </a:r>
                      <a:r>
                        <a:rPr lang="en-US" sz="2100" spc="-160">
                          <a:latin typeface="+mn-lt"/>
                          <a:cs typeface="Arial"/>
                        </a:rPr>
                        <a:t>days)</a:t>
                      </a:r>
                      <a:endParaRPr lang="en-US" sz="2100">
                        <a:latin typeface="+mn-lt"/>
                        <a:cs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85"/>
                        </a:lnSpc>
                      </a:pPr>
                      <a:r>
                        <a:rPr lang="en-US" sz="2100" spc="-5">
                          <a:latin typeface="+mn-lt"/>
                          <a:cs typeface="Arial"/>
                        </a:rPr>
                        <a:t>14</a:t>
                      </a:r>
                      <a:endParaRPr lang="en-US" sz="2100">
                        <a:latin typeface="+mn-lt"/>
                        <a:cs typeface="Arial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17022">
                <a:tc>
                  <a:txBody>
                    <a:bodyPr/>
                    <a:lstStyle/>
                    <a:p>
                      <a:pPr marL="15875" algn="ctr">
                        <a:lnSpc>
                          <a:spcPts val="2785"/>
                        </a:lnSpc>
                      </a:pPr>
                      <a:r>
                        <a:rPr lang="en-US" sz="2100">
                          <a:latin typeface="+mn-lt"/>
                          <a:cs typeface="Arial"/>
                        </a:rPr>
                        <a:t>G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5875">
                        <a:lnSpc>
                          <a:spcPts val="2785"/>
                        </a:lnSpc>
                      </a:pPr>
                      <a:r>
                        <a:rPr lang="en-US" sz="2100" spc="-95">
                          <a:latin typeface="+mn-lt"/>
                          <a:cs typeface="Arial"/>
                        </a:rPr>
                        <a:t>Neonatal </a:t>
                      </a:r>
                      <a:r>
                        <a:rPr lang="en-US" sz="2100" spc="-105">
                          <a:latin typeface="+mn-lt"/>
                          <a:cs typeface="Arial"/>
                        </a:rPr>
                        <a:t>deaths </a:t>
                      </a:r>
                      <a:r>
                        <a:rPr lang="en-US" sz="2100" spc="-120">
                          <a:latin typeface="+mn-lt"/>
                          <a:cs typeface="Arial"/>
                        </a:rPr>
                        <a:t>(0–28</a:t>
                      </a:r>
                      <a:r>
                        <a:rPr lang="en-US" sz="2100" spc="-210">
                          <a:latin typeface="+mn-lt"/>
                          <a:cs typeface="Arial"/>
                        </a:rPr>
                        <a:t> </a:t>
                      </a:r>
                      <a:r>
                        <a:rPr lang="en-US" sz="2100" spc="-160">
                          <a:latin typeface="+mn-lt"/>
                          <a:cs typeface="Arial"/>
                        </a:rPr>
                        <a:t>days)</a:t>
                      </a:r>
                      <a:endParaRPr lang="en-US" sz="2100">
                        <a:latin typeface="+mn-lt"/>
                        <a:cs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85"/>
                        </a:lnSpc>
                      </a:pPr>
                      <a:r>
                        <a:rPr lang="en-US" sz="2100" spc="-5" dirty="0">
                          <a:latin typeface="+mn-lt"/>
                          <a:cs typeface="Arial"/>
                        </a:rPr>
                        <a:t>18</a:t>
                      </a:r>
                      <a:endParaRPr lang="en-US" sz="2100" dirty="0">
                        <a:latin typeface="+mn-lt"/>
                        <a:cs typeface="Arial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3" name="Content Placeholder 2">
            <a:extLst>
              <a:ext uri="{FF2B5EF4-FFF2-40B4-BE49-F238E27FC236}">
                <a16:creationId xmlns:a16="http://schemas.microsoft.com/office/drawing/2014/main" id="{92A9232A-F0B4-E8C4-A0A6-1678264263EA}"/>
              </a:ext>
            </a:extLst>
          </p:cNvPr>
          <p:cNvGraphicFramePr/>
          <p:nvPr/>
        </p:nvGraphicFramePr>
        <p:xfrm>
          <a:off x="1144923" y="2405894"/>
          <a:ext cx="5315189" cy="35350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Answer key 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1893" y="1699283"/>
          <a:ext cx="11431818" cy="508758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51769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53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8745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40"/>
                        </a:spcBef>
                      </a:pPr>
                      <a:endParaRPr lang="en-US" sz="2400" dirty="0"/>
                    </a:p>
                    <a:p>
                      <a:pPr marL="15875" algn="l">
                        <a:lnSpc>
                          <a:spcPct val="100000"/>
                        </a:lnSpc>
                      </a:pPr>
                      <a:r>
                        <a:rPr lang="en-US" sz="2400" spc="-25" dirty="0"/>
                        <a:t>Stillbirth</a:t>
                      </a:r>
                      <a:r>
                        <a:rPr lang="en-US" sz="2400" spc="-80" dirty="0"/>
                        <a:t> </a:t>
                      </a:r>
                      <a:r>
                        <a:rPr lang="en-US" sz="2400" spc="-55" dirty="0"/>
                        <a:t>rate</a:t>
                      </a:r>
                      <a:endParaRPr lang="en-US" sz="2400" dirty="0">
                        <a:latin typeface="+mn-lt"/>
                        <a:cs typeface="Arial"/>
                      </a:endParaRPr>
                    </a:p>
                  </a:txBody>
                  <a:tcPr marL="0" marR="0" marT="6946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40"/>
                        </a:spcBef>
                      </a:pPr>
                      <a:endParaRPr lang="en-US" sz="2400" dirty="0"/>
                    </a:p>
                    <a:p>
                      <a:pPr marL="13335" algn="l">
                        <a:lnSpc>
                          <a:spcPct val="100000"/>
                        </a:lnSpc>
                      </a:pPr>
                      <a:r>
                        <a:rPr lang="en-US" sz="2400" spc="-70" dirty="0"/>
                        <a:t>(C/A)*1000; </a:t>
                      </a:r>
                    </a:p>
                    <a:p>
                      <a:pPr marL="13335" algn="l">
                        <a:lnSpc>
                          <a:spcPct val="100000"/>
                        </a:lnSpc>
                      </a:pPr>
                      <a:r>
                        <a:rPr lang="en-US" sz="2400" spc="-70" dirty="0"/>
                        <a:t>20/1000*1000</a:t>
                      </a:r>
                      <a:endParaRPr lang="en-US" sz="2400" dirty="0">
                        <a:latin typeface="+mn-lt"/>
                        <a:cs typeface="Arial"/>
                      </a:endParaRPr>
                    </a:p>
                  </a:txBody>
                  <a:tcPr marL="0" marR="0" marT="6946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40"/>
                        </a:spcBef>
                      </a:pPr>
                      <a:endParaRPr lang="en-US" sz="2400"/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2400"/>
                        <a:t>20</a:t>
                      </a:r>
                      <a:r>
                        <a:rPr lang="en-US" sz="2400" spc="-5"/>
                        <a:t>.</a:t>
                      </a:r>
                      <a:r>
                        <a:rPr lang="en-US" sz="2400"/>
                        <a:t>0</a:t>
                      </a:r>
                      <a:endParaRPr lang="en-US" sz="2400">
                        <a:latin typeface="+mn-lt"/>
                        <a:cs typeface="Arial"/>
                      </a:endParaRPr>
                    </a:p>
                  </a:txBody>
                  <a:tcPr marL="0" marR="0" marT="6946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745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40"/>
                        </a:spcBef>
                      </a:pPr>
                      <a:endParaRPr lang="en-US" sz="2400" dirty="0"/>
                    </a:p>
                    <a:p>
                      <a:pPr marL="15875" algn="l">
                        <a:lnSpc>
                          <a:spcPct val="100000"/>
                        </a:lnSpc>
                      </a:pPr>
                      <a:r>
                        <a:rPr lang="en-US" sz="2400" spc="-120" dirty="0"/>
                        <a:t>Percentage </a:t>
                      </a:r>
                      <a:r>
                        <a:rPr lang="en-US" sz="2400" spc="-5" dirty="0"/>
                        <a:t>of Antepartum </a:t>
                      </a:r>
                      <a:r>
                        <a:rPr lang="en-US" sz="2400" spc="-30" dirty="0"/>
                        <a:t>stillbirths </a:t>
                      </a:r>
                      <a:endParaRPr lang="en-US" sz="2400" dirty="0">
                        <a:latin typeface="+mn-lt"/>
                        <a:cs typeface="Arial"/>
                      </a:endParaRPr>
                    </a:p>
                  </a:txBody>
                  <a:tcPr marL="0" marR="0" marT="6946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40"/>
                        </a:spcBef>
                      </a:pPr>
                      <a:endParaRPr lang="en-US" sz="2400" dirty="0"/>
                    </a:p>
                    <a:p>
                      <a:pPr marL="11430" algn="l">
                        <a:lnSpc>
                          <a:spcPct val="100000"/>
                        </a:lnSpc>
                      </a:pPr>
                      <a:r>
                        <a:rPr lang="en-US" sz="2400" spc="-65" dirty="0"/>
                        <a:t>(E/C)*100; 8/20*100</a:t>
                      </a:r>
                      <a:endParaRPr lang="en-US" sz="2400" dirty="0">
                        <a:latin typeface="+mn-lt"/>
                        <a:cs typeface="Arial"/>
                      </a:endParaRPr>
                    </a:p>
                  </a:txBody>
                  <a:tcPr marL="0" marR="0" marT="6946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40"/>
                        </a:spcBef>
                      </a:pPr>
                      <a:endParaRPr lang="en-US" sz="2400" dirty="0"/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2400" dirty="0"/>
                        <a:t>40%</a:t>
                      </a:r>
                      <a:endParaRPr lang="en-US" sz="2400" dirty="0">
                        <a:latin typeface="+mn-lt"/>
                        <a:cs typeface="Arial"/>
                      </a:endParaRPr>
                    </a:p>
                  </a:txBody>
                  <a:tcPr marL="0" marR="0" marT="6946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745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40"/>
                        </a:spcBef>
                      </a:pPr>
                      <a:endParaRPr lang="en-US" sz="2400" dirty="0"/>
                    </a:p>
                    <a:p>
                      <a:pPr marL="15875" algn="l">
                        <a:lnSpc>
                          <a:spcPct val="100000"/>
                        </a:lnSpc>
                      </a:pPr>
                      <a:r>
                        <a:rPr lang="en-US" sz="2400" spc="-120" dirty="0"/>
                        <a:t>Early </a:t>
                      </a:r>
                      <a:r>
                        <a:rPr lang="en-US" sz="2400" spc="-70" dirty="0"/>
                        <a:t>neonatal </a:t>
                      </a:r>
                      <a:r>
                        <a:rPr lang="en-US" sz="2400" spc="-15" dirty="0"/>
                        <a:t>mortality</a:t>
                      </a:r>
                      <a:r>
                        <a:rPr lang="en-US" sz="2400" spc="-130" dirty="0"/>
                        <a:t> </a:t>
                      </a:r>
                      <a:r>
                        <a:rPr lang="en-US" sz="2400" spc="-55" dirty="0"/>
                        <a:t>rate</a:t>
                      </a:r>
                      <a:endParaRPr lang="en-US" sz="2400" dirty="0">
                        <a:latin typeface="+mn-lt"/>
                        <a:cs typeface="Arial"/>
                      </a:endParaRPr>
                    </a:p>
                  </a:txBody>
                  <a:tcPr marL="0" marR="0" marT="6946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40"/>
                        </a:spcBef>
                      </a:pPr>
                      <a:endParaRPr lang="en-US" sz="2400" dirty="0"/>
                    </a:p>
                    <a:p>
                      <a:pPr marL="11430" algn="l">
                        <a:lnSpc>
                          <a:spcPct val="100000"/>
                        </a:lnSpc>
                      </a:pPr>
                      <a:r>
                        <a:rPr lang="en-US" sz="2400" spc="-70" dirty="0"/>
                        <a:t>(F/B)*1000; </a:t>
                      </a:r>
                    </a:p>
                    <a:p>
                      <a:pPr marL="11430" algn="l">
                        <a:lnSpc>
                          <a:spcPct val="100000"/>
                        </a:lnSpc>
                      </a:pPr>
                      <a:r>
                        <a:rPr lang="en-US" sz="2400" spc="-70" dirty="0"/>
                        <a:t>14/980*1000</a:t>
                      </a:r>
                      <a:endParaRPr lang="en-US" sz="2400" dirty="0">
                        <a:latin typeface="+mn-lt"/>
                        <a:cs typeface="Arial"/>
                      </a:endParaRPr>
                    </a:p>
                  </a:txBody>
                  <a:tcPr marL="0" marR="0" marT="6946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40"/>
                        </a:spcBef>
                      </a:pPr>
                      <a:endParaRPr lang="en-US" sz="2400" dirty="0"/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2400" dirty="0"/>
                        <a:t>14</a:t>
                      </a:r>
                      <a:r>
                        <a:rPr lang="en-US" sz="2400" spc="-5" dirty="0"/>
                        <a:t>.3</a:t>
                      </a:r>
                      <a:endParaRPr lang="en-US" sz="2400" dirty="0">
                        <a:latin typeface="+mn-lt"/>
                        <a:cs typeface="Arial"/>
                      </a:endParaRPr>
                    </a:p>
                  </a:txBody>
                  <a:tcPr marL="0" marR="0" marT="6946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8745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40"/>
                        </a:spcBef>
                      </a:pPr>
                      <a:endParaRPr lang="en-US" sz="2400"/>
                    </a:p>
                    <a:p>
                      <a:pPr marL="15875" algn="l">
                        <a:lnSpc>
                          <a:spcPct val="100000"/>
                        </a:lnSpc>
                      </a:pPr>
                      <a:r>
                        <a:rPr lang="en-US" sz="2400" spc="-80"/>
                        <a:t>Perinatal </a:t>
                      </a:r>
                      <a:r>
                        <a:rPr lang="en-US" sz="2400" spc="-15"/>
                        <a:t>mortality</a:t>
                      </a:r>
                      <a:r>
                        <a:rPr lang="en-US" sz="2400" spc="-100"/>
                        <a:t> </a:t>
                      </a:r>
                      <a:r>
                        <a:rPr lang="en-US" sz="2400" spc="-60"/>
                        <a:t>rate</a:t>
                      </a:r>
                      <a:endParaRPr lang="en-US" sz="2400">
                        <a:latin typeface="+mn-lt"/>
                        <a:cs typeface="Arial"/>
                      </a:endParaRPr>
                    </a:p>
                  </a:txBody>
                  <a:tcPr marL="0" marR="0" marT="6946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40"/>
                        </a:spcBef>
                      </a:pPr>
                      <a:endParaRPr lang="en-US" sz="2400" dirty="0"/>
                    </a:p>
                    <a:p>
                      <a:pPr marL="12700" algn="l">
                        <a:lnSpc>
                          <a:spcPct val="100000"/>
                        </a:lnSpc>
                      </a:pPr>
                      <a:r>
                        <a:rPr lang="en-US" sz="2400" spc="-95" dirty="0"/>
                        <a:t>((C+F)/A)*1000</a:t>
                      </a:r>
                    </a:p>
                    <a:p>
                      <a:pPr marL="12700" algn="l">
                        <a:lnSpc>
                          <a:spcPct val="100000"/>
                        </a:lnSpc>
                      </a:pPr>
                      <a:r>
                        <a:rPr lang="en-US" sz="2400" spc="-95" dirty="0"/>
                        <a:t>20+14/1000*1000</a:t>
                      </a:r>
                      <a:endParaRPr lang="en-US" sz="2400" dirty="0">
                        <a:latin typeface="+mn-lt"/>
                        <a:cs typeface="Arial"/>
                      </a:endParaRPr>
                    </a:p>
                  </a:txBody>
                  <a:tcPr marL="0" marR="0" marT="6946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40"/>
                        </a:spcBef>
                      </a:pPr>
                      <a:endParaRPr lang="en-US" sz="2400"/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2400"/>
                        <a:t>34</a:t>
                      </a:r>
                      <a:r>
                        <a:rPr lang="en-US" sz="2400" spc="-5"/>
                        <a:t>.</a:t>
                      </a:r>
                      <a:r>
                        <a:rPr lang="en-US" sz="2400"/>
                        <a:t>0</a:t>
                      </a:r>
                      <a:endParaRPr lang="en-US" sz="2400">
                        <a:latin typeface="+mn-lt"/>
                        <a:cs typeface="Arial"/>
                      </a:endParaRPr>
                    </a:p>
                  </a:txBody>
                  <a:tcPr marL="0" marR="0" marT="6946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8745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40"/>
                        </a:spcBef>
                      </a:pPr>
                      <a:endParaRPr lang="en-US" sz="2400"/>
                    </a:p>
                    <a:p>
                      <a:pPr marL="15875" algn="l">
                        <a:lnSpc>
                          <a:spcPct val="100000"/>
                        </a:lnSpc>
                      </a:pPr>
                      <a:r>
                        <a:rPr lang="en-US" sz="2400" spc="-80"/>
                        <a:t>Neonatal </a:t>
                      </a:r>
                      <a:r>
                        <a:rPr lang="en-US" sz="2400" spc="-15"/>
                        <a:t>mortality</a:t>
                      </a:r>
                      <a:r>
                        <a:rPr lang="en-US" sz="2400" spc="-125"/>
                        <a:t> </a:t>
                      </a:r>
                      <a:r>
                        <a:rPr lang="en-US" sz="2400" spc="-60"/>
                        <a:t>rate</a:t>
                      </a:r>
                      <a:endParaRPr lang="en-US" sz="2400">
                        <a:latin typeface="+mn-lt"/>
                        <a:cs typeface="Arial"/>
                      </a:endParaRPr>
                    </a:p>
                  </a:txBody>
                  <a:tcPr marL="0" marR="0" marT="6946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40"/>
                        </a:spcBef>
                      </a:pPr>
                      <a:endParaRPr lang="en-US" sz="2400" dirty="0"/>
                    </a:p>
                    <a:p>
                      <a:pPr marL="12700" algn="l">
                        <a:lnSpc>
                          <a:spcPct val="100000"/>
                        </a:lnSpc>
                      </a:pPr>
                      <a:r>
                        <a:rPr lang="en-US" sz="2400" spc="-65" dirty="0"/>
                        <a:t>(G/B)*1000; 18/980*1000</a:t>
                      </a:r>
                      <a:endParaRPr lang="en-US" sz="2400" dirty="0">
                        <a:latin typeface="+mn-lt"/>
                        <a:cs typeface="Arial"/>
                      </a:endParaRPr>
                    </a:p>
                  </a:txBody>
                  <a:tcPr marL="0" marR="0" marT="6946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40"/>
                        </a:spcBef>
                      </a:pPr>
                      <a:endParaRPr lang="en-US" sz="2400" dirty="0"/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2400" dirty="0">
                          <a:latin typeface="+mn-lt"/>
                          <a:cs typeface="Arial"/>
                        </a:rPr>
                        <a:t>18.3</a:t>
                      </a:r>
                    </a:p>
                  </a:txBody>
                  <a:tcPr marL="0" marR="0" marT="6946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CD9246C5-BA3E-ED66-C553-3ACAEAE1E4E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sz="4800" b="1"/>
              <a:t>Reporting &amp; Review</a:t>
            </a:r>
            <a:endParaRPr lang="en-IN" sz="4800" b="1"/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54065AC4-89DD-299A-B2FB-1984EC69DC49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lvl="0" algn="just">
              <a:spcBef>
                <a:spcPts val="700"/>
              </a:spcBef>
            </a:pPr>
            <a:r>
              <a:rPr lang="en-US" sz="2880"/>
              <a:t>All maternal &amp; U5 deaths and stillbirths are to be recorded in defined forms &amp; formats </a:t>
            </a:r>
          </a:p>
          <a:p>
            <a:pPr lvl="0" algn="just">
              <a:spcBef>
                <a:spcPts val="700"/>
              </a:spcBef>
            </a:pPr>
            <a:r>
              <a:rPr lang="en-US" sz="2880"/>
              <a:t>All maternal &amp; U5 deaths and stillbirths are to be entered into the MPCDSR portal</a:t>
            </a:r>
          </a:p>
          <a:p>
            <a:pPr lvl="0" algn="just">
              <a:spcBef>
                <a:spcPts val="700"/>
              </a:spcBef>
            </a:pPr>
            <a:r>
              <a:rPr lang="en-US" sz="2880"/>
              <a:t>Maternal Death &amp; stillbirths in MDR committee and U5 deaths in CDR committee</a:t>
            </a:r>
          </a:p>
          <a:p>
            <a:pPr lvl="0" algn="just">
              <a:spcBef>
                <a:spcPts val="700"/>
              </a:spcBef>
            </a:pPr>
            <a:endParaRPr lang="en-IN" sz="2880"/>
          </a:p>
        </p:txBody>
      </p:sp>
    </p:spTree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364FCE1-6D55-8730-9772-BD8129D7C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187" y="68263"/>
            <a:ext cx="10069625" cy="672147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08934961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22.3.7802"/>
  <p:tag name="SLIDO_PRESENTATION_ID" val="cea41368-b299-453a-86ac-367c32b5efe9"/>
  <p:tag name="SLIDO_EVENT_UUID" val="fcad33ae-25be-4cda-ad67-3ccd05ff2cd6"/>
  <p:tag name="SLIDO_EVENT_SECTION_UUID" val="e20e75c6-e565-4309-bef2-b02a4dc93b90"/>
</p:tagLst>
</file>

<file path=ppt/theme/_rels/them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jpeg"/><Relationship Id="rId2" Type="http://schemas.openxmlformats.org/officeDocument/2006/relationships/image" Target="../media/image16.jpeg"/></Relationships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6.xml><?xml version="1.0" encoding="utf-8"?>
<a:theme xmlns:a="http://schemas.openxmlformats.org/drawingml/2006/main" name="Jhpiego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7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8.xml><?xml version="1.0" encoding="utf-8"?>
<a:theme xmlns:a="http://schemas.openxmlformats.org/drawingml/2006/main" name="5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9.xml><?xml version="1.0" encoding="utf-8"?>
<a:theme xmlns:a="http://schemas.openxmlformats.org/drawingml/2006/main" name="6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7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B684FDF-ECB5-4D95-AD9B-F7E3763E2B16}">
  <we:reference id="wa200007130" version="1.0.0.1" store="en-US" storeType="OMEX"/>
  <we:alternateReferences>
    <we:reference id="WA200007130" version="1.0.0.1" store="WA200007130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2370</TotalTime>
  <Words>23516</Words>
  <Application>Microsoft Office PowerPoint</Application>
  <PresentationFormat>Widescreen</PresentationFormat>
  <Paragraphs>4491</Paragraphs>
  <Slides>380</Slides>
  <Notes>89</Notes>
  <HiddenSlides>0</HiddenSlides>
  <MMClips>0</MMClips>
  <ScaleCrop>false</ScaleCrop>
  <HeadingPairs>
    <vt:vector size="4" baseType="variant">
      <vt:variant>
        <vt:lpstr>Theme</vt:lpstr>
      </vt:variant>
      <vt:variant>
        <vt:i4>10</vt:i4>
      </vt:variant>
      <vt:variant>
        <vt:lpstr>Slide Titles</vt:lpstr>
      </vt:variant>
      <vt:variant>
        <vt:i4>380</vt:i4>
      </vt:variant>
    </vt:vector>
  </HeadingPairs>
  <TitlesOfParts>
    <vt:vector size="390" baseType="lpstr">
      <vt:lpstr>Office 2013 - 2022 Theme</vt:lpstr>
      <vt:lpstr>Office Theme</vt:lpstr>
      <vt:lpstr>1_Office Theme</vt:lpstr>
      <vt:lpstr>2_Office Theme</vt:lpstr>
      <vt:lpstr>3_Office Theme</vt:lpstr>
      <vt:lpstr>Jhpiego Theme</vt:lpstr>
      <vt:lpstr>Organic</vt:lpstr>
      <vt:lpstr>5_Office Theme</vt:lpstr>
      <vt:lpstr>6_Office Theme</vt:lpstr>
      <vt:lpstr>7_Office Theme</vt:lpstr>
      <vt:lpstr>DAY : 1 </vt:lpstr>
      <vt:lpstr>Maternal Health</vt:lpstr>
      <vt:lpstr>PowerPoint Presentation</vt:lpstr>
      <vt:lpstr>Importance of diagnosing hypertensive disorders of pregnancy</vt:lpstr>
      <vt:lpstr>Effects of high BP on mother  and child during pregnancy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Iron deficiency Anemia in Pregnancy </vt:lpstr>
      <vt:lpstr> What is Anaemia ?</vt:lpstr>
      <vt:lpstr>Grades of anaemia in pregnancy </vt:lpstr>
      <vt:lpstr>PowerPoint Presentation</vt:lpstr>
      <vt:lpstr>Symptoms of Severe Anaemia</vt:lpstr>
      <vt:lpstr>Signs of severe Anaemia</vt:lpstr>
      <vt:lpstr>Diagnostic equipment for Anemia</vt:lpstr>
      <vt:lpstr>Methods of diagnosis</vt:lpstr>
      <vt:lpstr>What is FCM </vt:lpstr>
      <vt:lpstr>Indications for FCM </vt:lpstr>
      <vt:lpstr>Contraindications for FCM </vt:lpstr>
      <vt:lpstr>Comparison between Iron Sucrose and FCM …1</vt:lpstr>
      <vt:lpstr>Comparison between Iron Sucrose and FCM …2</vt:lpstr>
      <vt:lpstr>Dose Calculation of FCM </vt:lpstr>
      <vt:lpstr>Administration of FCM </vt:lpstr>
      <vt:lpstr>Precautions for FCM administration </vt:lpstr>
      <vt:lpstr>Management of adverse events following FCM administration</vt:lpstr>
      <vt:lpstr>FOLLOW UP ACTIONS AFTER ADMINISTRATION</vt:lpstr>
      <vt:lpstr>PowerPoint Presentation</vt:lpstr>
      <vt:lpstr>PowerPoint Presentation</vt:lpstr>
      <vt:lpstr>PowerPoint Presentation</vt:lpstr>
      <vt:lpstr>    Effects of GDM on Pregnant Woman and Newborn</vt:lpstr>
      <vt:lpstr>PowerPoint Presentation</vt:lpstr>
      <vt:lpstr>Consideration for GDM Screening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Medical Nutrition Therapy</vt:lpstr>
      <vt:lpstr>Management of GDM – Physical Exercise (contd.)</vt:lpstr>
      <vt:lpstr>PowerPoint Presentation</vt:lpstr>
      <vt:lpstr>PowerPoint Presentation</vt:lpstr>
      <vt:lpstr>Hypothyroidism and its significance during pregnancy</vt:lpstr>
      <vt:lpstr>Diagnostic equipment for Hypothyroidism</vt:lpstr>
      <vt:lpstr>Adverse effects of untreated hypothyroidism in mother and fetus/newborn</vt:lpstr>
      <vt:lpstr>Magnitude of the problem and target population</vt:lpstr>
      <vt:lpstr>PowerPoint Presentation</vt:lpstr>
      <vt:lpstr>Diagnostic criteria in pregnancy</vt:lpstr>
      <vt:lpstr>PowerPoint Presentation</vt:lpstr>
      <vt:lpstr>PowerPoint Presentation</vt:lpstr>
      <vt:lpstr>PowerPoint Presentation</vt:lpstr>
      <vt:lpstr>Effect of SCD  on Mother and Baby</vt:lpstr>
      <vt:lpstr>High Performance Liquid Chromatography</vt:lpstr>
      <vt:lpstr>PowerPoint Presentation</vt:lpstr>
      <vt:lpstr>Prevention and Management of SCD</vt:lpstr>
      <vt:lpstr>Assessment prior to conception/First visit post conception:</vt:lpstr>
      <vt:lpstr>Management of Sickle cell disease during Antenatal period</vt:lpstr>
      <vt:lpstr>Medications and Monitoring</vt:lpstr>
      <vt:lpstr>Management of Sickle cell disease during Antenatal period</vt:lpstr>
      <vt:lpstr>Management of Sickle cell disease during Antenatal period</vt:lpstr>
      <vt:lpstr>Diagnostic Test of Sickle Cell</vt:lpstr>
      <vt:lpstr>Modalities of screening, treatment and management</vt:lpstr>
      <vt:lpstr>Modalities of screening, treatment and management</vt:lpstr>
      <vt:lpstr>Modalities of screening, treatment and management</vt:lpstr>
      <vt:lpstr>Management of Sickle cell disease in 2nd &amp; 3rd trimester </vt:lpstr>
      <vt:lpstr>PowerPoint Presentation</vt:lpstr>
      <vt:lpstr>Acute Pain Crisis Management</vt:lpstr>
      <vt:lpstr>Mode and timing of delivery</vt:lpstr>
      <vt:lpstr>Roles &amp; Responsibilities of MO/OG</vt:lpstr>
      <vt:lpstr>PowerPoint Presentation</vt:lpstr>
      <vt:lpstr>Preterm birth - A leading cause of neonatal deaths in India</vt:lpstr>
      <vt:lpstr>PowerPoint Presentation</vt:lpstr>
      <vt:lpstr>Recognizing true labor </vt:lpstr>
      <vt:lpstr>Interventions done in mother to prevent neonatal complications:</vt:lpstr>
      <vt:lpstr>Antenatal corticosteroids</vt:lpstr>
      <vt:lpstr>When to give and when not to give ANCS</vt:lpstr>
      <vt:lpstr>PowerPoint Presentation</vt:lpstr>
      <vt:lpstr>Post partum Hemorrhage</vt:lpstr>
      <vt:lpstr>Identification of PPH</vt:lpstr>
      <vt:lpstr>PowerPoint Presentation</vt:lpstr>
      <vt:lpstr>PowerPoint Presentation</vt:lpstr>
      <vt:lpstr>PowerPoint Presentation</vt:lpstr>
      <vt:lpstr>PowerPoint Presentation</vt:lpstr>
      <vt:lpstr>Classification of hypovolemic shock</vt:lpstr>
      <vt:lpstr> Assessment of Blood Loss </vt:lpstr>
      <vt:lpstr>PowerPoint Presentation</vt:lpstr>
      <vt:lpstr>PowerPoint Presentation</vt:lpstr>
      <vt:lpstr>PowerPoint Presentation</vt:lpstr>
      <vt:lpstr>Cause Specific Management: Atonic PPH</vt:lpstr>
      <vt:lpstr>PowerPoint Presentation</vt:lpstr>
      <vt:lpstr>Bimanual Uterine Compression</vt:lpstr>
      <vt:lpstr>Compression of Abdominal Aorta</vt:lpstr>
      <vt:lpstr>Condom Tamponade</vt:lpstr>
      <vt:lpstr>PowerPoint Presentation</vt:lpstr>
      <vt:lpstr>Cause Specific Management: Tears or Trauma</vt:lpstr>
      <vt:lpstr>Key Messages</vt:lpstr>
      <vt:lpstr>PowerPoint Presentation</vt:lpstr>
      <vt:lpstr>PARTOGRAPH – CASE STUDY 1</vt:lpstr>
      <vt:lpstr>PowerPoint Presentation</vt:lpstr>
      <vt:lpstr>PARTOGRAPH – CASE STUDY 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Clinical Picture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Key messages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Importance of Care for Newborn at Birth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Monitoring of Baby (Delivery Case-sheet)</vt:lpstr>
      <vt:lpstr>PowerPoint Presentation</vt:lpstr>
      <vt:lpstr>PowerPoint Presentation</vt:lpstr>
      <vt:lpstr>PowerPoint Presentation</vt:lpstr>
      <vt:lpstr>RoP IEC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Take Home Message</vt:lpstr>
      <vt:lpstr>Thermal Control (KMC)</vt:lpstr>
      <vt:lpstr>PowerPoint Presentation</vt:lpstr>
      <vt:lpstr>PowerPoint Presentation</vt:lpstr>
      <vt:lpstr>ASSESSMENT OF TEMPERATURE BY TOUCH</vt:lpstr>
      <vt:lpstr>PowerPoint Presentation</vt:lpstr>
      <vt:lpstr>PowerPoint Presentation</vt:lpstr>
      <vt:lpstr>PowerPoint Presentation</vt:lpstr>
      <vt:lpstr>Wrapping and covering a baby</vt:lpstr>
      <vt:lpstr>PowerPoint Presentation</vt:lpstr>
      <vt:lpstr>PowerPoint Presentation</vt:lpstr>
      <vt:lpstr>PowerPoint Presentation</vt:lpstr>
      <vt:lpstr>Kangaroo positioning</vt:lpstr>
      <vt:lpstr>PowerPoint Presentation</vt:lpstr>
      <vt:lpstr>Monitoring </vt:lpstr>
      <vt:lpstr> Duration of KMC </vt:lpstr>
      <vt:lpstr>PowerPoint Presentation</vt:lpstr>
      <vt:lpstr>PowerPoint Presentation</vt:lpstr>
      <vt:lpstr>PowerPoint Presentation</vt:lpstr>
      <vt:lpstr>PowerPoint Presentation</vt:lpstr>
      <vt:lpstr>Breast Anatomy - Structure</vt:lpstr>
      <vt:lpstr>Oxytocin Reflex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Stabilize prior to transport</vt:lpstr>
      <vt:lpstr>Communication</vt:lpstr>
      <vt:lpstr>TemperatureMaintenance as per warm chain</vt:lpstr>
      <vt:lpstr>PowerPoint Presentation</vt:lpstr>
      <vt:lpstr>PowerPoint Presentation</vt:lpstr>
      <vt:lpstr>Prevention &amp; Management of Hypoxia</vt:lpstr>
      <vt:lpstr>Danger signs of newborn</vt:lpstr>
      <vt:lpstr>PowerPoint Presentation</vt:lpstr>
      <vt:lpstr>Childhood Pneumonia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Childhood Diarrhoea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Dose of ORS in 4 hours</vt:lpstr>
      <vt:lpstr>PowerPoint Presentation</vt:lpstr>
      <vt:lpstr>When to send child home &amp; Advice</vt:lpstr>
      <vt:lpstr>PowerPoint Presentation</vt:lpstr>
      <vt:lpstr>An Over View Immunization Programme  </vt:lpstr>
      <vt:lpstr>Introduction</vt:lpstr>
      <vt:lpstr>India’s Universal Immunization Programme (UIP)</vt:lpstr>
      <vt:lpstr>Roadmap of Introduction &amp; Expansion of New Vaccines</vt:lpstr>
      <vt:lpstr>Universal Immunization Programme (Scope and Scale in Odisha)</vt:lpstr>
      <vt:lpstr>Aim and objectives of UIP </vt:lpstr>
      <vt:lpstr>Full Immunization trend ( NFHS)</vt:lpstr>
      <vt:lpstr>Concept of Full Immunization Coverage (FIC) Plus</vt:lpstr>
      <vt:lpstr>Immunization programme Component </vt:lpstr>
      <vt:lpstr>VPDs </vt:lpstr>
      <vt:lpstr>PowerPoint Presentation</vt:lpstr>
      <vt:lpstr>Sequence , Site and Route of Vaccination at birth</vt:lpstr>
      <vt:lpstr>Sequence , Site and Route of Vaccination at 6th  Week</vt:lpstr>
      <vt:lpstr>Sequence , Site and Route of Vaccination at 10th  Week</vt:lpstr>
      <vt:lpstr>Sequence , Site and Route of Vaccination at 14th  Week</vt:lpstr>
      <vt:lpstr>Sequence , Site and Route of Vaccination at 9-11th month</vt:lpstr>
      <vt:lpstr>Sequence , Site and Route of Vaccination at 16-23 months</vt:lpstr>
      <vt:lpstr>PowerPoint Presentation</vt:lpstr>
      <vt:lpstr>Syringe and needle position for Vaccination </vt:lpstr>
      <vt:lpstr>PowerPoint Presentation</vt:lpstr>
      <vt:lpstr>Sensitivity of Vaccine to heat, light and freezing  </vt:lpstr>
      <vt:lpstr>PowerPoint Presentation</vt:lpstr>
      <vt:lpstr>PowerPoint Presentation</vt:lpstr>
      <vt:lpstr>Conditioning of Ice Packs</vt:lpstr>
      <vt:lpstr>Vaccine Arrangement at RI session sites </vt:lpstr>
      <vt:lpstr>Adverse event following immunization (AEFI)</vt:lpstr>
      <vt:lpstr>WHO cause specific definition of AEFIs</vt:lpstr>
      <vt:lpstr>Recognition of Anaphylaxis</vt:lpstr>
      <vt:lpstr>Steps for Initial Management of AEFI</vt:lpstr>
      <vt:lpstr>Managing AEFI </vt:lpstr>
      <vt:lpstr>Contents of the Anaphylaxis Kit </vt:lpstr>
      <vt:lpstr>Dose of Adrenaline </vt:lpstr>
      <vt:lpstr>Difference between AEFI Kit and Anaphylaxis kit </vt:lpstr>
      <vt:lpstr> Reporting of AEFIs  </vt:lpstr>
      <vt:lpstr> Immunization Wastes Segregation </vt:lpstr>
      <vt:lpstr>Monitoring and Supervision of RI Programme </vt:lpstr>
      <vt:lpstr>Reporting and recording of RI Programme </vt:lpstr>
      <vt:lpstr>DAY 2 Programs</vt:lpstr>
      <vt:lpstr>PowerPoint Presentation</vt:lpstr>
      <vt:lpstr>PowerPoint Presentation</vt:lpstr>
      <vt:lpstr>PowerPoint Presentation</vt:lpstr>
      <vt:lpstr>Requirements at VHSND/ UHSND site</vt:lpstr>
      <vt:lpstr>PowerPoint Presentation</vt:lpstr>
      <vt:lpstr>MCP card</vt:lpstr>
      <vt:lpstr>“Guidance Note on Optimizing Post-Natal Care”</vt:lpstr>
      <vt:lpstr>Framework to identify the high-risk post-natal mother</vt:lpstr>
      <vt:lpstr>PowerPoint Presentation</vt:lpstr>
      <vt:lpstr>Reporting, Monitoring and Evaluation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HRP condition in MCP card</vt:lpstr>
      <vt:lpstr>PowerPoint Presentation</vt:lpstr>
      <vt:lpstr>HRP Condition to be evaluate in 1st visit</vt:lpstr>
      <vt:lpstr>HRP Condition to be evaluate in every visit/Subsequent visit</vt:lpstr>
      <vt:lpstr>PowerPoint Presentation</vt:lpstr>
      <vt:lpstr>PowerPoint Presentation</vt:lpstr>
      <vt:lpstr>The expert committee unanimously recommended the following investigation for all ANC cases at the facility level:</vt:lpstr>
      <vt:lpstr>Following investigations are recommended for every delivery cases at the time of admission for delivery at facility:</vt:lpstr>
      <vt:lpstr>Follow up Tracking for HRP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BPCR – Complication Readiness</vt:lpstr>
      <vt:lpstr>PMSMA &amp; EPMSMA</vt:lpstr>
      <vt:lpstr>Pradhan Mantri Surakshit Matritva Abhiyan (PMSMA)/Extended PMSMA</vt:lpstr>
      <vt:lpstr>PowerPoint Presentation</vt:lpstr>
      <vt:lpstr>Features</vt:lpstr>
      <vt:lpstr>Financial Support</vt:lpstr>
      <vt:lpstr>Non-Negotiable Component</vt:lpstr>
      <vt:lpstr>Flow of Beneficiary</vt:lpstr>
      <vt:lpstr>Roles and responsibility of Health care providers</vt:lpstr>
      <vt:lpstr>List of PMSMA HRP Condition (25)</vt:lpstr>
      <vt:lpstr>Integration of MCP card and PMSMA HRP condition</vt:lpstr>
      <vt:lpstr>Integration of MCP card and PMSMA HRP condition</vt:lpstr>
      <vt:lpstr>AMLAN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Modalities for Oral IFA consumptions for all age groups</vt:lpstr>
      <vt:lpstr>PowerPoint Presentation</vt:lpstr>
      <vt:lpstr>PowerPoint Presentation</vt:lpstr>
      <vt:lpstr>PowerPoint Presentation</vt:lpstr>
      <vt:lpstr>PowerPoint Presentation</vt:lpstr>
      <vt:lpstr>Way Forward</vt:lpstr>
      <vt:lpstr> Home Based Newborn &amp; Young Child Care</vt:lpstr>
      <vt:lpstr>HBNC</vt:lpstr>
      <vt:lpstr>HBYC</vt:lpstr>
      <vt:lpstr>Skill Needed for HBNC</vt:lpstr>
      <vt:lpstr>Skill Needed for HBYC</vt:lpstr>
      <vt:lpstr>Recording</vt:lpstr>
      <vt:lpstr>SUPPLY CHAIN MANGEMENT</vt:lpstr>
      <vt:lpstr>FLOW OF INDENT</vt:lpstr>
      <vt:lpstr>ISSUE OF DRUGS</vt:lpstr>
      <vt:lpstr>INVENTORY MANAGEMENT</vt:lpstr>
      <vt:lpstr>INVENTORY MANAGEMENT</vt:lpstr>
      <vt:lpstr>BASIC PRINCIPLE </vt:lpstr>
      <vt:lpstr>Monthly Indent Calendar</vt:lpstr>
      <vt:lpstr>INVENTORY MANAGEMENT</vt:lpstr>
      <vt:lpstr>INVENTORY MANAGEMENT</vt:lpstr>
      <vt:lpstr>MONTHLY AVERAGE CONSUMPTION Ex- Tab. Pantoprazole 40 mg</vt:lpstr>
      <vt:lpstr>PowerPoint Presentation</vt:lpstr>
      <vt:lpstr>FORECASTING</vt:lpstr>
      <vt:lpstr>FORECASTING</vt:lpstr>
      <vt:lpstr>FORECASTING</vt:lpstr>
      <vt:lpstr>SMART MOVES</vt:lpstr>
      <vt:lpstr>Block Drug &amp; Therapeutics Committee (BDTC)</vt:lpstr>
      <vt:lpstr>ANNUAL PROCUREMENT PLAN</vt:lpstr>
      <vt:lpstr>STEPS INVOLVED IN PREPARATION OF AAP</vt:lpstr>
      <vt:lpstr>PowerPoint Presentation</vt:lpstr>
      <vt:lpstr>How to Rationalise Indents</vt:lpstr>
      <vt:lpstr>Role &amp; Responsibilities of  MO I/C</vt:lpstr>
      <vt:lpstr>Role &amp; Responsibilities of  Pharmacy Officer</vt:lpstr>
      <vt:lpstr> Instrument Processing </vt:lpstr>
      <vt:lpstr>PowerPoint Presentation</vt:lpstr>
      <vt:lpstr>PowerPoint Presentation</vt:lpstr>
      <vt:lpstr>Hypochlorite solution available concentration and dilution</vt:lpstr>
      <vt:lpstr>High Level disinfection/ Chemical sterilization</vt:lpstr>
      <vt:lpstr>PowerPoint Presentation</vt:lpstr>
      <vt:lpstr>PowerPoint Presentation</vt:lpstr>
      <vt:lpstr>Test Details As per Notification</vt:lpstr>
      <vt:lpstr>List of tests as per Type facility including</vt:lpstr>
      <vt:lpstr>List of tests as per Type facility including</vt:lpstr>
      <vt:lpstr>List of tests as per Type facility including</vt:lpstr>
      <vt:lpstr>List of tests as per Type facility including</vt:lpstr>
      <vt:lpstr>PowerPoint Presentation</vt:lpstr>
      <vt:lpstr>PowerPoint Presentation</vt:lpstr>
      <vt:lpstr>PowerPoint Presentation</vt:lpstr>
      <vt:lpstr>PowerPoint Presentation</vt:lpstr>
      <vt:lpstr>MDR Process</vt:lpstr>
      <vt:lpstr>CDR Process</vt:lpstr>
      <vt:lpstr>PowerPoint Presentation</vt:lpstr>
      <vt:lpstr>PowerPoint Presentation</vt:lpstr>
      <vt:lpstr>PowerPoint Presentation</vt:lpstr>
      <vt:lpstr>Dummy Data for group work </vt:lpstr>
      <vt:lpstr>Answer key </vt:lpstr>
      <vt:lpstr>Reporting &amp; Review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Maternal Health</dc:title>
  <dc:creator>Nilophor; Rudra Das</dc:creator>
  <cp:lastModifiedBy>sibasish swain</cp:lastModifiedBy>
  <cp:revision>77</cp:revision>
  <cp:lastPrinted>2026-06-06T05:30:39Z</cp:lastPrinted>
  <dcterms:created xsi:type="dcterms:W3CDTF">2026-06-03T10:15:04Z</dcterms:created>
  <dcterms:modified xsi:type="dcterms:W3CDTF">2026-08-22T11:46:46Z</dcterms:modified>
</cp:coreProperties>
</file>