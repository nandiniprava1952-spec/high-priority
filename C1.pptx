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841" r:id="rId271"/>
    <p:sldId id="2147470631" r:id="rId272"/>
    <p:sldId id="2147470673" r:id="rId273"/>
    <p:sldId id="2147470705" r:id="rId274"/>
    <p:sldId id="2147470636" r:id="rId275"/>
    <p:sldId id="2147470845" r:id="rId276"/>
    <p:sldId id="2147470846" r:id="rId277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271" Type="http://schemas.openxmlformats.org/officeDocument/2006/relationships/slide" Target="slides/slide261.xml"/><Relationship Id="rId272" Type="http://schemas.openxmlformats.org/officeDocument/2006/relationships/slide" Target="slides/slide262.xml"/><Relationship Id="rId273" Type="http://schemas.openxmlformats.org/officeDocument/2006/relationships/slide" Target="slides/slide263.xml"/><Relationship Id="rId274" Type="http://schemas.openxmlformats.org/officeDocument/2006/relationships/slide" Target="slides/slide264.xml"/><Relationship Id="rId275" Type="http://schemas.openxmlformats.org/officeDocument/2006/relationships/slide" Target="slides/slide265.xml"/><Relationship Id="rId276" Type="http://schemas.openxmlformats.org/officeDocument/2006/relationships/slide" Target="slides/slide266.xml"/><Relationship Id="rId277" Type="http://schemas.openxmlformats.org/officeDocument/2006/relationships/slide" Target="slides/slide267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62365-4AC6-AFC0-CC95-880BF93BC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A8AF3-4C41-F85B-8333-FFC1F0B998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5D25-989C-C4C3-610A-067389214C4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FA918EA-AD5E-42C9-9D26-191407920FFD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265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1015D-310A-ADAF-3CA6-35928F0D5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FADAB-9533-5512-C088-0A99743269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FF890-05E0-EDA2-C5C2-CD2BA59F14C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4F69228-B8E7-4A62-BA40-1C21D5742D4A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237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2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3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A47EA-D00A-76C5-545F-EB7AF069DE1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lvl="0"/>
            <a:r>
              <a:rPr lang="en-US" sz="4000" dirty="0">
                <a:solidFill>
                  <a:schemeClr val="tx2"/>
                </a:solidFill>
              </a:rPr>
              <a:t>DAY 2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Programs</a:t>
            </a:r>
            <a:endParaRPr lang="en-IN" sz="4000" dirty="0">
              <a:solidFill>
                <a:schemeClr val="tx2"/>
              </a:solidFill>
            </a:endParaRPr>
          </a:p>
        </p:txBody>
      </p:sp>
      <p:pic>
        <p:nvPicPr>
          <p:cNvPr id="6" name="Graphic 5" descr="Daily Calendar">
            <a:extLst>
              <a:ext uri="{FF2B5EF4-FFF2-40B4-BE49-F238E27FC236}">
                <a16:creationId xmlns:a16="http://schemas.microsoft.com/office/drawing/2014/main" id="{82CCD497-140E-62D1-99CC-3A9C9AB4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F45B549-01EF-19B6-2323-B5108B097327}"/>
              </a:ext>
            </a:extLst>
          </p:cNvPr>
          <p:cNvSpPr txBox="1"/>
          <p:nvPr/>
        </p:nvSpPr>
        <p:spPr>
          <a:xfrm>
            <a:off x="365888" y="2414172"/>
            <a:ext cx="7493598" cy="23537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Services &amp; Records at VHSND/UHSND  Session &amp; HRP PNC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1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D8710-51E8-F9AF-FDD9-B1FBE5E60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2BA32E-6301-D837-2212-AB909E501869}"/>
              </a:ext>
            </a:extLst>
          </p:cNvPr>
          <p:cNvGrpSpPr/>
          <p:nvPr/>
        </p:nvGrpSpPr>
        <p:grpSpPr>
          <a:xfrm>
            <a:off x="315685" y="536860"/>
            <a:ext cx="7990115" cy="5784280"/>
            <a:chOff x="400000" y="390000"/>
            <a:chExt cx="9240000" cy="6760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828CDF-2E4F-6E40-EA01-A20AFA39F522}"/>
                </a:ext>
              </a:extLst>
            </p:cNvPr>
            <p:cNvGrpSpPr/>
            <p:nvPr/>
          </p:nvGrpSpPr>
          <p:grpSpPr>
            <a:xfrm>
              <a:off x="950000" y="900000"/>
              <a:ext cx="500000" cy="500000"/>
              <a:chOff x="950000" y="900000"/>
              <a:chExt cx="500000" cy="500000"/>
            </a:xfrm>
          </p:grpSpPr>
          <p:sp>
            <p:nvSpPr>
              <p:cNvPr id="151" name="Shape 3">
                <a:extLst>
                  <a:ext uri="{FF2B5EF4-FFF2-40B4-BE49-F238E27FC236}">
                    <a16:creationId xmlns:a16="http://schemas.microsoft.com/office/drawing/2014/main" id="{D76EDB85-F83F-A121-428C-F271E2FFD9BC}"/>
                  </a:ext>
                </a:extLst>
              </p:cNvPr>
              <p:cNvSpPr/>
              <p:nvPr/>
            </p:nvSpPr>
            <p:spPr>
              <a:xfrm>
                <a:off x="950000" y="900000"/>
                <a:ext cx="50000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500000" h="500000">
                    <a:moveTo>
                      <a:pt x="500000" y="250000"/>
                    </a:moveTo>
                    <a:cubicBezTo>
                      <a:pt x="500000" y="388071"/>
                      <a:pt x="388071" y="500000"/>
                      <a:pt x="250000" y="500000"/>
                    </a:cubicBezTo>
                    <a:cubicBezTo>
                      <a:pt x="111929" y="500000"/>
                      <a:pt x="0" y="388071"/>
                      <a:pt x="0" y="250000"/>
                    </a:cubicBezTo>
                    <a:cubicBezTo>
                      <a:pt x="0" y="111929"/>
                      <a:pt x="111929" y="0"/>
                      <a:pt x="250000" y="0"/>
                    </a:cubicBezTo>
                    <a:cubicBezTo>
                      <a:pt x="388071" y="0"/>
                      <a:pt x="500000" y="111929"/>
                      <a:pt x="500000" y="250000"/>
                    </a:cubicBezTo>
                    <a:close/>
                  </a:path>
                </a:pathLst>
              </a:custGeom>
              <a:solidFill>
                <a:srgbClr val="4CAF5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8EEAE6-864C-BB58-21A8-4E2B73C05CEA}"/>
                </a:ext>
              </a:extLst>
            </p:cNvPr>
            <p:cNvGrpSpPr/>
            <p:nvPr/>
          </p:nvGrpSpPr>
          <p:grpSpPr>
            <a:xfrm>
              <a:off x="1100000" y="1020000"/>
              <a:ext cx="200000" cy="290000"/>
              <a:chOff x="1100000" y="1020000"/>
              <a:chExt cx="200000" cy="290000"/>
            </a:xfrm>
          </p:grpSpPr>
          <p:sp>
            <p:nvSpPr>
              <p:cNvPr id="149" name="Shape 5">
                <a:extLst>
                  <a:ext uri="{FF2B5EF4-FFF2-40B4-BE49-F238E27FC236}">
                    <a16:creationId xmlns:a16="http://schemas.microsoft.com/office/drawing/2014/main" id="{17C49D81-BCFD-A205-8D70-78C191E3DDF7}"/>
                  </a:ext>
                </a:extLst>
              </p:cNvPr>
              <p:cNvSpPr/>
              <p:nvPr/>
            </p:nvSpPr>
            <p:spPr>
              <a:xfrm>
                <a:off x="1100000" y="1020000"/>
                <a:ext cx="200000" cy="290000"/>
              </a:xfrm>
              <a:custGeom>
                <a:avLst/>
                <a:gdLst>
                  <a:gd name="connsiteX0" fmla="*/ 0 w 200000"/>
                  <a:gd name="connsiteY0" fmla="*/ 145000 h 290000"/>
                  <a:gd name="connsiteX1" fmla="*/ 100000 w 200000"/>
                  <a:gd name="connsiteY1" fmla="*/ 0 h 290000"/>
                  <a:gd name="connsiteX2" fmla="*/ 200000 w 200000"/>
                  <a:gd name="connsiteY2" fmla="*/ 145000 h 290000"/>
                  <a:gd name="connsiteX3" fmla="*/ 100000 w 200000"/>
                  <a:gd name="connsiteY3" fmla="*/ 290000 h 29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FFFFFF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0" name="Text 6">
                <a:extLst>
                  <a:ext uri="{FF2B5EF4-FFF2-40B4-BE49-F238E27FC236}">
                    <a16:creationId xmlns:a16="http://schemas.microsoft.com/office/drawing/2014/main" id="{CFCC2EAB-5EB4-A19D-8D9A-6EEFC8DCC6C0}"/>
                  </a:ext>
                </a:extLst>
              </p:cNvPr>
              <p:cNvSpPr txBox="1"/>
              <p:nvPr/>
            </p:nvSpPr>
            <p:spPr>
              <a:xfrm>
                <a:off x="1100000" y="1020000"/>
                <a:ext cx="200000" cy="29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3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F0ACDF-0535-75DD-05CB-7BF8815B1D28}"/>
                </a:ext>
              </a:extLst>
            </p:cNvPr>
            <p:cNvGrpSpPr/>
            <p:nvPr/>
          </p:nvGrpSpPr>
          <p:grpSpPr>
            <a:xfrm>
              <a:off x="2950000" y="2100000"/>
              <a:ext cx="500000" cy="500000"/>
              <a:chOff x="2950000" y="2100000"/>
              <a:chExt cx="500000" cy="500000"/>
            </a:xfrm>
          </p:grpSpPr>
          <p:sp>
            <p:nvSpPr>
              <p:cNvPr id="148" name="Shape 8">
                <a:extLst>
                  <a:ext uri="{FF2B5EF4-FFF2-40B4-BE49-F238E27FC236}">
                    <a16:creationId xmlns:a16="http://schemas.microsoft.com/office/drawing/2014/main" id="{827B9D2C-D54D-AF3D-1805-60F63A42FA14}"/>
                  </a:ext>
                </a:extLst>
              </p:cNvPr>
              <p:cNvSpPr/>
              <p:nvPr/>
            </p:nvSpPr>
            <p:spPr>
              <a:xfrm>
                <a:off x="2950000" y="2100000"/>
                <a:ext cx="50000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500000" h="500000">
                    <a:moveTo>
                      <a:pt x="500000" y="250000"/>
                    </a:moveTo>
                    <a:cubicBezTo>
                      <a:pt x="500000" y="388071"/>
                      <a:pt x="388071" y="500000"/>
                      <a:pt x="250000" y="500000"/>
                    </a:cubicBezTo>
                    <a:cubicBezTo>
                      <a:pt x="111929" y="500000"/>
                      <a:pt x="0" y="388071"/>
                      <a:pt x="0" y="250000"/>
                    </a:cubicBezTo>
                    <a:cubicBezTo>
                      <a:pt x="0" y="111929"/>
                      <a:pt x="111929" y="0"/>
                      <a:pt x="250000" y="0"/>
                    </a:cubicBezTo>
                    <a:cubicBezTo>
                      <a:pt x="388071" y="0"/>
                      <a:pt x="500000" y="111929"/>
                      <a:pt x="500000" y="250000"/>
                    </a:cubicBezTo>
                    <a:close/>
                  </a:path>
                </a:pathLst>
              </a:custGeom>
              <a:solidFill>
                <a:srgbClr val="2196F3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7390B6B-EA58-4A2E-D9A3-2ED048BFD5DA}"/>
                </a:ext>
              </a:extLst>
            </p:cNvPr>
            <p:cNvGrpSpPr/>
            <p:nvPr/>
          </p:nvGrpSpPr>
          <p:grpSpPr>
            <a:xfrm>
              <a:off x="3100000" y="2220000"/>
              <a:ext cx="200000" cy="290000"/>
              <a:chOff x="3100000" y="2220000"/>
              <a:chExt cx="200000" cy="290000"/>
            </a:xfrm>
          </p:grpSpPr>
          <p:sp>
            <p:nvSpPr>
              <p:cNvPr id="146" name="Shape 10">
                <a:extLst>
                  <a:ext uri="{FF2B5EF4-FFF2-40B4-BE49-F238E27FC236}">
                    <a16:creationId xmlns:a16="http://schemas.microsoft.com/office/drawing/2014/main" id="{2D058F04-FE6D-183B-7A82-A5E5DF135CAC}"/>
                  </a:ext>
                </a:extLst>
              </p:cNvPr>
              <p:cNvSpPr/>
              <p:nvPr/>
            </p:nvSpPr>
            <p:spPr>
              <a:xfrm>
                <a:off x="3100000" y="2220000"/>
                <a:ext cx="200000" cy="290000"/>
              </a:xfrm>
              <a:custGeom>
                <a:avLst/>
                <a:gdLst>
                  <a:gd name="connsiteX0" fmla="*/ 0 w 200000"/>
                  <a:gd name="connsiteY0" fmla="*/ 145000 h 290000"/>
                  <a:gd name="connsiteX1" fmla="*/ 100000 w 200000"/>
                  <a:gd name="connsiteY1" fmla="*/ 0 h 290000"/>
                  <a:gd name="connsiteX2" fmla="*/ 200000 w 200000"/>
                  <a:gd name="connsiteY2" fmla="*/ 145000 h 290000"/>
                  <a:gd name="connsiteX3" fmla="*/ 100000 w 200000"/>
                  <a:gd name="connsiteY3" fmla="*/ 290000 h 29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FFFFFF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7" name="Text 11">
                <a:extLst>
                  <a:ext uri="{FF2B5EF4-FFF2-40B4-BE49-F238E27FC236}">
                    <a16:creationId xmlns:a16="http://schemas.microsoft.com/office/drawing/2014/main" id="{1AC691D7-FD47-F81B-6D6C-67CB1763139B}"/>
                  </a:ext>
                </a:extLst>
              </p:cNvPr>
              <p:cNvSpPr txBox="1"/>
              <p:nvPr/>
            </p:nvSpPr>
            <p:spPr>
              <a:xfrm>
                <a:off x="3100000" y="2220000"/>
                <a:ext cx="200000" cy="29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3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67A8AD6-CD84-2463-D62D-B07AAC3B5F9C}"/>
                </a:ext>
              </a:extLst>
            </p:cNvPr>
            <p:cNvGrpSpPr/>
            <p:nvPr/>
          </p:nvGrpSpPr>
          <p:grpSpPr>
            <a:xfrm>
              <a:off x="4950000" y="3300000"/>
              <a:ext cx="500000" cy="500000"/>
              <a:chOff x="4950000" y="3300000"/>
              <a:chExt cx="500000" cy="500000"/>
            </a:xfrm>
          </p:grpSpPr>
          <p:sp>
            <p:nvSpPr>
              <p:cNvPr id="145" name="Shape 13">
                <a:extLst>
                  <a:ext uri="{FF2B5EF4-FFF2-40B4-BE49-F238E27FC236}">
                    <a16:creationId xmlns:a16="http://schemas.microsoft.com/office/drawing/2014/main" id="{762A3FD5-EE8E-0D7E-8EE2-9EB7AE4812BB}"/>
                  </a:ext>
                </a:extLst>
              </p:cNvPr>
              <p:cNvSpPr/>
              <p:nvPr/>
            </p:nvSpPr>
            <p:spPr>
              <a:xfrm>
                <a:off x="4950000" y="3300000"/>
                <a:ext cx="50000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500000" h="500000">
                    <a:moveTo>
                      <a:pt x="500000" y="250000"/>
                    </a:moveTo>
                    <a:cubicBezTo>
                      <a:pt x="500000" y="388071"/>
                      <a:pt x="388071" y="500000"/>
                      <a:pt x="250000" y="500000"/>
                    </a:cubicBezTo>
                    <a:cubicBezTo>
                      <a:pt x="111929" y="500000"/>
                      <a:pt x="0" y="388071"/>
                      <a:pt x="0" y="250000"/>
                    </a:cubicBezTo>
                    <a:cubicBezTo>
                      <a:pt x="0" y="111929"/>
                      <a:pt x="111929" y="0"/>
                      <a:pt x="250000" y="0"/>
                    </a:cubicBezTo>
                    <a:cubicBezTo>
                      <a:pt x="388071" y="0"/>
                      <a:pt x="500000" y="111929"/>
                      <a:pt x="500000" y="250000"/>
                    </a:cubicBezTo>
                    <a:close/>
                  </a:path>
                </a:pathLst>
              </a:custGeom>
              <a:solidFill>
                <a:srgbClr val="FF980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52EEEED-3D6D-C265-8AD8-7270C6DA604C}"/>
                </a:ext>
              </a:extLst>
            </p:cNvPr>
            <p:cNvGrpSpPr/>
            <p:nvPr/>
          </p:nvGrpSpPr>
          <p:grpSpPr>
            <a:xfrm>
              <a:off x="5100000" y="3420000"/>
              <a:ext cx="200000" cy="290000"/>
              <a:chOff x="5100000" y="3420000"/>
              <a:chExt cx="200000" cy="290000"/>
            </a:xfrm>
          </p:grpSpPr>
          <p:sp>
            <p:nvSpPr>
              <p:cNvPr id="143" name="Shape 15">
                <a:extLst>
                  <a:ext uri="{FF2B5EF4-FFF2-40B4-BE49-F238E27FC236}">
                    <a16:creationId xmlns:a16="http://schemas.microsoft.com/office/drawing/2014/main" id="{441CF1E9-68FD-AE59-3115-10DBB9AF99F1}"/>
                  </a:ext>
                </a:extLst>
              </p:cNvPr>
              <p:cNvSpPr/>
              <p:nvPr/>
            </p:nvSpPr>
            <p:spPr>
              <a:xfrm>
                <a:off x="5100000" y="3420000"/>
                <a:ext cx="200000" cy="290000"/>
              </a:xfrm>
              <a:custGeom>
                <a:avLst/>
                <a:gdLst>
                  <a:gd name="connsiteX0" fmla="*/ 0 w 200000"/>
                  <a:gd name="connsiteY0" fmla="*/ 145000 h 290000"/>
                  <a:gd name="connsiteX1" fmla="*/ 100000 w 200000"/>
                  <a:gd name="connsiteY1" fmla="*/ 0 h 290000"/>
                  <a:gd name="connsiteX2" fmla="*/ 200000 w 200000"/>
                  <a:gd name="connsiteY2" fmla="*/ 145000 h 290000"/>
                  <a:gd name="connsiteX3" fmla="*/ 100000 w 200000"/>
                  <a:gd name="connsiteY3" fmla="*/ 290000 h 29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FFFFFF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4" name="Text 16">
                <a:extLst>
                  <a:ext uri="{FF2B5EF4-FFF2-40B4-BE49-F238E27FC236}">
                    <a16:creationId xmlns:a16="http://schemas.microsoft.com/office/drawing/2014/main" id="{4B81A62E-5FA9-39B6-0487-5ACEA017CF3F}"/>
                  </a:ext>
                </a:extLst>
              </p:cNvPr>
              <p:cNvSpPr txBox="1"/>
              <p:nvPr/>
            </p:nvSpPr>
            <p:spPr>
              <a:xfrm>
                <a:off x="5100000" y="3420000"/>
                <a:ext cx="200000" cy="29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3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9EAD692-763B-82D4-F650-93D211A6ABD9}"/>
                </a:ext>
              </a:extLst>
            </p:cNvPr>
            <p:cNvGrpSpPr/>
            <p:nvPr/>
          </p:nvGrpSpPr>
          <p:grpSpPr>
            <a:xfrm>
              <a:off x="6950000" y="4500000"/>
              <a:ext cx="500000" cy="500000"/>
              <a:chOff x="6950000" y="4500000"/>
              <a:chExt cx="500000" cy="500000"/>
            </a:xfrm>
          </p:grpSpPr>
          <p:sp>
            <p:nvSpPr>
              <p:cNvPr id="142" name="Shape 18">
                <a:extLst>
                  <a:ext uri="{FF2B5EF4-FFF2-40B4-BE49-F238E27FC236}">
                    <a16:creationId xmlns:a16="http://schemas.microsoft.com/office/drawing/2014/main" id="{9D124BEE-E448-346D-3038-BAB1E806B545}"/>
                  </a:ext>
                </a:extLst>
              </p:cNvPr>
              <p:cNvSpPr/>
              <p:nvPr/>
            </p:nvSpPr>
            <p:spPr>
              <a:xfrm>
                <a:off x="6950000" y="4500000"/>
                <a:ext cx="50000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500000" h="500000">
                    <a:moveTo>
                      <a:pt x="500000" y="250000"/>
                    </a:moveTo>
                    <a:cubicBezTo>
                      <a:pt x="500000" y="388071"/>
                      <a:pt x="388071" y="500000"/>
                      <a:pt x="250000" y="500000"/>
                    </a:cubicBezTo>
                    <a:cubicBezTo>
                      <a:pt x="111929" y="500000"/>
                      <a:pt x="0" y="388071"/>
                      <a:pt x="0" y="250000"/>
                    </a:cubicBezTo>
                    <a:cubicBezTo>
                      <a:pt x="0" y="111929"/>
                      <a:pt x="111929" y="0"/>
                      <a:pt x="250000" y="0"/>
                    </a:cubicBezTo>
                    <a:cubicBezTo>
                      <a:pt x="388071" y="0"/>
                      <a:pt x="500000" y="111929"/>
                      <a:pt x="500000" y="250000"/>
                    </a:cubicBezTo>
                    <a:close/>
                  </a:path>
                </a:pathLst>
              </a:custGeom>
              <a:solidFill>
                <a:srgbClr val="9C27B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6F736C-C541-0800-6E26-2F2A462E1923}"/>
                </a:ext>
              </a:extLst>
            </p:cNvPr>
            <p:cNvGrpSpPr/>
            <p:nvPr/>
          </p:nvGrpSpPr>
          <p:grpSpPr>
            <a:xfrm>
              <a:off x="7100000" y="4620000"/>
              <a:ext cx="200000" cy="290000"/>
              <a:chOff x="7100000" y="4620000"/>
              <a:chExt cx="200000" cy="290000"/>
            </a:xfrm>
          </p:grpSpPr>
          <p:sp>
            <p:nvSpPr>
              <p:cNvPr id="140" name="Shape 20">
                <a:extLst>
                  <a:ext uri="{FF2B5EF4-FFF2-40B4-BE49-F238E27FC236}">
                    <a16:creationId xmlns:a16="http://schemas.microsoft.com/office/drawing/2014/main" id="{6FCC1ADB-8582-DA30-B47D-7B96F5DB2748}"/>
                  </a:ext>
                </a:extLst>
              </p:cNvPr>
              <p:cNvSpPr/>
              <p:nvPr/>
            </p:nvSpPr>
            <p:spPr>
              <a:xfrm>
                <a:off x="7100000" y="4620000"/>
                <a:ext cx="200000" cy="290000"/>
              </a:xfrm>
              <a:custGeom>
                <a:avLst/>
                <a:gdLst>
                  <a:gd name="connsiteX0" fmla="*/ 0 w 200000"/>
                  <a:gd name="connsiteY0" fmla="*/ 145000 h 290000"/>
                  <a:gd name="connsiteX1" fmla="*/ 100000 w 200000"/>
                  <a:gd name="connsiteY1" fmla="*/ 0 h 290000"/>
                  <a:gd name="connsiteX2" fmla="*/ 200000 w 200000"/>
                  <a:gd name="connsiteY2" fmla="*/ 145000 h 290000"/>
                  <a:gd name="connsiteX3" fmla="*/ 100000 w 200000"/>
                  <a:gd name="connsiteY3" fmla="*/ 290000 h 29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FFFFFF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1" name="Text 21">
                <a:extLst>
                  <a:ext uri="{FF2B5EF4-FFF2-40B4-BE49-F238E27FC236}">
                    <a16:creationId xmlns:a16="http://schemas.microsoft.com/office/drawing/2014/main" id="{6D5AEF56-7ECD-075C-A5D7-E6A2E3446A21}"/>
                  </a:ext>
                </a:extLst>
              </p:cNvPr>
              <p:cNvSpPr txBox="1"/>
              <p:nvPr/>
            </p:nvSpPr>
            <p:spPr>
              <a:xfrm>
                <a:off x="7100000" y="4620000"/>
                <a:ext cx="200000" cy="29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3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DABC40-4430-6A5F-07BD-10B498D060A6}"/>
                </a:ext>
              </a:extLst>
            </p:cNvPr>
            <p:cNvGrpSpPr/>
            <p:nvPr/>
          </p:nvGrpSpPr>
          <p:grpSpPr>
            <a:xfrm>
              <a:off x="4950000" y="5700000"/>
              <a:ext cx="500000" cy="500000"/>
              <a:chOff x="4950000" y="5700000"/>
              <a:chExt cx="500000" cy="500000"/>
            </a:xfrm>
          </p:grpSpPr>
          <p:sp>
            <p:nvSpPr>
              <p:cNvPr id="139" name="Shape 23">
                <a:extLst>
                  <a:ext uri="{FF2B5EF4-FFF2-40B4-BE49-F238E27FC236}">
                    <a16:creationId xmlns:a16="http://schemas.microsoft.com/office/drawing/2014/main" id="{55DE7178-CA2B-31B3-1CE2-488E9ACE19C8}"/>
                  </a:ext>
                </a:extLst>
              </p:cNvPr>
              <p:cNvSpPr/>
              <p:nvPr/>
            </p:nvSpPr>
            <p:spPr>
              <a:xfrm>
                <a:off x="4950000" y="5700000"/>
                <a:ext cx="50000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500000" h="500000">
                    <a:moveTo>
                      <a:pt x="500000" y="250000"/>
                    </a:moveTo>
                    <a:cubicBezTo>
                      <a:pt x="500000" y="388071"/>
                      <a:pt x="388071" y="500000"/>
                      <a:pt x="250000" y="500000"/>
                    </a:cubicBezTo>
                    <a:cubicBezTo>
                      <a:pt x="111929" y="500000"/>
                      <a:pt x="0" y="388071"/>
                      <a:pt x="0" y="250000"/>
                    </a:cubicBezTo>
                    <a:cubicBezTo>
                      <a:pt x="0" y="111929"/>
                      <a:pt x="111929" y="0"/>
                      <a:pt x="250000" y="0"/>
                    </a:cubicBezTo>
                    <a:cubicBezTo>
                      <a:pt x="388071" y="0"/>
                      <a:pt x="500000" y="111929"/>
                      <a:pt x="500000" y="250000"/>
                    </a:cubicBezTo>
                    <a:close/>
                  </a:path>
                </a:pathLst>
              </a:custGeom>
              <a:solidFill>
                <a:srgbClr val="F44336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74DE6D-3F50-3148-558D-BEA21351EA6B}"/>
                </a:ext>
              </a:extLst>
            </p:cNvPr>
            <p:cNvGrpSpPr/>
            <p:nvPr/>
          </p:nvGrpSpPr>
          <p:grpSpPr>
            <a:xfrm>
              <a:off x="5100000" y="5820000"/>
              <a:ext cx="200000" cy="290000"/>
              <a:chOff x="5100000" y="5820000"/>
              <a:chExt cx="200000" cy="290000"/>
            </a:xfrm>
          </p:grpSpPr>
          <p:sp>
            <p:nvSpPr>
              <p:cNvPr id="137" name="Shape 25">
                <a:extLst>
                  <a:ext uri="{FF2B5EF4-FFF2-40B4-BE49-F238E27FC236}">
                    <a16:creationId xmlns:a16="http://schemas.microsoft.com/office/drawing/2014/main" id="{2C716953-EFB2-C6B4-8D04-08A65B098027}"/>
                  </a:ext>
                </a:extLst>
              </p:cNvPr>
              <p:cNvSpPr/>
              <p:nvPr/>
            </p:nvSpPr>
            <p:spPr>
              <a:xfrm>
                <a:off x="5100000" y="5820000"/>
                <a:ext cx="200000" cy="290000"/>
              </a:xfrm>
              <a:custGeom>
                <a:avLst/>
                <a:gdLst>
                  <a:gd name="connsiteX0" fmla="*/ 0 w 200000"/>
                  <a:gd name="connsiteY0" fmla="*/ 145000 h 290000"/>
                  <a:gd name="connsiteX1" fmla="*/ 100000 w 200000"/>
                  <a:gd name="connsiteY1" fmla="*/ 0 h 290000"/>
                  <a:gd name="connsiteX2" fmla="*/ 200000 w 200000"/>
                  <a:gd name="connsiteY2" fmla="*/ 145000 h 290000"/>
                  <a:gd name="connsiteX3" fmla="*/ 100000 w 200000"/>
                  <a:gd name="connsiteY3" fmla="*/ 290000 h 29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FFFFFF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8" name="Text 26">
                <a:extLst>
                  <a:ext uri="{FF2B5EF4-FFF2-40B4-BE49-F238E27FC236}">
                    <a16:creationId xmlns:a16="http://schemas.microsoft.com/office/drawing/2014/main" id="{388F74D8-1D8D-04FB-DB1F-A8E3D0E3FEB6}"/>
                  </a:ext>
                </a:extLst>
              </p:cNvPr>
              <p:cNvSpPr txBox="1"/>
              <p:nvPr/>
            </p:nvSpPr>
            <p:spPr>
              <a:xfrm>
                <a:off x="5100000" y="5820000"/>
                <a:ext cx="200000" cy="29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3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F2CEF38-BAC7-711B-BAAC-11B462130731}"/>
                </a:ext>
              </a:extLst>
            </p:cNvPr>
            <p:cNvGrpSpPr/>
            <p:nvPr/>
          </p:nvGrpSpPr>
          <p:grpSpPr>
            <a:xfrm>
              <a:off x="400000" y="1550000"/>
              <a:ext cx="1600000" cy="800000"/>
              <a:chOff x="400000" y="1550000"/>
              <a:chExt cx="1600000" cy="800000"/>
            </a:xfrm>
          </p:grpSpPr>
          <p:sp>
            <p:nvSpPr>
              <p:cNvPr id="136" name="Shape 28">
                <a:extLst>
                  <a:ext uri="{FF2B5EF4-FFF2-40B4-BE49-F238E27FC236}">
                    <a16:creationId xmlns:a16="http://schemas.microsoft.com/office/drawing/2014/main" id="{028AA8AF-9E2B-9758-9643-1329D20AC54B}"/>
                  </a:ext>
                </a:extLst>
              </p:cNvPr>
              <p:cNvSpPr/>
              <p:nvPr/>
            </p:nvSpPr>
            <p:spPr>
              <a:xfrm>
                <a:off x="400000" y="1550000"/>
                <a:ext cx="1600000" cy="800000"/>
              </a:xfrm>
              <a:custGeom>
                <a:avLst/>
                <a:gdLst/>
                <a:ahLst/>
                <a:cxnLst/>
                <a:rect l="l" t="t" r="r" b="b"/>
                <a:pathLst>
                  <a:path w="1600000" h="800000">
                    <a:moveTo>
                      <a:pt x="0" y="120000"/>
                    </a:moveTo>
                    <a:cubicBezTo>
                      <a:pt x="0" y="53726"/>
                      <a:pt x="53726" y="0"/>
                      <a:pt x="120000" y="0"/>
                    </a:cubicBezTo>
                    <a:lnTo>
                      <a:pt x="1480000" y="0"/>
                    </a:lnTo>
                    <a:cubicBezTo>
                      <a:pt x="1546270" y="0"/>
                      <a:pt x="1600000" y="53726"/>
                      <a:pt x="1600000" y="120000"/>
                    </a:cubicBezTo>
                    <a:lnTo>
                      <a:pt x="1600000" y="680000"/>
                    </a:lnTo>
                    <a:cubicBezTo>
                      <a:pt x="1600000" y="746274"/>
                      <a:pt x="1546270" y="800000"/>
                      <a:pt x="1480000" y="800000"/>
                    </a:cubicBezTo>
                    <a:lnTo>
                      <a:pt x="120000" y="800000"/>
                    </a:lnTo>
                    <a:cubicBezTo>
                      <a:pt x="53726" y="800000"/>
                      <a:pt x="0" y="746274"/>
                      <a:pt x="0" y="680000"/>
                    </a:cubicBezTo>
                    <a:lnTo>
                      <a:pt x="0" y="120000"/>
                    </a:lnTo>
                    <a:close/>
                  </a:path>
                </a:pathLst>
              </a:custGeom>
              <a:gradFill>
                <a:gsLst>
                  <a:gs pos="0">
                    <a:srgbClr val="E8F5E8"/>
                  </a:gs>
                  <a:gs pos="100000">
                    <a:srgbClr val="A5D6A7"/>
                  </a:gs>
                </a:gsLst>
                <a:lin ang="2700000" scaled="0"/>
              </a:gradFill>
              <a:ln w="30000" cap="flat">
                <a:solidFill>
                  <a:srgbClr val="4CAF50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B81A91-163F-70CE-0285-982842C4DF38}"/>
                </a:ext>
              </a:extLst>
            </p:cNvPr>
            <p:cNvGrpSpPr/>
            <p:nvPr/>
          </p:nvGrpSpPr>
          <p:grpSpPr>
            <a:xfrm>
              <a:off x="808125" y="1660000"/>
              <a:ext cx="783750" cy="270000"/>
              <a:chOff x="808125" y="1660000"/>
              <a:chExt cx="783750" cy="270000"/>
            </a:xfrm>
          </p:grpSpPr>
          <p:sp>
            <p:nvSpPr>
              <p:cNvPr id="134" name="Shape 30">
                <a:extLst>
                  <a:ext uri="{FF2B5EF4-FFF2-40B4-BE49-F238E27FC236}">
                    <a16:creationId xmlns:a16="http://schemas.microsoft.com/office/drawing/2014/main" id="{0619B1EE-6A7D-D7EA-0422-17F75E1EE883}"/>
                  </a:ext>
                </a:extLst>
              </p:cNvPr>
              <p:cNvSpPr/>
              <p:nvPr/>
            </p:nvSpPr>
            <p:spPr>
              <a:xfrm>
                <a:off x="810000" y="1660000"/>
                <a:ext cx="780000" cy="270000"/>
              </a:xfrm>
              <a:custGeom>
                <a:avLst/>
                <a:gdLst>
                  <a:gd name="connsiteX0" fmla="*/ 0 w 780000"/>
                  <a:gd name="connsiteY0" fmla="*/ 135000 h 270000"/>
                  <a:gd name="connsiteX1" fmla="*/ 390000 w 780000"/>
                  <a:gd name="connsiteY1" fmla="*/ 0 h 270000"/>
                  <a:gd name="connsiteX2" fmla="*/ 780000 w 780000"/>
                  <a:gd name="connsiteY2" fmla="*/ 135000 h 270000"/>
                  <a:gd name="connsiteX3" fmla="*/ 390000 w 780000"/>
                  <a:gd name="connsiteY3" fmla="*/ 270000 h 27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1B5E2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5" name="Text 31">
                <a:extLst>
                  <a:ext uri="{FF2B5EF4-FFF2-40B4-BE49-F238E27FC236}">
                    <a16:creationId xmlns:a16="http://schemas.microsoft.com/office/drawing/2014/main" id="{574B4AA9-C7C8-71CF-33E6-52863D53186F}"/>
                  </a:ext>
                </a:extLst>
              </p:cNvPr>
              <p:cNvSpPr txBox="1"/>
              <p:nvPr/>
            </p:nvSpPr>
            <p:spPr>
              <a:xfrm>
                <a:off x="808125" y="1660000"/>
                <a:ext cx="783750" cy="27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B5E2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WAITING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93D8BE9-9771-CD29-98AD-B01251961B45}"/>
                </a:ext>
              </a:extLst>
            </p:cNvPr>
            <p:cNvGrpSpPr/>
            <p:nvPr/>
          </p:nvGrpSpPr>
          <p:grpSpPr>
            <a:xfrm>
              <a:off x="909999" y="1860000"/>
              <a:ext cx="570000" cy="270000"/>
              <a:chOff x="909999" y="1860000"/>
              <a:chExt cx="570000" cy="270000"/>
            </a:xfrm>
          </p:grpSpPr>
          <p:sp>
            <p:nvSpPr>
              <p:cNvPr id="132" name="Shape 33">
                <a:extLst>
                  <a:ext uri="{FF2B5EF4-FFF2-40B4-BE49-F238E27FC236}">
                    <a16:creationId xmlns:a16="http://schemas.microsoft.com/office/drawing/2014/main" id="{468F8D6F-A632-D878-D28E-3294E6E1C644}"/>
                  </a:ext>
                </a:extLst>
              </p:cNvPr>
              <p:cNvSpPr/>
              <p:nvPr/>
            </p:nvSpPr>
            <p:spPr>
              <a:xfrm>
                <a:off x="920000" y="1860000"/>
                <a:ext cx="550000" cy="270000"/>
              </a:xfrm>
              <a:custGeom>
                <a:avLst/>
                <a:gdLst>
                  <a:gd name="connsiteX0" fmla="*/ 0 w 550000"/>
                  <a:gd name="connsiteY0" fmla="*/ 135000 h 270000"/>
                  <a:gd name="connsiteX1" fmla="*/ 275000 w 550000"/>
                  <a:gd name="connsiteY1" fmla="*/ 0 h 270000"/>
                  <a:gd name="connsiteX2" fmla="*/ 550000 w 550000"/>
                  <a:gd name="connsiteY2" fmla="*/ 135000 h 270000"/>
                  <a:gd name="connsiteX3" fmla="*/ 275000 w 550000"/>
                  <a:gd name="connsiteY3" fmla="*/ 270000 h 27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1B5E2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3" name="Text 34">
                <a:extLst>
                  <a:ext uri="{FF2B5EF4-FFF2-40B4-BE49-F238E27FC236}">
                    <a16:creationId xmlns:a16="http://schemas.microsoft.com/office/drawing/2014/main" id="{DC63885F-7C8A-C037-CC0C-2A624097ED00}"/>
                  </a:ext>
                </a:extLst>
              </p:cNvPr>
              <p:cNvSpPr txBox="1"/>
              <p:nvPr/>
            </p:nvSpPr>
            <p:spPr>
              <a:xfrm>
                <a:off x="909999" y="1860000"/>
                <a:ext cx="570000" cy="27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B5E2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AREA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946EB53-1683-7212-A0F6-C4D9D9F52FF1}"/>
                </a:ext>
              </a:extLst>
            </p:cNvPr>
            <p:cNvGrpSpPr/>
            <p:nvPr/>
          </p:nvGrpSpPr>
          <p:grpSpPr>
            <a:xfrm>
              <a:off x="689999" y="2060000"/>
              <a:ext cx="1010000" cy="210000"/>
              <a:chOff x="689999" y="2060000"/>
              <a:chExt cx="1010000" cy="210000"/>
            </a:xfrm>
          </p:grpSpPr>
          <p:sp>
            <p:nvSpPr>
              <p:cNvPr id="130" name="Shape 36">
                <a:extLst>
                  <a:ext uri="{FF2B5EF4-FFF2-40B4-BE49-F238E27FC236}">
                    <a16:creationId xmlns:a16="http://schemas.microsoft.com/office/drawing/2014/main" id="{954DDA51-5931-4BB5-1F5B-5A509AECCD1E}"/>
                  </a:ext>
                </a:extLst>
              </p:cNvPr>
              <p:cNvSpPr/>
              <p:nvPr/>
            </p:nvSpPr>
            <p:spPr>
              <a:xfrm>
                <a:off x="710000" y="2060000"/>
                <a:ext cx="970000" cy="210000"/>
              </a:xfrm>
              <a:custGeom>
                <a:avLst/>
                <a:gdLst>
                  <a:gd name="connsiteX0" fmla="*/ 0 w 970000"/>
                  <a:gd name="connsiteY0" fmla="*/ 105000 h 210000"/>
                  <a:gd name="connsiteX1" fmla="*/ 485000 w 970000"/>
                  <a:gd name="connsiteY1" fmla="*/ 0 h 210000"/>
                  <a:gd name="connsiteX2" fmla="*/ 970000 w 970000"/>
                  <a:gd name="connsiteY2" fmla="*/ 105000 h 210000"/>
                  <a:gd name="connsiteX3" fmla="*/ 485000 w 970000"/>
                  <a:gd name="connsiteY3" fmla="*/ 210000 h 2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2E7D32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1" name="Text 37">
                <a:extLst>
                  <a:ext uri="{FF2B5EF4-FFF2-40B4-BE49-F238E27FC236}">
                    <a16:creationId xmlns:a16="http://schemas.microsoft.com/office/drawing/2014/main" id="{7E42F0DE-565D-3144-EF8A-D43A8022A5EC}"/>
                  </a:ext>
                </a:extLst>
              </p:cNvPr>
              <p:cNvSpPr txBox="1"/>
              <p:nvPr/>
            </p:nvSpPr>
            <p:spPr>
              <a:xfrm>
                <a:off x="689999" y="2060000"/>
                <a:ext cx="1010000" cy="2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7D32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Patient Registration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869BF3B-80A1-AFAB-42B7-146E50E1A8D3}"/>
                </a:ext>
              </a:extLst>
            </p:cNvPr>
            <p:cNvGrpSpPr/>
            <p:nvPr/>
          </p:nvGrpSpPr>
          <p:grpSpPr>
            <a:xfrm>
              <a:off x="2100000" y="1950000"/>
              <a:ext cx="900000" cy="400000"/>
              <a:chOff x="2100000" y="1950000"/>
              <a:chExt cx="900000" cy="400000"/>
            </a:xfrm>
          </p:grpSpPr>
          <p:sp>
            <p:nvSpPr>
              <p:cNvPr id="129" name="Shape 39">
                <a:extLst>
                  <a:ext uri="{FF2B5EF4-FFF2-40B4-BE49-F238E27FC236}">
                    <a16:creationId xmlns:a16="http://schemas.microsoft.com/office/drawing/2014/main" id="{2920493A-3131-14DF-2686-D2E99E14B1F8}"/>
                  </a:ext>
                </a:extLst>
              </p:cNvPr>
              <p:cNvSpPr/>
              <p:nvPr/>
            </p:nvSpPr>
            <p:spPr>
              <a:xfrm>
                <a:off x="2100000" y="1950000"/>
                <a:ext cx="900000" cy="400000"/>
              </a:xfrm>
              <a:custGeom>
                <a:avLst/>
                <a:gdLst/>
                <a:ahLst/>
                <a:cxnLst/>
                <a:rect l="l" t="t" r="r" b="b"/>
                <a:pathLst>
                  <a:path w="900000" h="400000">
                    <a:moveTo>
                      <a:pt x="0" y="0"/>
                    </a:moveTo>
                    <a:cubicBezTo>
                      <a:pt x="200000" y="0"/>
                      <a:pt x="366667" y="66667"/>
                      <a:pt x="500000" y="200000"/>
                    </a:cubicBezTo>
                    <a:cubicBezTo>
                      <a:pt x="633333" y="333333"/>
                      <a:pt x="766667" y="400000"/>
                      <a:pt x="900000" y="400000"/>
                    </a:cubicBezTo>
                  </a:path>
                </a:pathLst>
              </a:custGeom>
              <a:noFill/>
              <a:ln w="40000" cap="flat">
                <a:solidFill>
                  <a:srgbClr val="666666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2C61E5C-B644-8206-5E1B-D2B0CEAE2E4D}"/>
                </a:ext>
              </a:extLst>
            </p:cNvPr>
            <p:cNvGrpSpPr/>
            <p:nvPr/>
          </p:nvGrpSpPr>
          <p:grpSpPr>
            <a:xfrm>
              <a:off x="3000000" y="2300000"/>
              <a:ext cx="150000" cy="100000"/>
              <a:chOff x="3000000" y="2300000"/>
              <a:chExt cx="150000" cy="100000"/>
            </a:xfrm>
          </p:grpSpPr>
          <p:sp>
            <p:nvSpPr>
              <p:cNvPr id="128" name="Shape 41">
                <a:extLst>
                  <a:ext uri="{FF2B5EF4-FFF2-40B4-BE49-F238E27FC236}">
                    <a16:creationId xmlns:a16="http://schemas.microsoft.com/office/drawing/2014/main" id="{7F7C67CC-AAF3-D60C-A402-E2DF56AE078F}"/>
                  </a:ext>
                </a:extLst>
              </p:cNvPr>
              <p:cNvSpPr/>
              <p:nvPr/>
            </p:nvSpPr>
            <p:spPr>
              <a:xfrm>
                <a:off x="3000000" y="2300000"/>
                <a:ext cx="150000" cy="10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00000">
                    <a:moveTo>
                      <a:pt x="0" y="0"/>
                    </a:moveTo>
                    <a:lnTo>
                      <a:pt x="150000" y="5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F427777-A840-378F-7C92-A81EE8EBD3C1}"/>
                </a:ext>
              </a:extLst>
            </p:cNvPr>
            <p:cNvGrpSpPr/>
            <p:nvPr/>
          </p:nvGrpSpPr>
          <p:grpSpPr>
            <a:xfrm>
              <a:off x="2400000" y="2750000"/>
              <a:ext cx="1600000" cy="800000"/>
              <a:chOff x="2400000" y="2750000"/>
              <a:chExt cx="1600000" cy="800000"/>
            </a:xfrm>
          </p:grpSpPr>
          <p:sp>
            <p:nvSpPr>
              <p:cNvPr id="127" name="Shape 43">
                <a:extLst>
                  <a:ext uri="{FF2B5EF4-FFF2-40B4-BE49-F238E27FC236}">
                    <a16:creationId xmlns:a16="http://schemas.microsoft.com/office/drawing/2014/main" id="{78A3FE27-E328-E2F2-FBCD-F199467E87ED}"/>
                  </a:ext>
                </a:extLst>
              </p:cNvPr>
              <p:cNvSpPr/>
              <p:nvPr/>
            </p:nvSpPr>
            <p:spPr>
              <a:xfrm>
                <a:off x="2400000" y="2750000"/>
                <a:ext cx="1600000" cy="800000"/>
              </a:xfrm>
              <a:custGeom>
                <a:avLst/>
                <a:gdLst/>
                <a:ahLst/>
                <a:cxnLst/>
                <a:rect l="l" t="t" r="r" b="b"/>
                <a:pathLst>
                  <a:path w="1600000" h="800000">
                    <a:moveTo>
                      <a:pt x="0" y="120000"/>
                    </a:moveTo>
                    <a:cubicBezTo>
                      <a:pt x="0" y="53726"/>
                      <a:pt x="53726" y="0"/>
                      <a:pt x="120000" y="0"/>
                    </a:cubicBezTo>
                    <a:lnTo>
                      <a:pt x="1480000" y="0"/>
                    </a:lnTo>
                    <a:cubicBezTo>
                      <a:pt x="1546270" y="0"/>
                      <a:pt x="1600000" y="53726"/>
                      <a:pt x="1600000" y="120000"/>
                    </a:cubicBezTo>
                    <a:lnTo>
                      <a:pt x="1600000" y="680000"/>
                    </a:lnTo>
                    <a:cubicBezTo>
                      <a:pt x="1600000" y="746274"/>
                      <a:pt x="1546270" y="800000"/>
                      <a:pt x="1480000" y="800000"/>
                    </a:cubicBezTo>
                    <a:lnTo>
                      <a:pt x="120000" y="800000"/>
                    </a:lnTo>
                    <a:cubicBezTo>
                      <a:pt x="53726" y="800000"/>
                      <a:pt x="0" y="746274"/>
                      <a:pt x="0" y="680000"/>
                    </a:cubicBezTo>
                    <a:lnTo>
                      <a:pt x="0" y="120000"/>
                    </a:lnTo>
                    <a:close/>
                  </a:path>
                </a:pathLst>
              </a:custGeom>
              <a:gradFill>
                <a:gsLst>
                  <a:gs pos="0">
                    <a:srgbClr val="E3F2FD"/>
                  </a:gs>
                  <a:gs pos="100000">
                    <a:srgbClr val="90CAF9"/>
                  </a:gs>
                </a:gsLst>
                <a:lin ang="2700000" scaled="0"/>
              </a:gradFill>
              <a:ln w="30000" cap="flat">
                <a:solidFill>
                  <a:srgbClr val="2196F3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6CBCC75-21EE-BCEE-0972-61163414EAFD}"/>
                </a:ext>
              </a:extLst>
            </p:cNvPr>
            <p:cNvGrpSpPr/>
            <p:nvPr/>
          </p:nvGrpSpPr>
          <p:grpSpPr>
            <a:xfrm>
              <a:off x="2600000" y="2830000"/>
              <a:ext cx="1200000" cy="240000"/>
              <a:chOff x="2600000" y="2830000"/>
              <a:chExt cx="1200000" cy="240000"/>
            </a:xfrm>
          </p:grpSpPr>
          <p:sp>
            <p:nvSpPr>
              <p:cNvPr id="125" name="Shape 45">
                <a:extLst>
                  <a:ext uri="{FF2B5EF4-FFF2-40B4-BE49-F238E27FC236}">
                    <a16:creationId xmlns:a16="http://schemas.microsoft.com/office/drawing/2014/main" id="{DC471576-D597-F085-0684-F5DAF9C6A2C4}"/>
                  </a:ext>
                </a:extLst>
              </p:cNvPr>
              <p:cNvSpPr/>
              <p:nvPr/>
            </p:nvSpPr>
            <p:spPr>
              <a:xfrm>
                <a:off x="2600000" y="2830000"/>
                <a:ext cx="1200000" cy="240000"/>
              </a:xfrm>
              <a:custGeom>
                <a:avLst/>
                <a:gdLst>
                  <a:gd name="connsiteX0" fmla="*/ 0 w 1200000"/>
                  <a:gd name="connsiteY0" fmla="*/ 120000 h 240000"/>
                  <a:gd name="connsiteX1" fmla="*/ 600000 w 1200000"/>
                  <a:gd name="connsiteY1" fmla="*/ 0 h 240000"/>
                  <a:gd name="connsiteX2" fmla="*/ 1200000 w 1200000"/>
                  <a:gd name="connsiteY2" fmla="*/ 120000 h 240000"/>
                  <a:gd name="connsiteX3" fmla="*/ 600000 w 1200000"/>
                  <a:gd name="connsiteY3" fmla="*/ 240000 h 2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0D47A1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6" name="Text 46">
                <a:extLst>
                  <a:ext uri="{FF2B5EF4-FFF2-40B4-BE49-F238E27FC236}">
                    <a16:creationId xmlns:a16="http://schemas.microsoft.com/office/drawing/2014/main" id="{6F312CEB-C440-BCA8-1E5F-1180D896B737}"/>
                  </a:ext>
                </a:extLst>
              </p:cNvPr>
              <p:cNvSpPr txBox="1"/>
              <p:nvPr/>
            </p:nvSpPr>
            <p:spPr>
              <a:xfrm>
                <a:off x="2601953" y="2830000"/>
                <a:ext cx="1196090" cy="24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47A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MEASUREMENT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31E9957-1CE3-F4A6-EB49-1B3DB9C73AA1}"/>
                </a:ext>
              </a:extLst>
            </p:cNvPr>
            <p:cNvGrpSpPr/>
            <p:nvPr/>
          </p:nvGrpSpPr>
          <p:grpSpPr>
            <a:xfrm>
              <a:off x="2520000" y="3030000"/>
              <a:ext cx="1370000" cy="240000"/>
              <a:chOff x="2520000" y="3030000"/>
              <a:chExt cx="1370000" cy="240000"/>
            </a:xfrm>
          </p:grpSpPr>
          <p:sp>
            <p:nvSpPr>
              <p:cNvPr id="123" name="Shape 48">
                <a:extLst>
                  <a:ext uri="{FF2B5EF4-FFF2-40B4-BE49-F238E27FC236}">
                    <a16:creationId xmlns:a16="http://schemas.microsoft.com/office/drawing/2014/main" id="{754AB763-0075-89BF-3E7D-6E1476CDE517}"/>
                  </a:ext>
                </a:extLst>
              </p:cNvPr>
              <p:cNvSpPr/>
              <p:nvPr/>
            </p:nvSpPr>
            <p:spPr>
              <a:xfrm>
                <a:off x="2520000" y="3030000"/>
                <a:ext cx="1370000" cy="240000"/>
              </a:xfrm>
              <a:custGeom>
                <a:avLst/>
                <a:gdLst>
                  <a:gd name="connsiteX0" fmla="*/ 0 w 1370000"/>
                  <a:gd name="connsiteY0" fmla="*/ 120000 h 240000"/>
                  <a:gd name="connsiteX1" fmla="*/ 685000 w 1370000"/>
                  <a:gd name="connsiteY1" fmla="*/ 0 h 240000"/>
                  <a:gd name="connsiteX2" fmla="*/ 1370000 w 1370000"/>
                  <a:gd name="connsiteY2" fmla="*/ 120000 h 240000"/>
                  <a:gd name="connsiteX3" fmla="*/ 685000 w 1370000"/>
                  <a:gd name="connsiteY3" fmla="*/ 240000 h 2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0D47A1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4" name="Text 49">
                <a:extLst>
                  <a:ext uri="{FF2B5EF4-FFF2-40B4-BE49-F238E27FC236}">
                    <a16:creationId xmlns:a16="http://schemas.microsoft.com/office/drawing/2014/main" id="{D3DA02FB-68E3-7770-B3AA-10A98B573C74}"/>
                  </a:ext>
                </a:extLst>
              </p:cNvPr>
              <p:cNvSpPr txBox="1"/>
              <p:nvPr/>
            </p:nvSpPr>
            <p:spPr>
              <a:xfrm>
                <a:off x="2521797" y="3030000"/>
                <a:ext cx="1366410" cy="24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47A1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HEIGHT &amp; WEIGHT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6260425-90C4-BA48-5857-BAE78A8D52E5}"/>
                </a:ext>
              </a:extLst>
            </p:cNvPr>
            <p:cNvGrpSpPr/>
            <p:nvPr/>
          </p:nvGrpSpPr>
          <p:grpSpPr>
            <a:xfrm>
              <a:off x="2670001" y="3260000"/>
              <a:ext cx="1060000" cy="210000"/>
              <a:chOff x="2670001" y="3260000"/>
              <a:chExt cx="1060000" cy="210000"/>
            </a:xfrm>
          </p:grpSpPr>
          <p:sp>
            <p:nvSpPr>
              <p:cNvPr id="121" name="Shape 51">
                <a:extLst>
                  <a:ext uri="{FF2B5EF4-FFF2-40B4-BE49-F238E27FC236}">
                    <a16:creationId xmlns:a16="http://schemas.microsoft.com/office/drawing/2014/main" id="{EBB8F9A8-13B9-27E4-FB0A-CF0FA274C00E}"/>
                  </a:ext>
                </a:extLst>
              </p:cNvPr>
              <p:cNvSpPr/>
              <p:nvPr/>
            </p:nvSpPr>
            <p:spPr>
              <a:xfrm>
                <a:off x="2680000" y="3260000"/>
                <a:ext cx="1040000" cy="210000"/>
              </a:xfrm>
              <a:custGeom>
                <a:avLst/>
                <a:gdLst>
                  <a:gd name="connsiteX0" fmla="*/ 0 w 1040000"/>
                  <a:gd name="connsiteY0" fmla="*/ 105000 h 210000"/>
                  <a:gd name="connsiteX1" fmla="*/ 520000 w 1040000"/>
                  <a:gd name="connsiteY1" fmla="*/ 0 h 210000"/>
                  <a:gd name="connsiteX2" fmla="*/ 1040000 w 1040000"/>
                  <a:gd name="connsiteY2" fmla="*/ 105000 h 210000"/>
                  <a:gd name="connsiteX3" fmla="*/ 520000 w 1040000"/>
                  <a:gd name="connsiteY3" fmla="*/ 210000 h 2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1565C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2" name="Text 52">
                <a:extLst>
                  <a:ext uri="{FF2B5EF4-FFF2-40B4-BE49-F238E27FC236}">
                    <a16:creationId xmlns:a16="http://schemas.microsoft.com/office/drawing/2014/main" id="{E78723AC-0E1F-C9B9-9AB3-DA1F80482CA7}"/>
                  </a:ext>
                </a:extLst>
              </p:cNvPr>
              <p:cNvSpPr txBox="1"/>
              <p:nvPr/>
            </p:nvSpPr>
            <p:spPr>
              <a:xfrm>
                <a:off x="2670001" y="3260000"/>
                <a:ext cx="1060000" cy="2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565C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Vital Signs Collection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4CFDCC2-0E7B-9523-438A-9950CCE4E820}"/>
                </a:ext>
              </a:extLst>
            </p:cNvPr>
            <p:cNvGrpSpPr/>
            <p:nvPr/>
          </p:nvGrpSpPr>
          <p:grpSpPr>
            <a:xfrm>
              <a:off x="4100000" y="3150000"/>
              <a:ext cx="900000" cy="400000"/>
              <a:chOff x="4100000" y="3150000"/>
              <a:chExt cx="900000" cy="400000"/>
            </a:xfrm>
          </p:grpSpPr>
          <p:sp>
            <p:nvSpPr>
              <p:cNvPr id="120" name="Shape 54">
                <a:extLst>
                  <a:ext uri="{FF2B5EF4-FFF2-40B4-BE49-F238E27FC236}">
                    <a16:creationId xmlns:a16="http://schemas.microsoft.com/office/drawing/2014/main" id="{68B93865-1BCE-113F-4213-CA7BA8AB5D4B}"/>
                  </a:ext>
                </a:extLst>
              </p:cNvPr>
              <p:cNvSpPr/>
              <p:nvPr/>
            </p:nvSpPr>
            <p:spPr>
              <a:xfrm>
                <a:off x="4100000" y="3150000"/>
                <a:ext cx="900000" cy="400000"/>
              </a:xfrm>
              <a:custGeom>
                <a:avLst/>
                <a:gdLst/>
                <a:ahLst/>
                <a:cxnLst/>
                <a:rect l="l" t="t" r="r" b="b"/>
                <a:pathLst>
                  <a:path w="900000" h="400000">
                    <a:moveTo>
                      <a:pt x="0" y="0"/>
                    </a:moveTo>
                    <a:cubicBezTo>
                      <a:pt x="200000" y="0"/>
                      <a:pt x="366667" y="66667"/>
                      <a:pt x="500000" y="200000"/>
                    </a:cubicBezTo>
                    <a:cubicBezTo>
                      <a:pt x="633333" y="333333"/>
                      <a:pt x="766667" y="400000"/>
                      <a:pt x="900000" y="400000"/>
                    </a:cubicBezTo>
                  </a:path>
                </a:pathLst>
              </a:custGeom>
              <a:noFill/>
              <a:ln w="40000" cap="flat">
                <a:solidFill>
                  <a:srgbClr val="666666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845E2C-E4D2-729D-82FB-1DA2C14D9F11}"/>
                </a:ext>
              </a:extLst>
            </p:cNvPr>
            <p:cNvGrpSpPr/>
            <p:nvPr/>
          </p:nvGrpSpPr>
          <p:grpSpPr>
            <a:xfrm>
              <a:off x="5000000" y="3500000"/>
              <a:ext cx="150000" cy="100000"/>
              <a:chOff x="5000000" y="3500000"/>
              <a:chExt cx="150000" cy="100000"/>
            </a:xfrm>
          </p:grpSpPr>
          <p:sp>
            <p:nvSpPr>
              <p:cNvPr id="119" name="Shape 56">
                <a:extLst>
                  <a:ext uri="{FF2B5EF4-FFF2-40B4-BE49-F238E27FC236}">
                    <a16:creationId xmlns:a16="http://schemas.microsoft.com/office/drawing/2014/main" id="{B7BAD899-BF3C-5AD1-41CF-BCD209A1FE5D}"/>
                  </a:ext>
                </a:extLst>
              </p:cNvPr>
              <p:cNvSpPr/>
              <p:nvPr/>
            </p:nvSpPr>
            <p:spPr>
              <a:xfrm>
                <a:off x="5000000" y="3500000"/>
                <a:ext cx="150000" cy="10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00000">
                    <a:moveTo>
                      <a:pt x="0" y="0"/>
                    </a:moveTo>
                    <a:lnTo>
                      <a:pt x="150000" y="5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57BF2FC-61E9-727E-DF23-CA4C176CB921}"/>
                </a:ext>
              </a:extLst>
            </p:cNvPr>
            <p:cNvGrpSpPr/>
            <p:nvPr/>
          </p:nvGrpSpPr>
          <p:grpSpPr>
            <a:xfrm>
              <a:off x="4400000" y="3950000"/>
              <a:ext cx="1600000" cy="800000"/>
              <a:chOff x="4400000" y="3950000"/>
              <a:chExt cx="1600000" cy="800000"/>
            </a:xfrm>
          </p:grpSpPr>
          <p:sp>
            <p:nvSpPr>
              <p:cNvPr id="118" name="Shape 58">
                <a:extLst>
                  <a:ext uri="{FF2B5EF4-FFF2-40B4-BE49-F238E27FC236}">
                    <a16:creationId xmlns:a16="http://schemas.microsoft.com/office/drawing/2014/main" id="{835EEB18-21DE-D5AF-9983-4A6914D90A72}"/>
                  </a:ext>
                </a:extLst>
              </p:cNvPr>
              <p:cNvSpPr/>
              <p:nvPr/>
            </p:nvSpPr>
            <p:spPr>
              <a:xfrm>
                <a:off x="4400000" y="3950000"/>
                <a:ext cx="1600000" cy="800000"/>
              </a:xfrm>
              <a:custGeom>
                <a:avLst/>
                <a:gdLst/>
                <a:ahLst/>
                <a:cxnLst/>
                <a:rect l="l" t="t" r="r" b="b"/>
                <a:pathLst>
                  <a:path w="1600000" h="800000">
                    <a:moveTo>
                      <a:pt x="0" y="120000"/>
                    </a:moveTo>
                    <a:cubicBezTo>
                      <a:pt x="0" y="53726"/>
                      <a:pt x="53726" y="0"/>
                      <a:pt x="120000" y="0"/>
                    </a:cubicBezTo>
                    <a:lnTo>
                      <a:pt x="1480000" y="0"/>
                    </a:lnTo>
                    <a:cubicBezTo>
                      <a:pt x="1546270" y="0"/>
                      <a:pt x="1600000" y="53726"/>
                      <a:pt x="1600000" y="120000"/>
                    </a:cubicBezTo>
                    <a:lnTo>
                      <a:pt x="1600000" y="680000"/>
                    </a:lnTo>
                    <a:cubicBezTo>
                      <a:pt x="1600000" y="746274"/>
                      <a:pt x="1546270" y="800000"/>
                      <a:pt x="1480000" y="800000"/>
                    </a:cubicBezTo>
                    <a:lnTo>
                      <a:pt x="120000" y="800000"/>
                    </a:lnTo>
                    <a:cubicBezTo>
                      <a:pt x="53726" y="800000"/>
                      <a:pt x="0" y="746274"/>
                      <a:pt x="0" y="680000"/>
                    </a:cubicBezTo>
                    <a:lnTo>
                      <a:pt x="0" y="120000"/>
                    </a:lnTo>
                    <a:close/>
                  </a:path>
                </a:pathLst>
              </a:custGeom>
              <a:gradFill>
                <a:gsLst>
                  <a:gs pos="0">
                    <a:srgbClr val="FFF3E0"/>
                  </a:gs>
                  <a:gs pos="100000">
                    <a:srgbClr val="FFCC80"/>
                  </a:gs>
                </a:gsLst>
                <a:lin ang="2700000" scaled="0"/>
              </a:gradFill>
              <a:ln w="30000" cap="flat">
                <a:solidFill>
                  <a:srgbClr val="FF9800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6DFAF6A-467E-EF2F-A0AE-311430FE3DBA}"/>
                </a:ext>
              </a:extLst>
            </p:cNvPr>
            <p:cNvGrpSpPr/>
            <p:nvPr/>
          </p:nvGrpSpPr>
          <p:grpSpPr>
            <a:xfrm>
              <a:off x="4560000" y="4030000"/>
              <a:ext cx="1290000" cy="240000"/>
              <a:chOff x="4560000" y="4030000"/>
              <a:chExt cx="1290000" cy="240000"/>
            </a:xfrm>
          </p:grpSpPr>
          <p:sp>
            <p:nvSpPr>
              <p:cNvPr id="116" name="Shape 60">
                <a:extLst>
                  <a:ext uri="{FF2B5EF4-FFF2-40B4-BE49-F238E27FC236}">
                    <a16:creationId xmlns:a16="http://schemas.microsoft.com/office/drawing/2014/main" id="{C3B36FBE-8BDB-0343-3F75-BAD5DDA43AE7}"/>
                  </a:ext>
                </a:extLst>
              </p:cNvPr>
              <p:cNvSpPr/>
              <p:nvPr/>
            </p:nvSpPr>
            <p:spPr>
              <a:xfrm>
                <a:off x="4560000" y="4030000"/>
                <a:ext cx="1290000" cy="240000"/>
              </a:xfrm>
              <a:custGeom>
                <a:avLst/>
                <a:gdLst>
                  <a:gd name="connsiteX0" fmla="*/ 0 w 1290000"/>
                  <a:gd name="connsiteY0" fmla="*/ 120000 h 240000"/>
                  <a:gd name="connsiteX1" fmla="*/ 645000 w 1290000"/>
                  <a:gd name="connsiteY1" fmla="*/ 0 h 240000"/>
                  <a:gd name="connsiteX2" fmla="*/ 1290000 w 1290000"/>
                  <a:gd name="connsiteY2" fmla="*/ 120000 h 240000"/>
                  <a:gd name="connsiteX3" fmla="*/ 645000 w 1290000"/>
                  <a:gd name="connsiteY3" fmla="*/ 240000 h 2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E6510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7" name="Text 61">
                <a:extLst>
                  <a:ext uri="{FF2B5EF4-FFF2-40B4-BE49-F238E27FC236}">
                    <a16:creationId xmlns:a16="http://schemas.microsoft.com/office/drawing/2014/main" id="{C805F5FB-F4D0-C4E3-9260-B7E87E270188}"/>
                  </a:ext>
                </a:extLst>
              </p:cNvPr>
              <p:cNvSpPr txBox="1"/>
              <p:nvPr/>
            </p:nvSpPr>
            <p:spPr>
              <a:xfrm>
                <a:off x="4560703" y="4030000"/>
                <a:ext cx="1288590" cy="24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51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TAKING HISTORY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BE06B42-D3FC-9D07-FD23-9EB1FD78DAED}"/>
                </a:ext>
              </a:extLst>
            </p:cNvPr>
            <p:cNvGrpSpPr/>
            <p:nvPr/>
          </p:nvGrpSpPr>
          <p:grpSpPr>
            <a:xfrm>
              <a:off x="4840000" y="4230000"/>
              <a:ext cx="730000" cy="240000"/>
              <a:chOff x="4840000" y="4230000"/>
              <a:chExt cx="730000" cy="240000"/>
            </a:xfrm>
          </p:grpSpPr>
          <p:sp>
            <p:nvSpPr>
              <p:cNvPr id="114" name="Shape 63">
                <a:extLst>
                  <a:ext uri="{FF2B5EF4-FFF2-40B4-BE49-F238E27FC236}">
                    <a16:creationId xmlns:a16="http://schemas.microsoft.com/office/drawing/2014/main" id="{7789E014-9C42-C81C-B218-2FFE829C9A0F}"/>
                  </a:ext>
                </a:extLst>
              </p:cNvPr>
              <p:cNvSpPr/>
              <p:nvPr/>
            </p:nvSpPr>
            <p:spPr>
              <a:xfrm>
                <a:off x="4840000" y="4230000"/>
                <a:ext cx="730000" cy="240000"/>
              </a:xfrm>
              <a:custGeom>
                <a:avLst/>
                <a:gdLst>
                  <a:gd name="connsiteX0" fmla="*/ 0 w 730000"/>
                  <a:gd name="connsiteY0" fmla="*/ 120000 h 240000"/>
                  <a:gd name="connsiteX1" fmla="*/ 365000 w 730000"/>
                  <a:gd name="connsiteY1" fmla="*/ 0 h 240000"/>
                  <a:gd name="connsiteX2" fmla="*/ 730000 w 730000"/>
                  <a:gd name="connsiteY2" fmla="*/ 120000 h 240000"/>
                  <a:gd name="connsiteX3" fmla="*/ 365000 w 730000"/>
                  <a:gd name="connsiteY3" fmla="*/ 240000 h 2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E6510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5" name="Text 64">
                <a:extLst>
                  <a:ext uri="{FF2B5EF4-FFF2-40B4-BE49-F238E27FC236}">
                    <a16:creationId xmlns:a16="http://schemas.microsoft.com/office/drawing/2014/main" id="{16961E20-1944-0EB4-037A-5BF725A6CF0D}"/>
                  </a:ext>
                </a:extLst>
              </p:cNvPr>
              <p:cNvSpPr txBox="1"/>
              <p:nvPr/>
            </p:nvSpPr>
            <p:spPr>
              <a:xfrm>
                <a:off x="4841641" y="4230000"/>
                <a:ext cx="726719" cy="24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51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&amp; VITALS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7EFAEC2-C806-84B8-7E8F-EB765A6ADDBC}"/>
                </a:ext>
              </a:extLst>
            </p:cNvPr>
            <p:cNvGrpSpPr/>
            <p:nvPr/>
          </p:nvGrpSpPr>
          <p:grpSpPr>
            <a:xfrm>
              <a:off x="4680002" y="4460000"/>
              <a:ext cx="1030000" cy="210000"/>
              <a:chOff x="4680002" y="4460000"/>
              <a:chExt cx="1030000" cy="210000"/>
            </a:xfrm>
          </p:grpSpPr>
          <p:sp>
            <p:nvSpPr>
              <p:cNvPr id="112" name="Shape 66">
                <a:extLst>
                  <a:ext uri="{FF2B5EF4-FFF2-40B4-BE49-F238E27FC236}">
                    <a16:creationId xmlns:a16="http://schemas.microsoft.com/office/drawing/2014/main" id="{927CC8C2-BA19-0310-8344-B086B24FBB62}"/>
                  </a:ext>
                </a:extLst>
              </p:cNvPr>
              <p:cNvSpPr/>
              <p:nvPr/>
            </p:nvSpPr>
            <p:spPr>
              <a:xfrm>
                <a:off x="4690000" y="4460000"/>
                <a:ext cx="1010000" cy="210000"/>
              </a:xfrm>
              <a:custGeom>
                <a:avLst/>
                <a:gdLst>
                  <a:gd name="connsiteX0" fmla="*/ 0 w 1010000"/>
                  <a:gd name="connsiteY0" fmla="*/ 105000 h 210000"/>
                  <a:gd name="connsiteX1" fmla="*/ 505000 w 1010000"/>
                  <a:gd name="connsiteY1" fmla="*/ 0 h 210000"/>
                  <a:gd name="connsiteX2" fmla="*/ 1010000 w 1010000"/>
                  <a:gd name="connsiteY2" fmla="*/ 105000 h 210000"/>
                  <a:gd name="connsiteX3" fmla="*/ 505000 w 1010000"/>
                  <a:gd name="connsiteY3" fmla="*/ 210000 h 2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F57C00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3" name="Text 67">
                <a:extLst>
                  <a:ext uri="{FF2B5EF4-FFF2-40B4-BE49-F238E27FC236}">
                    <a16:creationId xmlns:a16="http://schemas.microsoft.com/office/drawing/2014/main" id="{061B0CD3-7DD1-16A7-70E6-D9D68A852790}"/>
                  </a:ext>
                </a:extLst>
              </p:cNvPr>
              <p:cNvSpPr txBox="1"/>
              <p:nvPr/>
            </p:nvSpPr>
            <p:spPr>
              <a:xfrm>
                <a:off x="4680002" y="4460000"/>
                <a:ext cx="1030000" cy="2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7C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Medical Assessment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37899E5-92D8-5675-6BD9-7B8102E4E970}"/>
                </a:ext>
              </a:extLst>
            </p:cNvPr>
            <p:cNvGrpSpPr/>
            <p:nvPr/>
          </p:nvGrpSpPr>
          <p:grpSpPr>
            <a:xfrm>
              <a:off x="6100000" y="4350000"/>
              <a:ext cx="900000" cy="400000"/>
              <a:chOff x="6100000" y="4350000"/>
              <a:chExt cx="900000" cy="400000"/>
            </a:xfrm>
          </p:grpSpPr>
          <p:sp>
            <p:nvSpPr>
              <p:cNvPr id="111" name="Shape 69">
                <a:extLst>
                  <a:ext uri="{FF2B5EF4-FFF2-40B4-BE49-F238E27FC236}">
                    <a16:creationId xmlns:a16="http://schemas.microsoft.com/office/drawing/2014/main" id="{EEB81393-3866-6613-0AF0-EB5BA96DC7E4}"/>
                  </a:ext>
                </a:extLst>
              </p:cNvPr>
              <p:cNvSpPr/>
              <p:nvPr/>
            </p:nvSpPr>
            <p:spPr>
              <a:xfrm>
                <a:off x="6100000" y="4350000"/>
                <a:ext cx="900000" cy="400000"/>
              </a:xfrm>
              <a:custGeom>
                <a:avLst/>
                <a:gdLst/>
                <a:ahLst/>
                <a:cxnLst/>
                <a:rect l="l" t="t" r="r" b="b"/>
                <a:pathLst>
                  <a:path w="900000" h="400000">
                    <a:moveTo>
                      <a:pt x="0" y="0"/>
                    </a:moveTo>
                    <a:cubicBezTo>
                      <a:pt x="200000" y="0"/>
                      <a:pt x="366667" y="66667"/>
                      <a:pt x="500000" y="200000"/>
                    </a:cubicBezTo>
                    <a:cubicBezTo>
                      <a:pt x="633333" y="333333"/>
                      <a:pt x="766667" y="400000"/>
                      <a:pt x="900000" y="400000"/>
                    </a:cubicBezTo>
                  </a:path>
                </a:pathLst>
              </a:custGeom>
              <a:noFill/>
              <a:ln w="40000" cap="flat">
                <a:solidFill>
                  <a:srgbClr val="666666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D904936-F0F3-8062-D770-824A651D70DC}"/>
                </a:ext>
              </a:extLst>
            </p:cNvPr>
            <p:cNvGrpSpPr/>
            <p:nvPr/>
          </p:nvGrpSpPr>
          <p:grpSpPr>
            <a:xfrm>
              <a:off x="7000000" y="4700000"/>
              <a:ext cx="150000" cy="100000"/>
              <a:chOff x="7000000" y="4700000"/>
              <a:chExt cx="150000" cy="100000"/>
            </a:xfrm>
          </p:grpSpPr>
          <p:sp>
            <p:nvSpPr>
              <p:cNvPr id="110" name="Shape 71">
                <a:extLst>
                  <a:ext uri="{FF2B5EF4-FFF2-40B4-BE49-F238E27FC236}">
                    <a16:creationId xmlns:a16="http://schemas.microsoft.com/office/drawing/2014/main" id="{54D1DE3C-3D97-F920-9E94-A773425234BF}"/>
                  </a:ext>
                </a:extLst>
              </p:cNvPr>
              <p:cNvSpPr/>
              <p:nvPr/>
            </p:nvSpPr>
            <p:spPr>
              <a:xfrm>
                <a:off x="7000000" y="4700000"/>
                <a:ext cx="150000" cy="10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00000">
                    <a:moveTo>
                      <a:pt x="0" y="0"/>
                    </a:moveTo>
                    <a:lnTo>
                      <a:pt x="150000" y="5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7CA4565-6BAA-B562-DC84-E0C44AFCADE2}"/>
                </a:ext>
              </a:extLst>
            </p:cNvPr>
            <p:cNvGrpSpPr/>
            <p:nvPr/>
          </p:nvGrpSpPr>
          <p:grpSpPr>
            <a:xfrm>
              <a:off x="6400000" y="5150000"/>
              <a:ext cx="1600000" cy="800000"/>
              <a:chOff x="6400000" y="5150000"/>
              <a:chExt cx="1600000" cy="800000"/>
            </a:xfrm>
          </p:grpSpPr>
          <p:sp>
            <p:nvSpPr>
              <p:cNvPr id="109" name="Shape 73">
                <a:extLst>
                  <a:ext uri="{FF2B5EF4-FFF2-40B4-BE49-F238E27FC236}">
                    <a16:creationId xmlns:a16="http://schemas.microsoft.com/office/drawing/2014/main" id="{B44D021E-ABC5-B4DB-309F-53C4F29E6467}"/>
                  </a:ext>
                </a:extLst>
              </p:cNvPr>
              <p:cNvSpPr/>
              <p:nvPr/>
            </p:nvSpPr>
            <p:spPr>
              <a:xfrm>
                <a:off x="6400000" y="5150000"/>
                <a:ext cx="1600000" cy="800000"/>
              </a:xfrm>
              <a:custGeom>
                <a:avLst/>
                <a:gdLst/>
                <a:ahLst/>
                <a:cxnLst/>
                <a:rect l="l" t="t" r="r" b="b"/>
                <a:pathLst>
                  <a:path w="1600000" h="800000">
                    <a:moveTo>
                      <a:pt x="0" y="120000"/>
                    </a:moveTo>
                    <a:cubicBezTo>
                      <a:pt x="0" y="53726"/>
                      <a:pt x="53726" y="0"/>
                      <a:pt x="120000" y="0"/>
                    </a:cubicBezTo>
                    <a:lnTo>
                      <a:pt x="1480000" y="0"/>
                    </a:lnTo>
                    <a:cubicBezTo>
                      <a:pt x="1546270" y="0"/>
                      <a:pt x="1600000" y="53726"/>
                      <a:pt x="1600000" y="120000"/>
                    </a:cubicBezTo>
                    <a:lnTo>
                      <a:pt x="1600000" y="680000"/>
                    </a:lnTo>
                    <a:cubicBezTo>
                      <a:pt x="1600000" y="746274"/>
                      <a:pt x="1546270" y="800000"/>
                      <a:pt x="1480000" y="800000"/>
                    </a:cubicBezTo>
                    <a:lnTo>
                      <a:pt x="120000" y="800000"/>
                    </a:lnTo>
                    <a:cubicBezTo>
                      <a:pt x="53726" y="800000"/>
                      <a:pt x="0" y="746274"/>
                      <a:pt x="0" y="680000"/>
                    </a:cubicBezTo>
                    <a:lnTo>
                      <a:pt x="0" y="120000"/>
                    </a:lnTo>
                    <a:close/>
                  </a:path>
                </a:pathLst>
              </a:custGeom>
              <a:gradFill>
                <a:gsLst>
                  <a:gs pos="0">
                    <a:srgbClr val="F3E5F5"/>
                  </a:gs>
                  <a:gs pos="100000">
                    <a:srgbClr val="CE93D8"/>
                  </a:gs>
                </a:gsLst>
                <a:lin ang="2700000" scaled="0"/>
              </a:gradFill>
              <a:ln w="30000" cap="flat">
                <a:solidFill>
                  <a:srgbClr val="9C27B0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C620A80-EB00-CC44-9399-46AFD3C6EACD}"/>
                </a:ext>
              </a:extLst>
            </p:cNvPr>
            <p:cNvGrpSpPr/>
            <p:nvPr/>
          </p:nvGrpSpPr>
          <p:grpSpPr>
            <a:xfrm>
              <a:off x="6600000" y="5210000"/>
              <a:ext cx="1210000" cy="270000"/>
              <a:chOff x="6600000" y="5210000"/>
              <a:chExt cx="1210000" cy="270000"/>
            </a:xfrm>
          </p:grpSpPr>
          <p:sp>
            <p:nvSpPr>
              <p:cNvPr id="107" name="Shape 75">
                <a:extLst>
                  <a:ext uri="{FF2B5EF4-FFF2-40B4-BE49-F238E27FC236}">
                    <a16:creationId xmlns:a16="http://schemas.microsoft.com/office/drawing/2014/main" id="{18B37F5D-B914-31FF-F1D7-6ED6C0EB9AF0}"/>
                  </a:ext>
                </a:extLst>
              </p:cNvPr>
              <p:cNvSpPr/>
              <p:nvPr/>
            </p:nvSpPr>
            <p:spPr>
              <a:xfrm>
                <a:off x="6600000" y="5210000"/>
                <a:ext cx="1210000" cy="270000"/>
              </a:xfrm>
              <a:custGeom>
                <a:avLst/>
                <a:gdLst>
                  <a:gd name="connsiteX0" fmla="*/ 0 w 1210000"/>
                  <a:gd name="connsiteY0" fmla="*/ 135000 h 270000"/>
                  <a:gd name="connsiteX1" fmla="*/ 605000 w 1210000"/>
                  <a:gd name="connsiteY1" fmla="*/ 0 h 270000"/>
                  <a:gd name="connsiteX2" fmla="*/ 1210000 w 1210000"/>
                  <a:gd name="connsiteY2" fmla="*/ 135000 h 270000"/>
                  <a:gd name="connsiteX3" fmla="*/ 605000 w 1210000"/>
                  <a:gd name="connsiteY3" fmla="*/ 270000 h 27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4A148C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8" name="Text 76">
                <a:extLst>
                  <a:ext uri="{FF2B5EF4-FFF2-40B4-BE49-F238E27FC236}">
                    <a16:creationId xmlns:a16="http://schemas.microsoft.com/office/drawing/2014/main" id="{9D8020C1-3F07-D36C-3585-6072D10EC9B5}"/>
                  </a:ext>
                </a:extLst>
              </p:cNvPr>
              <p:cNvSpPr txBox="1"/>
              <p:nvPr/>
            </p:nvSpPr>
            <p:spPr>
              <a:xfrm>
                <a:off x="6601250" y="5210000"/>
                <a:ext cx="1207500" cy="27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148C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EXAMINATION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B923E0-6F88-BEC1-ABDA-535F69F577F8}"/>
                </a:ext>
              </a:extLst>
            </p:cNvPr>
            <p:cNvGrpSpPr/>
            <p:nvPr/>
          </p:nvGrpSpPr>
          <p:grpSpPr>
            <a:xfrm>
              <a:off x="6909999" y="5410000"/>
              <a:ext cx="570000" cy="270000"/>
              <a:chOff x="6909999" y="5410000"/>
              <a:chExt cx="570000" cy="270000"/>
            </a:xfrm>
          </p:grpSpPr>
          <p:sp>
            <p:nvSpPr>
              <p:cNvPr id="105" name="Shape 78">
                <a:extLst>
                  <a:ext uri="{FF2B5EF4-FFF2-40B4-BE49-F238E27FC236}">
                    <a16:creationId xmlns:a16="http://schemas.microsoft.com/office/drawing/2014/main" id="{77E670CC-4783-E5A6-FC48-3155A200556D}"/>
                  </a:ext>
                </a:extLst>
              </p:cNvPr>
              <p:cNvSpPr/>
              <p:nvPr/>
            </p:nvSpPr>
            <p:spPr>
              <a:xfrm>
                <a:off x="6920000" y="5410000"/>
                <a:ext cx="550000" cy="270000"/>
              </a:xfrm>
              <a:custGeom>
                <a:avLst/>
                <a:gdLst>
                  <a:gd name="connsiteX0" fmla="*/ 0 w 550000"/>
                  <a:gd name="connsiteY0" fmla="*/ 135000 h 270000"/>
                  <a:gd name="connsiteX1" fmla="*/ 275000 w 550000"/>
                  <a:gd name="connsiteY1" fmla="*/ 0 h 270000"/>
                  <a:gd name="connsiteX2" fmla="*/ 550000 w 550000"/>
                  <a:gd name="connsiteY2" fmla="*/ 135000 h 270000"/>
                  <a:gd name="connsiteX3" fmla="*/ 275000 w 550000"/>
                  <a:gd name="connsiteY3" fmla="*/ 270000 h 27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4A148C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6" name="Text 79">
                <a:extLst>
                  <a:ext uri="{FF2B5EF4-FFF2-40B4-BE49-F238E27FC236}">
                    <a16:creationId xmlns:a16="http://schemas.microsoft.com/office/drawing/2014/main" id="{70ACA21F-6D0A-9F09-DF80-E0338983DC18}"/>
                  </a:ext>
                </a:extLst>
              </p:cNvPr>
              <p:cNvSpPr txBox="1"/>
              <p:nvPr/>
            </p:nvSpPr>
            <p:spPr>
              <a:xfrm>
                <a:off x="6909999" y="5410000"/>
                <a:ext cx="570000" cy="27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148C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AREA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B03EFAB-3BCA-739C-450B-F052160D920B}"/>
                </a:ext>
              </a:extLst>
            </p:cNvPr>
            <p:cNvGrpSpPr/>
            <p:nvPr/>
          </p:nvGrpSpPr>
          <p:grpSpPr>
            <a:xfrm>
              <a:off x="6755001" y="5660000"/>
              <a:ext cx="900000" cy="210000"/>
              <a:chOff x="6755001" y="5660000"/>
              <a:chExt cx="900000" cy="210000"/>
            </a:xfrm>
          </p:grpSpPr>
          <p:sp>
            <p:nvSpPr>
              <p:cNvPr id="103" name="Shape 81">
                <a:extLst>
                  <a:ext uri="{FF2B5EF4-FFF2-40B4-BE49-F238E27FC236}">
                    <a16:creationId xmlns:a16="http://schemas.microsoft.com/office/drawing/2014/main" id="{A2E3608B-E80E-CFBE-85EC-CA7CBB81D645}"/>
                  </a:ext>
                </a:extLst>
              </p:cNvPr>
              <p:cNvSpPr/>
              <p:nvPr/>
            </p:nvSpPr>
            <p:spPr>
              <a:xfrm>
                <a:off x="6760000" y="5660000"/>
                <a:ext cx="890000" cy="210000"/>
              </a:xfrm>
              <a:custGeom>
                <a:avLst/>
                <a:gdLst>
                  <a:gd name="connsiteX0" fmla="*/ 0 w 890000"/>
                  <a:gd name="connsiteY0" fmla="*/ 105000 h 210000"/>
                  <a:gd name="connsiteX1" fmla="*/ 445000 w 890000"/>
                  <a:gd name="connsiteY1" fmla="*/ 0 h 210000"/>
                  <a:gd name="connsiteX2" fmla="*/ 890000 w 890000"/>
                  <a:gd name="connsiteY2" fmla="*/ 105000 h 210000"/>
                  <a:gd name="connsiteX3" fmla="*/ 445000 w 890000"/>
                  <a:gd name="connsiteY3" fmla="*/ 210000 h 2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7B1FA2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4" name="Text 82">
                <a:extLst>
                  <a:ext uri="{FF2B5EF4-FFF2-40B4-BE49-F238E27FC236}">
                    <a16:creationId xmlns:a16="http://schemas.microsoft.com/office/drawing/2014/main" id="{645E1273-3437-E3D5-202C-6D27B88780BB}"/>
                  </a:ext>
                </a:extLst>
              </p:cNvPr>
              <p:cNvSpPr txBox="1"/>
              <p:nvPr/>
            </p:nvSpPr>
            <p:spPr>
              <a:xfrm>
                <a:off x="6755001" y="5660000"/>
                <a:ext cx="900000" cy="2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B1FA2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Clinical Diagnosis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4D89A4A-F553-4169-5BA6-A654306BBA9A}"/>
                </a:ext>
              </a:extLst>
            </p:cNvPr>
            <p:cNvGrpSpPr/>
            <p:nvPr/>
          </p:nvGrpSpPr>
          <p:grpSpPr>
            <a:xfrm>
              <a:off x="5500000" y="5550000"/>
              <a:ext cx="900000" cy="400000"/>
              <a:chOff x="5500000" y="5550000"/>
              <a:chExt cx="900000" cy="400000"/>
            </a:xfrm>
          </p:grpSpPr>
          <p:sp>
            <p:nvSpPr>
              <p:cNvPr id="102" name="Shape 84">
                <a:extLst>
                  <a:ext uri="{FF2B5EF4-FFF2-40B4-BE49-F238E27FC236}">
                    <a16:creationId xmlns:a16="http://schemas.microsoft.com/office/drawing/2014/main" id="{ABBFCEA5-77CA-B699-A485-10C2A96959FC}"/>
                  </a:ext>
                </a:extLst>
              </p:cNvPr>
              <p:cNvSpPr/>
              <p:nvPr/>
            </p:nvSpPr>
            <p:spPr>
              <a:xfrm>
                <a:off x="5500000" y="5550000"/>
                <a:ext cx="900000" cy="400000"/>
              </a:xfrm>
              <a:custGeom>
                <a:avLst/>
                <a:gdLst/>
                <a:ahLst/>
                <a:cxnLst/>
                <a:rect l="l" t="t" r="r" b="b"/>
                <a:pathLst>
                  <a:path w="900000" h="400000">
                    <a:moveTo>
                      <a:pt x="900000" y="0"/>
                    </a:moveTo>
                    <a:cubicBezTo>
                      <a:pt x="700000" y="0"/>
                      <a:pt x="533333" y="66667"/>
                      <a:pt x="400000" y="200000"/>
                    </a:cubicBezTo>
                    <a:cubicBezTo>
                      <a:pt x="266667" y="333333"/>
                      <a:pt x="133333" y="400000"/>
                      <a:pt x="0" y="400000"/>
                    </a:cubicBezTo>
                  </a:path>
                </a:pathLst>
              </a:custGeom>
              <a:noFill/>
              <a:ln w="40000" cap="flat">
                <a:solidFill>
                  <a:srgbClr val="666666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22E469F-7B18-AB26-EDEE-0DEB7CAA5B45}"/>
                </a:ext>
              </a:extLst>
            </p:cNvPr>
            <p:cNvGrpSpPr/>
            <p:nvPr/>
          </p:nvGrpSpPr>
          <p:grpSpPr>
            <a:xfrm>
              <a:off x="5350000" y="5900000"/>
              <a:ext cx="150000" cy="100000"/>
              <a:chOff x="5350000" y="5900000"/>
              <a:chExt cx="150000" cy="100000"/>
            </a:xfrm>
          </p:grpSpPr>
          <p:sp>
            <p:nvSpPr>
              <p:cNvPr id="101" name="Shape 86">
                <a:extLst>
                  <a:ext uri="{FF2B5EF4-FFF2-40B4-BE49-F238E27FC236}">
                    <a16:creationId xmlns:a16="http://schemas.microsoft.com/office/drawing/2014/main" id="{8C40DF48-807D-662F-5746-BB082B0D2687}"/>
                  </a:ext>
                </a:extLst>
              </p:cNvPr>
              <p:cNvSpPr/>
              <p:nvPr/>
            </p:nvSpPr>
            <p:spPr>
              <a:xfrm>
                <a:off x="5350000" y="5900000"/>
                <a:ext cx="150000" cy="10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00000">
                    <a:moveTo>
                      <a:pt x="150000" y="0"/>
                    </a:moveTo>
                    <a:lnTo>
                      <a:pt x="0" y="50000"/>
                    </a:lnTo>
                    <a:lnTo>
                      <a:pt x="150000" y="100000"/>
                    </a:lnTo>
                    <a:lnTo>
                      <a:pt x="150000" y="0"/>
                    </a:lnTo>
                    <a:close/>
                  </a:path>
                </a:pathLst>
              </a:custGeom>
              <a:solidFill>
                <a:srgbClr val="666666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2A5CB07-3F97-F4F0-6AB3-39741764D08A}"/>
                </a:ext>
              </a:extLst>
            </p:cNvPr>
            <p:cNvGrpSpPr/>
            <p:nvPr/>
          </p:nvGrpSpPr>
          <p:grpSpPr>
            <a:xfrm>
              <a:off x="4400000" y="6350000"/>
              <a:ext cx="1600000" cy="800000"/>
              <a:chOff x="4400000" y="6350000"/>
              <a:chExt cx="1600000" cy="800000"/>
            </a:xfrm>
          </p:grpSpPr>
          <p:sp>
            <p:nvSpPr>
              <p:cNvPr id="100" name="Shape 88">
                <a:extLst>
                  <a:ext uri="{FF2B5EF4-FFF2-40B4-BE49-F238E27FC236}">
                    <a16:creationId xmlns:a16="http://schemas.microsoft.com/office/drawing/2014/main" id="{1C8ABAE2-282A-ED84-884E-1701AA135E61}"/>
                  </a:ext>
                </a:extLst>
              </p:cNvPr>
              <p:cNvSpPr/>
              <p:nvPr/>
            </p:nvSpPr>
            <p:spPr>
              <a:xfrm>
                <a:off x="4400000" y="6350000"/>
                <a:ext cx="1600000" cy="800000"/>
              </a:xfrm>
              <a:custGeom>
                <a:avLst/>
                <a:gdLst/>
                <a:ahLst/>
                <a:cxnLst/>
                <a:rect l="l" t="t" r="r" b="b"/>
                <a:pathLst>
                  <a:path w="1600000" h="800000">
                    <a:moveTo>
                      <a:pt x="0" y="120000"/>
                    </a:moveTo>
                    <a:cubicBezTo>
                      <a:pt x="0" y="53726"/>
                      <a:pt x="53726" y="0"/>
                      <a:pt x="120000" y="0"/>
                    </a:cubicBezTo>
                    <a:lnTo>
                      <a:pt x="1480000" y="0"/>
                    </a:lnTo>
                    <a:cubicBezTo>
                      <a:pt x="1546270" y="0"/>
                      <a:pt x="1600000" y="53726"/>
                      <a:pt x="1600000" y="120000"/>
                    </a:cubicBezTo>
                    <a:lnTo>
                      <a:pt x="1600000" y="680000"/>
                    </a:lnTo>
                    <a:cubicBezTo>
                      <a:pt x="1600000" y="746274"/>
                      <a:pt x="1546270" y="800000"/>
                      <a:pt x="1480000" y="800000"/>
                    </a:cubicBezTo>
                    <a:lnTo>
                      <a:pt x="120000" y="800000"/>
                    </a:lnTo>
                    <a:cubicBezTo>
                      <a:pt x="53726" y="800000"/>
                      <a:pt x="0" y="746274"/>
                      <a:pt x="0" y="680000"/>
                    </a:cubicBezTo>
                    <a:lnTo>
                      <a:pt x="0" y="120000"/>
                    </a:lnTo>
                    <a:close/>
                  </a:path>
                </a:pathLst>
              </a:custGeom>
              <a:gradFill>
                <a:gsLst>
                  <a:gs pos="0">
                    <a:srgbClr val="FFEBEE"/>
                  </a:gs>
                  <a:gs pos="100000">
                    <a:srgbClr val="EF9A9A"/>
                  </a:gs>
                </a:gsLst>
                <a:lin ang="2700000" scaled="0"/>
              </a:gradFill>
              <a:ln w="30000" cap="flat">
                <a:solidFill>
                  <a:srgbClr val="F44336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24ADFEF-8B20-0D13-6724-B5600B165400}"/>
                </a:ext>
              </a:extLst>
            </p:cNvPr>
            <p:cNvGrpSpPr/>
            <p:nvPr/>
          </p:nvGrpSpPr>
          <p:grpSpPr>
            <a:xfrm>
              <a:off x="4798672" y="6390000"/>
              <a:ext cx="802656" cy="230000"/>
              <a:chOff x="4798672" y="6390000"/>
              <a:chExt cx="802656" cy="230000"/>
            </a:xfrm>
          </p:grpSpPr>
          <p:sp>
            <p:nvSpPr>
              <p:cNvPr id="98" name="Shape 90">
                <a:extLst>
                  <a:ext uri="{FF2B5EF4-FFF2-40B4-BE49-F238E27FC236}">
                    <a16:creationId xmlns:a16="http://schemas.microsoft.com/office/drawing/2014/main" id="{26C86127-0E01-C406-D86A-AEDF93E00239}"/>
                  </a:ext>
                </a:extLst>
              </p:cNvPr>
              <p:cNvSpPr/>
              <p:nvPr/>
            </p:nvSpPr>
            <p:spPr>
              <a:xfrm>
                <a:off x="4800000" y="6390000"/>
                <a:ext cx="800000" cy="230000"/>
              </a:xfrm>
              <a:custGeom>
                <a:avLst/>
                <a:gdLst>
                  <a:gd name="connsiteX0" fmla="*/ 0 w 800000"/>
                  <a:gd name="connsiteY0" fmla="*/ 115000 h 230000"/>
                  <a:gd name="connsiteX1" fmla="*/ 400000 w 800000"/>
                  <a:gd name="connsiteY1" fmla="*/ 0 h 230000"/>
                  <a:gd name="connsiteX2" fmla="*/ 800000 w 800000"/>
                  <a:gd name="connsiteY2" fmla="*/ 115000 h 230000"/>
                  <a:gd name="connsiteX3" fmla="*/ 400000 w 800000"/>
                  <a:gd name="connsiteY3" fmla="*/ 230000 h 23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B71C1C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9" name="Text 91">
                <a:extLst>
                  <a:ext uri="{FF2B5EF4-FFF2-40B4-BE49-F238E27FC236}">
                    <a16:creationId xmlns:a16="http://schemas.microsoft.com/office/drawing/2014/main" id="{D2FD8C3E-468B-9A47-1642-FD82FEAE2140}"/>
                  </a:ext>
                </a:extLst>
              </p:cNvPr>
              <p:cNvSpPr txBox="1"/>
              <p:nvPr/>
            </p:nvSpPr>
            <p:spPr>
              <a:xfrm>
                <a:off x="4798672" y="6390000"/>
                <a:ext cx="802656" cy="23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C1C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TESTING &amp;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82B9F9A-3338-BBFF-9434-2B030E31CBA7}"/>
                </a:ext>
              </a:extLst>
            </p:cNvPr>
            <p:cNvGrpSpPr/>
            <p:nvPr/>
          </p:nvGrpSpPr>
          <p:grpSpPr>
            <a:xfrm>
              <a:off x="4540000" y="6590000"/>
              <a:ext cx="1320000" cy="230000"/>
              <a:chOff x="4540000" y="6590000"/>
              <a:chExt cx="1320000" cy="230000"/>
            </a:xfrm>
          </p:grpSpPr>
          <p:sp>
            <p:nvSpPr>
              <p:cNvPr id="96" name="Shape 93">
                <a:extLst>
                  <a:ext uri="{FF2B5EF4-FFF2-40B4-BE49-F238E27FC236}">
                    <a16:creationId xmlns:a16="http://schemas.microsoft.com/office/drawing/2014/main" id="{CE590D23-BA80-6C66-CB56-0F5CF300379B}"/>
                  </a:ext>
                </a:extLst>
              </p:cNvPr>
              <p:cNvSpPr/>
              <p:nvPr/>
            </p:nvSpPr>
            <p:spPr>
              <a:xfrm>
                <a:off x="4540000" y="6590000"/>
                <a:ext cx="1320000" cy="230000"/>
              </a:xfrm>
              <a:custGeom>
                <a:avLst/>
                <a:gdLst>
                  <a:gd name="connsiteX0" fmla="*/ 0 w 1320000"/>
                  <a:gd name="connsiteY0" fmla="*/ 115000 h 230000"/>
                  <a:gd name="connsiteX1" fmla="*/ 660000 w 1320000"/>
                  <a:gd name="connsiteY1" fmla="*/ 0 h 230000"/>
                  <a:gd name="connsiteX2" fmla="*/ 1320000 w 1320000"/>
                  <a:gd name="connsiteY2" fmla="*/ 115000 h 230000"/>
                  <a:gd name="connsiteX3" fmla="*/ 660000 w 1320000"/>
                  <a:gd name="connsiteY3" fmla="*/ 230000 h 23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B71C1C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7" name="Text 94">
                <a:extLst>
                  <a:ext uri="{FF2B5EF4-FFF2-40B4-BE49-F238E27FC236}">
                    <a16:creationId xmlns:a16="http://schemas.microsoft.com/office/drawing/2014/main" id="{75E4861A-9811-0D90-D045-72C6021EFFA2}"/>
                  </a:ext>
                </a:extLst>
              </p:cNvPr>
              <p:cNvSpPr txBox="1"/>
              <p:nvPr/>
            </p:nvSpPr>
            <p:spPr>
              <a:xfrm>
                <a:off x="4540391" y="6590000"/>
                <a:ext cx="1319220" cy="23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C1C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DRUG DISPENSING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B711422-0387-1F3C-0D40-E1D8F14FFA59}"/>
                </a:ext>
              </a:extLst>
            </p:cNvPr>
            <p:cNvGrpSpPr/>
            <p:nvPr/>
          </p:nvGrpSpPr>
          <p:grpSpPr>
            <a:xfrm>
              <a:off x="4600001" y="6810000"/>
              <a:ext cx="1200000" cy="210000"/>
              <a:chOff x="4600001" y="6810000"/>
              <a:chExt cx="1200000" cy="210000"/>
            </a:xfrm>
          </p:grpSpPr>
          <p:sp>
            <p:nvSpPr>
              <p:cNvPr id="94" name="Shape 96">
                <a:extLst>
                  <a:ext uri="{FF2B5EF4-FFF2-40B4-BE49-F238E27FC236}">
                    <a16:creationId xmlns:a16="http://schemas.microsoft.com/office/drawing/2014/main" id="{A2F40D3F-0FEC-6B55-B0AB-7A8046561047}"/>
                  </a:ext>
                </a:extLst>
              </p:cNvPr>
              <p:cNvSpPr/>
              <p:nvPr/>
            </p:nvSpPr>
            <p:spPr>
              <a:xfrm>
                <a:off x="4620000" y="6810000"/>
                <a:ext cx="1160000" cy="210000"/>
              </a:xfrm>
              <a:custGeom>
                <a:avLst/>
                <a:gdLst>
                  <a:gd name="connsiteX0" fmla="*/ 0 w 1160000"/>
                  <a:gd name="connsiteY0" fmla="*/ 105000 h 210000"/>
                  <a:gd name="connsiteX1" fmla="*/ 580000 w 1160000"/>
                  <a:gd name="connsiteY1" fmla="*/ 0 h 210000"/>
                  <a:gd name="connsiteX2" fmla="*/ 1160000 w 1160000"/>
                  <a:gd name="connsiteY2" fmla="*/ 105000 h 210000"/>
                  <a:gd name="connsiteX3" fmla="*/ 580000 w 1160000"/>
                  <a:gd name="connsiteY3" fmla="*/ 210000 h 2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C62828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5" name="Text 97">
                <a:extLst>
                  <a:ext uri="{FF2B5EF4-FFF2-40B4-BE49-F238E27FC236}">
                    <a16:creationId xmlns:a16="http://schemas.microsoft.com/office/drawing/2014/main" id="{34516076-745E-AA5F-7CAC-D91BA8D1245D}"/>
                  </a:ext>
                </a:extLst>
              </p:cNvPr>
              <p:cNvSpPr txBox="1"/>
              <p:nvPr/>
            </p:nvSpPr>
            <p:spPr>
              <a:xfrm>
                <a:off x="4600001" y="6810000"/>
                <a:ext cx="1200000" cy="21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282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Treatment &amp; Medication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12E3FDF-2EA3-3A60-5D48-107FF39DC857}"/>
                </a:ext>
              </a:extLst>
            </p:cNvPr>
            <p:cNvGrpSpPr/>
            <p:nvPr/>
          </p:nvGrpSpPr>
          <p:grpSpPr>
            <a:xfrm>
              <a:off x="455000" y="390000"/>
              <a:ext cx="3390000" cy="360000"/>
              <a:chOff x="455000" y="390000"/>
              <a:chExt cx="3390000" cy="360000"/>
            </a:xfrm>
          </p:grpSpPr>
          <p:sp>
            <p:nvSpPr>
              <p:cNvPr id="92" name="Shape 99">
                <a:extLst>
                  <a:ext uri="{FF2B5EF4-FFF2-40B4-BE49-F238E27FC236}">
                    <a16:creationId xmlns:a16="http://schemas.microsoft.com/office/drawing/2014/main" id="{22AD9261-4846-84F5-76BD-C8342F77BC58}"/>
                  </a:ext>
                </a:extLst>
              </p:cNvPr>
              <p:cNvSpPr/>
              <p:nvPr/>
            </p:nvSpPr>
            <p:spPr>
              <a:xfrm>
                <a:off x="465000" y="390000"/>
                <a:ext cx="3370000" cy="360000"/>
              </a:xfrm>
              <a:custGeom>
                <a:avLst/>
                <a:gdLst>
                  <a:gd name="connsiteX0" fmla="*/ 0 w 3370000"/>
                  <a:gd name="connsiteY0" fmla="*/ 180000 h 360000"/>
                  <a:gd name="connsiteX1" fmla="*/ 1685000 w 3370000"/>
                  <a:gd name="connsiteY1" fmla="*/ 0 h 360000"/>
                  <a:gd name="connsiteX2" fmla="*/ 3370000 w 3370000"/>
                  <a:gd name="connsiteY2" fmla="*/ 180000 h 360000"/>
                  <a:gd name="connsiteX3" fmla="*/ 1685000 w 3370000"/>
                  <a:gd name="connsiteY3" fmla="*/ 360000 h 36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/>
              </a:custGeom>
              <a:solidFill>
                <a:srgbClr val="333333"/>
              </a:solidFill>
              <a:ln w="10000" cap="flat">
                <a:noFill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3" name="Text 100">
                <a:extLst>
                  <a:ext uri="{FF2B5EF4-FFF2-40B4-BE49-F238E27FC236}">
                    <a16:creationId xmlns:a16="http://schemas.microsoft.com/office/drawing/2014/main" id="{46756360-1C9A-0AEE-B745-40D2ED61B035}"/>
                  </a:ext>
                </a:extLst>
              </p:cNvPr>
              <p:cNvSpPr txBox="1"/>
              <p:nvPr/>
            </p:nvSpPr>
            <p:spPr>
              <a:xfrm>
                <a:off x="455000" y="390000"/>
                <a:ext cx="3390000" cy="36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PATIENT CARE WORKFLOW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B9AA9B9-6CBE-FA3F-0DEA-922E473509A5}"/>
                </a:ext>
              </a:extLst>
            </p:cNvPr>
            <p:cNvGrpSpPr/>
            <p:nvPr/>
          </p:nvGrpSpPr>
          <p:grpSpPr>
            <a:xfrm>
              <a:off x="500000" y="750000"/>
              <a:ext cx="3500000" cy="10000"/>
              <a:chOff x="500000" y="750000"/>
              <a:chExt cx="3500000" cy="10000"/>
            </a:xfrm>
          </p:grpSpPr>
          <p:sp>
            <p:nvSpPr>
              <p:cNvPr id="91" name="Shape 102">
                <a:extLst>
                  <a:ext uri="{FF2B5EF4-FFF2-40B4-BE49-F238E27FC236}">
                    <a16:creationId xmlns:a16="http://schemas.microsoft.com/office/drawing/2014/main" id="{8412686D-5B48-C7EE-C9B7-8E672551E293}"/>
                  </a:ext>
                </a:extLst>
              </p:cNvPr>
              <p:cNvSpPr/>
              <p:nvPr/>
            </p:nvSpPr>
            <p:spPr>
              <a:xfrm>
                <a:off x="500000" y="750000"/>
                <a:ext cx="3500000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500000" h="10000" fill="none">
                    <a:moveTo>
                      <a:pt x="0" y="0"/>
                    </a:moveTo>
                    <a:lnTo>
                      <a:pt x="3500000" y="0"/>
                    </a:lnTo>
                  </a:path>
                </a:pathLst>
              </a:custGeom>
              <a:solidFill>
                <a:srgbClr val="000000"/>
              </a:solidFill>
              <a:ln w="20000" cap="flat">
                <a:solidFill>
                  <a:srgbClr val="333333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8" name="Shape 106">
              <a:extLst>
                <a:ext uri="{FF2B5EF4-FFF2-40B4-BE49-F238E27FC236}">
                  <a16:creationId xmlns:a16="http://schemas.microsoft.com/office/drawing/2014/main" id="{6E03D455-8FBA-C82E-FA49-0387F5E076CA}"/>
                </a:ext>
              </a:extLst>
            </p:cNvPr>
            <p:cNvSpPr/>
            <p:nvPr/>
          </p:nvSpPr>
          <p:spPr>
            <a:xfrm>
              <a:off x="8720000" y="1430000"/>
              <a:ext cx="750000" cy="240000"/>
            </a:xfrm>
            <a:custGeom>
              <a:avLst/>
              <a:gdLst>
                <a:gd name="connsiteX0" fmla="*/ 0 w 750000"/>
                <a:gd name="connsiteY0" fmla="*/ 120000 h 240000"/>
                <a:gd name="connsiteX1" fmla="*/ 375000 w 750000"/>
                <a:gd name="connsiteY1" fmla="*/ 0 h 240000"/>
                <a:gd name="connsiteX2" fmla="*/ 750000 w 750000"/>
                <a:gd name="connsiteY2" fmla="*/ 120000 h 240000"/>
                <a:gd name="connsiteX3" fmla="*/ 375000 w 750000"/>
                <a:gd name="connsiteY3" fmla="*/ 240000 h 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33333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6" name="Shape 109">
              <a:extLst>
                <a:ext uri="{FF2B5EF4-FFF2-40B4-BE49-F238E27FC236}">
                  <a16:creationId xmlns:a16="http://schemas.microsoft.com/office/drawing/2014/main" id="{005C2BDC-087C-B7CD-EF1A-023D792E186E}"/>
                </a:ext>
              </a:extLst>
            </p:cNvPr>
            <p:cNvSpPr/>
            <p:nvPr/>
          </p:nvSpPr>
          <p:spPr>
            <a:xfrm>
              <a:off x="8650000" y="1710000"/>
              <a:ext cx="910000" cy="210000"/>
            </a:xfrm>
            <a:custGeom>
              <a:avLst/>
              <a:gdLst>
                <a:gd name="connsiteX0" fmla="*/ 0 w 910000"/>
                <a:gd name="connsiteY0" fmla="*/ 105000 h 210000"/>
                <a:gd name="connsiteX1" fmla="*/ 455000 w 910000"/>
                <a:gd name="connsiteY1" fmla="*/ 0 h 210000"/>
                <a:gd name="connsiteX2" fmla="*/ 910000 w 910000"/>
                <a:gd name="connsiteY2" fmla="*/ 105000 h 210000"/>
                <a:gd name="connsiteX3" fmla="*/ 455000 w 91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666666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4" name="Shape 112">
              <a:extLst>
                <a:ext uri="{FF2B5EF4-FFF2-40B4-BE49-F238E27FC236}">
                  <a16:creationId xmlns:a16="http://schemas.microsoft.com/office/drawing/2014/main" id="{0770916D-1DEF-9DB3-F2F2-600C783FD3AB}"/>
                </a:ext>
              </a:extLst>
            </p:cNvPr>
            <p:cNvSpPr/>
            <p:nvPr/>
          </p:nvSpPr>
          <p:spPr>
            <a:xfrm>
              <a:off x="8680000" y="1910000"/>
              <a:ext cx="840000" cy="210000"/>
            </a:xfrm>
            <a:custGeom>
              <a:avLst/>
              <a:gdLst>
                <a:gd name="connsiteX0" fmla="*/ 0 w 840000"/>
                <a:gd name="connsiteY0" fmla="*/ 105000 h 210000"/>
                <a:gd name="connsiteX1" fmla="*/ 420000 w 840000"/>
                <a:gd name="connsiteY1" fmla="*/ 0 h 210000"/>
                <a:gd name="connsiteX2" fmla="*/ 840000 w 840000"/>
                <a:gd name="connsiteY2" fmla="*/ 105000 h 210000"/>
                <a:gd name="connsiteX3" fmla="*/ 420000 w 84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666666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Shape 115">
              <a:extLst>
                <a:ext uri="{FF2B5EF4-FFF2-40B4-BE49-F238E27FC236}">
                  <a16:creationId xmlns:a16="http://schemas.microsoft.com/office/drawing/2014/main" id="{0A538553-8A52-7B75-4B5E-122ABC4A8CA9}"/>
                </a:ext>
              </a:extLst>
            </p:cNvPr>
            <p:cNvSpPr/>
            <p:nvPr/>
          </p:nvSpPr>
          <p:spPr>
            <a:xfrm>
              <a:off x="8620000" y="2110000"/>
              <a:ext cx="970000" cy="210000"/>
            </a:xfrm>
            <a:custGeom>
              <a:avLst/>
              <a:gdLst>
                <a:gd name="connsiteX0" fmla="*/ 0 w 970000"/>
                <a:gd name="connsiteY0" fmla="*/ 105000 h 210000"/>
                <a:gd name="connsiteX1" fmla="*/ 485000 w 970000"/>
                <a:gd name="connsiteY1" fmla="*/ 0 h 210000"/>
                <a:gd name="connsiteX2" fmla="*/ 970000 w 970000"/>
                <a:gd name="connsiteY2" fmla="*/ 105000 h 210000"/>
                <a:gd name="connsiteX3" fmla="*/ 485000 w 97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666666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Shape 118">
              <a:extLst>
                <a:ext uri="{FF2B5EF4-FFF2-40B4-BE49-F238E27FC236}">
                  <a16:creationId xmlns:a16="http://schemas.microsoft.com/office/drawing/2014/main" id="{9AAE06DE-64C4-EC9B-BF2E-A1B7EBE287CA}"/>
                </a:ext>
              </a:extLst>
            </p:cNvPr>
            <p:cNvSpPr/>
            <p:nvPr/>
          </p:nvSpPr>
          <p:spPr>
            <a:xfrm>
              <a:off x="8620000" y="2310000"/>
              <a:ext cx="970000" cy="210000"/>
            </a:xfrm>
            <a:custGeom>
              <a:avLst/>
              <a:gdLst>
                <a:gd name="connsiteX0" fmla="*/ 0 w 970000"/>
                <a:gd name="connsiteY0" fmla="*/ 105000 h 210000"/>
                <a:gd name="connsiteX1" fmla="*/ 485000 w 970000"/>
                <a:gd name="connsiteY1" fmla="*/ 0 h 210000"/>
                <a:gd name="connsiteX2" fmla="*/ 970000 w 970000"/>
                <a:gd name="connsiteY2" fmla="*/ 105000 h 210000"/>
                <a:gd name="connsiteX3" fmla="*/ 485000 w 97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666666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Shape 121">
              <a:extLst>
                <a:ext uri="{FF2B5EF4-FFF2-40B4-BE49-F238E27FC236}">
                  <a16:creationId xmlns:a16="http://schemas.microsoft.com/office/drawing/2014/main" id="{4860EEF7-30A2-913A-A6B1-4F1D4FA0FE46}"/>
                </a:ext>
              </a:extLst>
            </p:cNvPr>
            <p:cNvSpPr/>
            <p:nvPr/>
          </p:nvSpPr>
          <p:spPr>
            <a:xfrm>
              <a:off x="8650000" y="2510000"/>
              <a:ext cx="910000" cy="210000"/>
            </a:xfrm>
            <a:custGeom>
              <a:avLst/>
              <a:gdLst>
                <a:gd name="connsiteX0" fmla="*/ 0 w 910000"/>
                <a:gd name="connsiteY0" fmla="*/ 105000 h 210000"/>
                <a:gd name="connsiteX1" fmla="*/ 455000 w 910000"/>
                <a:gd name="connsiteY1" fmla="*/ 0 h 210000"/>
                <a:gd name="connsiteX2" fmla="*/ 910000 w 910000"/>
                <a:gd name="connsiteY2" fmla="*/ 105000 h 210000"/>
                <a:gd name="connsiteX3" fmla="*/ 455000 w 91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666666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7AF87A9-A7BE-01C4-7998-2A9250289700}"/>
                </a:ext>
              </a:extLst>
            </p:cNvPr>
            <p:cNvGrpSpPr/>
            <p:nvPr/>
          </p:nvGrpSpPr>
          <p:grpSpPr>
            <a:xfrm>
              <a:off x="8600000" y="2750000"/>
              <a:ext cx="1000000" cy="10000"/>
              <a:chOff x="8600000" y="2750000"/>
              <a:chExt cx="1000000" cy="10000"/>
            </a:xfrm>
          </p:grpSpPr>
          <p:sp>
            <p:nvSpPr>
              <p:cNvPr id="77" name="Shape 124">
                <a:extLst>
                  <a:ext uri="{FF2B5EF4-FFF2-40B4-BE49-F238E27FC236}">
                    <a16:creationId xmlns:a16="http://schemas.microsoft.com/office/drawing/2014/main" id="{B626A6F2-99F9-F89C-5E3C-FD4B6F2BB600}"/>
                  </a:ext>
                </a:extLst>
              </p:cNvPr>
              <p:cNvSpPr/>
              <p:nvPr/>
            </p:nvSpPr>
            <p:spPr>
              <a:xfrm>
                <a:off x="8600000" y="2750000"/>
                <a:ext cx="1000000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1000000" h="10000" fill="none">
                    <a:moveTo>
                      <a:pt x="0" y="0"/>
                    </a:moveTo>
                    <a:lnTo>
                      <a:pt x="1000000" y="0"/>
                    </a:lnTo>
                  </a:path>
                </a:pathLst>
              </a:custGeom>
              <a:solidFill>
                <a:srgbClr val="000000"/>
              </a:solidFill>
              <a:ln w="10000" cap="flat">
                <a:solidFill>
                  <a:srgbClr val="DDDDDD"/>
                </a:solidFill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5" name="Shape 126">
              <a:extLst>
                <a:ext uri="{FF2B5EF4-FFF2-40B4-BE49-F238E27FC236}">
                  <a16:creationId xmlns:a16="http://schemas.microsoft.com/office/drawing/2014/main" id="{1420F13E-165D-25AA-4D3E-26F708150CFF}"/>
                </a:ext>
              </a:extLst>
            </p:cNvPr>
            <p:cNvSpPr/>
            <p:nvPr/>
          </p:nvSpPr>
          <p:spPr>
            <a:xfrm>
              <a:off x="8600000" y="2800000"/>
              <a:ext cx="1000000" cy="220000"/>
            </a:xfrm>
            <a:custGeom>
              <a:avLst/>
              <a:gdLst>
                <a:gd name="connsiteX0" fmla="*/ 0 w 1000000"/>
                <a:gd name="connsiteY0" fmla="*/ 110000 h 220000"/>
                <a:gd name="connsiteX1" fmla="*/ 500000 w 1000000"/>
                <a:gd name="connsiteY1" fmla="*/ 0 h 220000"/>
                <a:gd name="connsiteX2" fmla="*/ 1000000 w 1000000"/>
                <a:gd name="connsiteY2" fmla="*/ 110000 h 220000"/>
                <a:gd name="connsiteX3" fmla="*/ 500000 w 1000000"/>
                <a:gd name="connsiteY3" fmla="*/ 220000 h 2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33333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Shape 131">
              <a:extLst>
                <a:ext uri="{FF2B5EF4-FFF2-40B4-BE49-F238E27FC236}">
                  <a16:creationId xmlns:a16="http://schemas.microsoft.com/office/drawing/2014/main" id="{D068C8E8-3931-CA87-5255-E7251C9FB5CF}"/>
                </a:ext>
              </a:extLst>
            </p:cNvPr>
            <p:cNvSpPr/>
            <p:nvPr/>
          </p:nvSpPr>
          <p:spPr>
            <a:xfrm>
              <a:off x="8890000" y="3930000"/>
              <a:ext cx="410000" cy="240000"/>
            </a:xfrm>
            <a:custGeom>
              <a:avLst/>
              <a:gdLst>
                <a:gd name="connsiteX0" fmla="*/ 0 w 410000"/>
                <a:gd name="connsiteY0" fmla="*/ 120000 h 240000"/>
                <a:gd name="connsiteX1" fmla="*/ 205000 w 410000"/>
                <a:gd name="connsiteY1" fmla="*/ 0 h 240000"/>
                <a:gd name="connsiteX2" fmla="*/ 410000 w 410000"/>
                <a:gd name="connsiteY2" fmla="*/ 120000 h 240000"/>
                <a:gd name="connsiteX3" fmla="*/ 205000 w 410000"/>
                <a:gd name="connsiteY3" fmla="*/ 240000 h 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2E7D32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Shape 134">
              <a:extLst>
                <a:ext uri="{FF2B5EF4-FFF2-40B4-BE49-F238E27FC236}">
                  <a16:creationId xmlns:a16="http://schemas.microsoft.com/office/drawing/2014/main" id="{912EC7CE-1EC4-C242-1016-6C90C7C7F950}"/>
                </a:ext>
              </a:extLst>
            </p:cNvPr>
            <p:cNvSpPr/>
            <p:nvPr/>
          </p:nvSpPr>
          <p:spPr>
            <a:xfrm>
              <a:off x="8590000" y="4160000"/>
              <a:ext cx="1020000" cy="210000"/>
            </a:xfrm>
            <a:custGeom>
              <a:avLst/>
              <a:gdLst>
                <a:gd name="connsiteX0" fmla="*/ 0 w 1020000"/>
                <a:gd name="connsiteY0" fmla="*/ 105000 h 210000"/>
                <a:gd name="connsiteX1" fmla="*/ 510000 w 1020000"/>
                <a:gd name="connsiteY1" fmla="*/ 0 h 210000"/>
                <a:gd name="connsiteX2" fmla="*/ 1020000 w 1020000"/>
                <a:gd name="connsiteY2" fmla="*/ 105000 h 210000"/>
                <a:gd name="connsiteX3" fmla="*/ 510000 w 102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88E3C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Shape 137">
              <a:extLst>
                <a:ext uri="{FF2B5EF4-FFF2-40B4-BE49-F238E27FC236}">
                  <a16:creationId xmlns:a16="http://schemas.microsoft.com/office/drawing/2014/main" id="{900C06E4-6C99-725B-CB73-82B5E06F64BB}"/>
                </a:ext>
              </a:extLst>
            </p:cNvPr>
            <p:cNvSpPr/>
            <p:nvPr/>
          </p:nvSpPr>
          <p:spPr>
            <a:xfrm>
              <a:off x="8560000" y="4310000"/>
              <a:ext cx="1080000" cy="210000"/>
            </a:xfrm>
            <a:custGeom>
              <a:avLst/>
              <a:gdLst>
                <a:gd name="connsiteX0" fmla="*/ 0 w 1080000"/>
                <a:gd name="connsiteY0" fmla="*/ 105000 h 210000"/>
                <a:gd name="connsiteX1" fmla="*/ 540000 w 1080000"/>
                <a:gd name="connsiteY1" fmla="*/ 0 h 210000"/>
                <a:gd name="connsiteX2" fmla="*/ 1080000 w 1080000"/>
                <a:gd name="connsiteY2" fmla="*/ 105000 h 210000"/>
                <a:gd name="connsiteX3" fmla="*/ 540000 w 108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88E3C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Shape 140">
              <a:extLst>
                <a:ext uri="{FF2B5EF4-FFF2-40B4-BE49-F238E27FC236}">
                  <a16:creationId xmlns:a16="http://schemas.microsoft.com/office/drawing/2014/main" id="{5283FB18-83E4-E3AD-04BC-6B4943531D1C}"/>
                </a:ext>
              </a:extLst>
            </p:cNvPr>
            <p:cNvSpPr/>
            <p:nvPr/>
          </p:nvSpPr>
          <p:spPr>
            <a:xfrm>
              <a:off x="8610000" y="4460000"/>
              <a:ext cx="980000" cy="210000"/>
            </a:xfrm>
            <a:custGeom>
              <a:avLst/>
              <a:gdLst>
                <a:gd name="connsiteX0" fmla="*/ 0 w 980000"/>
                <a:gd name="connsiteY0" fmla="*/ 105000 h 210000"/>
                <a:gd name="connsiteX1" fmla="*/ 490000 w 980000"/>
                <a:gd name="connsiteY1" fmla="*/ 0 h 210000"/>
                <a:gd name="connsiteX2" fmla="*/ 980000 w 980000"/>
                <a:gd name="connsiteY2" fmla="*/ 105000 h 210000"/>
                <a:gd name="connsiteX3" fmla="*/ 490000 w 98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88E3C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Shape 143">
              <a:extLst>
                <a:ext uri="{FF2B5EF4-FFF2-40B4-BE49-F238E27FC236}">
                  <a16:creationId xmlns:a16="http://schemas.microsoft.com/office/drawing/2014/main" id="{C8D525A9-1C70-E24B-F449-445BFFEB902D}"/>
                </a:ext>
              </a:extLst>
            </p:cNvPr>
            <p:cNvSpPr/>
            <p:nvPr/>
          </p:nvSpPr>
          <p:spPr>
            <a:xfrm>
              <a:off x="8690000" y="4610000"/>
              <a:ext cx="830000" cy="210000"/>
            </a:xfrm>
            <a:custGeom>
              <a:avLst/>
              <a:gdLst>
                <a:gd name="connsiteX0" fmla="*/ 0 w 830000"/>
                <a:gd name="connsiteY0" fmla="*/ 105000 h 210000"/>
                <a:gd name="connsiteX1" fmla="*/ 415000 w 830000"/>
                <a:gd name="connsiteY1" fmla="*/ 0 h 210000"/>
                <a:gd name="connsiteX2" fmla="*/ 830000 w 830000"/>
                <a:gd name="connsiteY2" fmla="*/ 105000 h 210000"/>
                <a:gd name="connsiteX3" fmla="*/ 415000 w 83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88E3C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Shape 146">
              <a:extLst>
                <a:ext uri="{FF2B5EF4-FFF2-40B4-BE49-F238E27FC236}">
                  <a16:creationId xmlns:a16="http://schemas.microsoft.com/office/drawing/2014/main" id="{69866FD4-1B4D-F897-D117-AC0B990A7A74}"/>
                </a:ext>
              </a:extLst>
            </p:cNvPr>
            <p:cNvSpPr/>
            <p:nvPr/>
          </p:nvSpPr>
          <p:spPr>
            <a:xfrm>
              <a:off x="8570000" y="4760000"/>
              <a:ext cx="1050000" cy="210000"/>
            </a:xfrm>
            <a:custGeom>
              <a:avLst/>
              <a:gdLst>
                <a:gd name="connsiteX0" fmla="*/ 0 w 1050000"/>
                <a:gd name="connsiteY0" fmla="*/ 105000 h 210000"/>
                <a:gd name="connsiteX1" fmla="*/ 525000 w 1050000"/>
                <a:gd name="connsiteY1" fmla="*/ 0 h 210000"/>
                <a:gd name="connsiteX2" fmla="*/ 1050000 w 1050000"/>
                <a:gd name="connsiteY2" fmla="*/ 105000 h 210000"/>
                <a:gd name="connsiteX3" fmla="*/ 525000 w 105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88E3C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Shape 149">
              <a:extLst>
                <a:ext uri="{FF2B5EF4-FFF2-40B4-BE49-F238E27FC236}">
                  <a16:creationId xmlns:a16="http://schemas.microsoft.com/office/drawing/2014/main" id="{B73D8A2C-67C8-D9A5-99E5-95FE4773A1CF}"/>
                </a:ext>
              </a:extLst>
            </p:cNvPr>
            <p:cNvSpPr/>
            <p:nvPr/>
          </p:nvSpPr>
          <p:spPr>
            <a:xfrm>
              <a:off x="8670000" y="4910000"/>
              <a:ext cx="860000" cy="210000"/>
            </a:xfrm>
            <a:custGeom>
              <a:avLst/>
              <a:gdLst>
                <a:gd name="connsiteX0" fmla="*/ 0 w 860000"/>
                <a:gd name="connsiteY0" fmla="*/ 105000 h 210000"/>
                <a:gd name="connsiteX1" fmla="*/ 430000 w 860000"/>
                <a:gd name="connsiteY1" fmla="*/ 0 h 210000"/>
                <a:gd name="connsiteX2" fmla="*/ 860000 w 860000"/>
                <a:gd name="connsiteY2" fmla="*/ 105000 h 210000"/>
                <a:gd name="connsiteX3" fmla="*/ 430000 w 860000"/>
                <a:gd name="connsiteY3" fmla="*/ 210000 h 2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/>
            </a:custGeom>
            <a:solidFill>
              <a:srgbClr val="388E3C"/>
            </a:solidFill>
            <a:ln w="10000" cap="flat">
              <a:noFill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C120901F-3D82-9BFC-AD5F-3BD801DAC64C}"/>
              </a:ext>
            </a:extLst>
          </p:cNvPr>
          <p:cNvSpPr txBox="1"/>
          <p:nvPr/>
        </p:nvSpPr>
        <p:spPr>
          <a:xfrm>
            <a:off x="5114331" y="1119278"/>
            <a:ext cx="6434793" cy="26776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/>
              <a:buChar char="ü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Ensure general cleanliness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/>
              <a:buChar char="ü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Arrangement of logistics as per relevant area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/>
              <a:buChar char="ü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Display of IEC at appropriate location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/>
              <a:buChar char="ü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Separate washroom, handwashing area and disposal of BMW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/>
              <a:buChar char="ü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Ensure privacy 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/>
              <a:buChar char="ü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1EE9EEBA-03C0-6F12-00F8-F1873BD618F4}"/>
              </a:ext>
            </a:extLst>
          </p:cNvPr>
          <p:cNvSpPr txBox="1">
            <a:spLocks/>
          </p:cNvSpPr>
          <p:nvPr/>
        </p:nvSpPr>
        <p:spPr>
          <a:xfrm>
            <a:off x="583751" y="-14401"/>
            <a:ext cx="12191996" cy="6746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0066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Principles of organizing an VHSND session</a:t>
            </a:r>
          </a:p>
        </p:txBody>
      </p:sp>
    </p:spTree>
    <p:extLst>
      <p:ext uri="{BB962C8B-B14F-4D97-AF65-F5344CB8AC3E}">
        <p14:creationId xmlns:p14="http://schemas.microsoft.com/office/powerpoint/2010/main" val="310370710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C396-841E-535D-2F51-1A4DD7CC6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374" y="0"/>
            <a:ext cx="10515600" cy="598712"/>
          </a:xfrm>
        </p:spPr>
        <p:txBody>
          <a:bodyPr/>
          <a:lstStyle/>
          <a:p>
            <a:pPr lvl="0"/>
            <a:r>
              <a:rPr lang="en-US" sz="3600"/>
              <a:t>Requirements at VHSND/ UHSND site</a:t>
            </a:r>
            <a:endParaRPr lang="en-IN" sz="360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8712A740-4945-75F1-040F-73F3FDAFC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4174" y="740234"/>
          <a:ext cx="11517095" cy="5926202"/>
        </p:xfrm>
        <a:graphic>
          <a:graphicData uri="http://schemas.openxmlformats.org/drawingml/2006/table">
            <a:tbl>
              <a:tblPr>
                <a:effectLst/>
                <a:tableStyleId>{616DA210-FB5B-4158-B5E0-FEB733F419BA}</a:tableStyleId>
              </a:tblPr>
              <a:tblGrid>
                <a:gridCol w="2876007">
                  <a:extLst>
                    <a:ext uri="{9D8B030D-6E8A-4147-A177-3AD203B41FA5}">
                      <a16:colId xmlns:a16="http://schemas.microsoft.com/office/drawing/2014/main" val="4024117059"/>
                    </a:ext>
                  </a:extLst>
                </a:gridCol>
                <a:gridCol w="2876007">
                  <a:extLst>
                    <a:ext uri="{9D8B030D-6E8A-4147-A177-3AD203B41FA5}">
                      <a16:colId xmlns:a16="http://schemas.microsoft.com/office/drawing/2014/main" val="4200609484"/>
                    </a:ext>
                  </a:extLst>
                </a:gridCol>
                <a:gridCol w="3355555">
                  <a:extLst>
                    <a:ext uri="{9D8B030D-6E8A-4147-A177-3AD203B41FA5}">
                      <a16:colId xmlns:a16="http://schemas.microsoft.com/office/drawing/2014/main" val="2108264360"/>
                    </a:ext>
                  </a:extLst>
                </a:gridCol>
                <a:gridCol w="2409526">
                  <a:extLst>
                    <a:ext uri="{9D8B030D-6E8A-4147-A177-3AD203B41FA5}">
                      <a16:colId xmlns:a16="http://schemas.microsoft.com/office/drawing/2014/main" val="3745022368"/>
                    </a:ext>
                  </a:extLst>
                </a:gridCol>
              </a:tblGrid>
              <a:tr h="278471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FF0000"/>
                          </a:solidFill>
                        </a:rPr>
                        <a:t>Equipment</a:t>
                      </a:r>
                      <a:endParaRPr lang="en-IN" sz="1400" b="1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FF0000"/>
                          </a:solidFill>
                        </a:rPr>
                        <a:t>Drugs &amp; Injections</a:t>
                      </a:r>
                      <a:endParaRPr lang="en-IN" sz="1400" b="1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FF0000"/>
                          </a:solidFill>
                        </a:rPr>
                        <a:t>Consumables</a:t>
                      </a:r>
                      <a:endParaRPr lang="en-IN" sz="1400" b="1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rgbClr val="FF0000"/>
                          </a:solidFill>
                        </a:rPr>
                        <a:t>Records</a:t>
                      </a:r>
                      <a:endParaRPr lang="en-IN" sz="1400" b="1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2322044236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Weighing scale Adult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IFA Red tablets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Cotton swab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Blank MCP cards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396713267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Child weighing scale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IFA Blue tablets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</a:rPr>
                        <a:t>Vaccines in vaccine carrier with ice packs</a:t>
                      </a:r>
                      <a:endParaRPr lang="en-US" sz="1400" b="0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Nirapad Matritve Booklet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615741644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Infant weighing scale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IFA syrup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Nishchay Kit/Pregnancy Testing Kit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Red card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2853915744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Infantometer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Folic Acid tablets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Condoms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IMNCI forms and chart booklets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1211369916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Stadiometer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Calcium-Vitamin D3 tablets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IUCD sample (375 and 380A)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PMSMA register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130756580"/>
                  </a:ext>
                </a:extLst>
              </a:tr>
              <a:tr h="123517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Thermometer-Digital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Cotrimoxazole tablets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Counselling tools / Job aids / Posters (swasthya Barta)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812616767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BP apparatus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Vitamin A syrup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75gm glucose for GDM screening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Eat Right Toolkit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316812226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Stethoscope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Albendazole tablets/syrups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Urine testing kit/Uristix strips (multireagent)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HRP register ( Mother)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2132392202"/>
                  </a:ext>
                </a:extLst>
              </a:tr>
              <a:tr h="451064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Examination table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Paracetamol tablet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</a:rPr>
                        <a:t> Syringes (AD and disposable): (RI day)</a:t>
                      </a:r>
                      <a:endParaRPr lang="en-IN" sz="1400" b="0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High risk children register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1029334645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Stepping stool for examination table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Gentian violet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Red and black bag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VHSND/UHSND meeting register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2514007765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Measuring tape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Injectable MPA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AEFI Kit/Anaphylaxis Kit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Referral slips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1731451116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Fetoscope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Emergency contraceptive pills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HIV and Hepatitis B point of care kits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AMLAN register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001475060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BMI Chart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Combined Oral contraceptives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</a:rPr>
                        <a:t>Syphilis point of care kits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1316568591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Digital Hemoglobinometer and strips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Centchroman (Chhaya)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Malaria RDK kit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502229879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Glucometer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0000"/>
                          </a:solidFill>
                          <a:latin typeface="Calibri" pitchFamily="34"/>
                        </a:rPr>
                        <a:t>Td Vaccine (RI Day)</a:t>
                      </a:r>
                      <a:endParaRPr lang="en-IN" sz="1400" b="0" i="0" u="none" strike="noStrike">
                        <a:solidFill>
                          <a:srgbClr val="FF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Lancets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513455801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Hub cutter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 pitchFamily="34"/>
                        </a:rPr>
                        <a:t>Multi vitamin Tablets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 pitchFamily="34"/>
                        </a:rPr>
                        <a:t>Measuring Jug 500 ml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187204882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</a:rPr>
                        <a:t>Portable screen for privacy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390804879"/>
                  </a:ext>
                </a:extLst>
              </a:tr>
              <a:tr h="278471"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 pitchFamily="34"/>
                        </a:rPr>
                        <a:t>MUAC tape ( child &amp; adult)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 pitchFamily="34"/>
                      </a:endParaRPr>
                    </a:p>
                  </a:txBody>
                  <a:tcPr marL="5971" marR="5971" marT="5971" marB="0" anchor="b"/>
                </a:tc>
                <a:extLst>
                  <a:ext uri="{0D108BD9-81ED-4DB2-BD59-A6C34878D82A}">
                    <a16:rowId xmlns:a16="http://schemas.microsoft.com/office/drawing/2014/main" val="35251506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13BC3-4706-4334-7AEA-8F19897A94FF}"/>
              </a:ext>
            </a:extLst>
          </p:cNvPr>
          <p:cNvSpPr txBox="1"/>
          <p:nvPr/>
        </p:nvSpPr>
        <p:spPr>
          <a:xfrm>
            <a:off x="1342512" y="6789"/>
            <a:ext cx="9833548" cy="1325563"/>
          </a:xfrm>
          <a:prstGeom prst="rect">
            <a:avLst/>
          </a:prstGeom>
        </p:spPr>
        <p:txBody>
          <a:bodyPr vert="horz" lIns="91440" tIns="45720" rIns="91440" bIns="45720" rtlCol="0" anchor="b" anchorCtr="1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Key messages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B9478-B28C-E59F-8771-1022232C70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43085" y="1737093"/>
            <a:ext cx="9833548" cy="2693976"/>
          </a:xfr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While organizing the VHND session privacy and confidentiality must be maintained for every client.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Complete  care includes history taking, examination, investigations and prophylaxis/treatment and recording. </a:t>
            </a:r>
          </a:p>
          <a:p>
            <a:pPr lvl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While providing  care, respectful care must be considered at every step.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60083B-C45C-55A8-3A07-71634C30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MCP card</a:t>
            </a:r>
          </a:p>
        </p:txBody>
      </p:sp>
    </p:spTree>
    <p:extLst>
      <p:ext uri="{BB962C8B-B14F-4D97-AF65-F5344CB8AC3E}">
        <p14:creationId xmlns:p14="http://schemas.microsoft.com/office/powerpoint/2010/main" val="17696948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