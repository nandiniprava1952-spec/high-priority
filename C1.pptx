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C1: VHSND/UHSND Services &amp; HRP PNC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Services &amp; Records at VHSND/UHSND  Session &amp; HRP PNC</a:t>
            </a:r>
          </a:p>
          <a:p>
            <a:r>
              <a:t>- Topic: 1</a:t>
            </a:r>
          </a:p>
          <a:p>
            <a:r>
              <a:t>- Ensure general cleanliness</a:t>
            </a:r>
          </a:p>
          <a:p>
            <a:r>
              <a:t>- Arrangement of logistics as per relevant area</a:t>
            </a:r>
          </a:p>
          <a:p>
            <a:r>
              <a:t>- Display of IEC at appropriate location</a:t>
            </a:r>
          </a:p>
          <a:p>
            <a:r>
              <a:t>- Separate washroom, handwashing area and disposal of BMW</a:t>
            </a:r>
          </a:p>
          <a:p>
            <a:r>
              <a:t>- Ensure privacy</a:t>
            </a:r>
          </a:p>
          <a:p>
            <a:r>
              <a:t>- Principles of organizing an VHSND session</a:t>
            </a:r>
          </a:p>
          <a:p>
            <a:r>
              <a:t>- Requirements at VHSND/ UHSND site</a:t>
            </a:r>
          </a:p>
          <a:p>
            <a:r>
              <a:t>- Key messages</a:t>
            </a:r>
          </a:p>
          <a:p>
            <a:r>
              <a:t>- While organizing the VHND session privacy and confidentiality must be maintained for every client.</a:t>
            </a:r>
          </a:p>
          <a:p>
            <a:r>
              <a:t>- Complete  care includes history taking, examination, investigations and prophylaxis/treatment and recording.</a:t>
            </a:r>
          </a:p>
          <a:p>
            <a:r>
              <a:t>- While providing  care, respectful care must be considered at every step.</a:t>
            </a:r>
          </a:p>
          <a:p>
            <a:r>
              <a:t>- MCP card</a:t>
            </a:r>
          </a:p>
          <a:p/>
          <a:p>
            <a:r>
              <a:t>Facilitator reminder: cross-check this section against the training checklist (module_C / grp_C1)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VHSND/UHSND Services &amp; HRP PNC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