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B1: Essential Newborn Care &amp; Resuscitation</a:t>
            </a:r>
          </a:p>
          <a:p>
            <a:r>
              <a:t>Module: Day 1 – Newborn &amp; Child Health</a:t>
            </a:r>
          </a:p>
          <a:p/>
          <a:p>
            <a:r>
              <a:t>Key content covered in source deck:</a:t>
            </a:r>
          </a:p>
          <a:p>
            <a:r>
              <a:t>- Topic: 1</a:t>
            </a:r>
          </a:p>
          <a:p>
            <a:r>
              <a:t>- Importance of Care for Newborn at Birth</a:t>
            </a:r>
          </a:p>
          <a:p>
            <a:r>
              <a:t>- Most of the neonatal deaths occur during delivery or on the day of birth</a:t>
            </a:r>
          </a:p>
          <a:p>
            <a:r>
              <a:t>- Even for the deaths occurring in the rest of neonatal period, care given at the time of birth is an important influencer</a:t>
            </a:r>
          </a:p>
          <a:p>
            <a:r>
              <a:t>- A lot of deaths of newborns due to hypothermia, asphyxia and infection can be prevented by providing essential newborn care to all newborns immediately after birth</a:t>
            </a:r>
          </a:p>
          <a:p>
            <a:r>
              <a:t>- Monitoring of Baby (Delivery Case-sheet)</a:t>
            </a:r>
          </a:p>
          <a:p>
            <a:r>
              <a:t>- RoP IEC</a:t>
            </a:r>
          </a:p>
          <a:p/>
          <a:p>
            <a:r>
              <a:t>Facilitator reminder: cross-check this section against the training checklist (module_B / grp_B1)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NEWBORN &amp; CHILD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B1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Essential Newborn Care &amp; Resuscitation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