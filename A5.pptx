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A5: Sickle Cell Disease (SCD) in Pregnancy</a:t>
            </a:r>
          </a:p>
          <a:p>
            <a:r>
              <a:t>Module: Day 1 – Maternal Health</a:t>
            </a:r>
          </a:p>
          <a:p/>
          <a:p>
            <a:r>
              <a:t>Key content covered in source deck:</a:t>
            </a:r>
          </a:p>
          <a:p>
            <a:r>
              <a:t>- Topic 5</a:t>
            </a:r>
          </a:p>
          <a:p>
            <a:r>
              <a:t>- Effect of SCD  on Mother and Baby</a:t>
            </a:r>
          </a:p>
          <a:p>
            <a:r>
              <a:t>- Mother</a:t>
            </a:r>
          </a:p>
          <a:p>
            <a:r>
              <a:t>- Preterm labor and Spontaneous miscarriage</a:t>
            </a:r>
          </a:p>
          <a:p>
            <a:r>
              <a:t>- Severe anemia due to hepatic sequestration crisis</a:t>
            </a:r>
          </a:p>
          <a:p>
            <a:r>
              <a:t>- Antepartum and postpartum  Hemorrhage</a:t>
            </a:r>
          </a:p>
          <a:p>
            <a:r>
              <a:t>- Renal disease</a:t>
            </a:r>
          </a:p>
          <a:p>
            <a:r>
              <a:t>- Hepatic dysfunction</a:t>
            </a:r>
          </a:p>
          <a:p>
            <a:r>
              <a:t>- Infections</a:t>
            </a:r>
          </a:p>
          <a:p>
            <a:r>
              <a:t>- Poor weight gain</a:t>
            </a:r>
          </a:p>
          <a:p>
            <a:r>
              <a:t>- PIH &amp; Pre-Eclampsia</a:t>
            </a:r>
          </a:p>
          <a:p>
            <a:r>
              <a:t>- Acute chest syndrome</a:t>
            </a:r>
          </a:p>
          <a:p>
            <a:r>
              <a:t>- Thromboembolic events</a:t>
            </a:r>
          </a:p>
          <a:p>
            <a:r>
              <a:t>- Acute painful crisis</a:t>
            </a:r>
          </a:p>
          <a:p>
            <a:r>
              <a:t>- Dysfunctional labor</a:t>
            </a:r>
          </a:p>
          <a:p>
            <a:r>
              <a:t>- Maternal Death</a:t>
            </a:r>
          </a:p>
          <a:p>
            <a:r>
              <a:t>- Baby</a:t>
            </a:r>
          </a:p>
          <a:p>
            <a:r>
              <a:t>- Fetal growth restriction/ IUGR</a:t>
            </a:r>
          </a:p>
          <a:p>
            <a:r>
              <a:t>- Abortions</a:t>
            </a:r>
          </a:p>
          <a:p>
            <a:r>
              <a:t>- Prematurity</a:t>
            </a:r>
          </a:p>
          <a:p>
            <a:r>
              <a:t>- Low birth weight</a:t>
            </a:r>
          </a:p>
          <a:p>
            <a:r>
              <a:t>- Fetal loss</a:t>
            </a:r>
          </a:p>
          <a:p>
            <a:r>
              <a:t>- Increased perinatal mortality</a:t>
            </a:r>
          </a:p>
          <a:p>
            <a:r>
              <a:t>- Stillbirth</a:t>
            </a:r>
          </a:p>
          <a:p>
            <a:r>
              <a:t>- High Performance Liquid Chromatography</a:t>
            </a:r>
          </a:p>
          <a:p/>
          <a:p>
            <a:r>
              <a:t>Facilitator reminder: cross-check this section against the training checklist (module_A / grp_A5) in the KoboToolBox facilitation kit.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5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1325880"/>
            <a:ext cx="4206240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6400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DAY 1 – MATERNAL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E0E0E0"/>
                </a:solidFill>
                <a:latin typeface="Arial"/>
              </a:defRPr>
            </a:pPr>
            <a:r>
              <a:t>Section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6675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mbria"/>
              </a:defRPr>
            </a:pPr>
            <a:r>
              <a:t>Sickle Cell Disease (SCD) in Pregnancy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CCCCCC"/>
                </a:solidFill>
                <a:latin typeface="Arial"/>
              </a:defRPr>
            </a:pPr>
            <a:r>
              <a:t>Maternal &amp; Child Health Presentation – Facilitator Kit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