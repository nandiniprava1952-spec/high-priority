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A9: Puerperal Sepsis</a:t>
            </a:r>
          </a:p>
          <a:p>
            <a:r>
              <a:t>Module: Day 1 – Maternal Health</a:t>
            </a:r>
          </a:p>
          <a:p/>
          <a:p>
            <a:r>
              <a:t>Key content covered in source deck:</a:t>
            </a:r>
          </a:p>
          <a:p>
            <a:r>
              <a:t>- Topic 9</a:t>
            </a:r>
          </a:p>
          <a:p>
            <a:r>
              <a:t>- As per WHO guidelines- Clinical response evidence based antibiotics should be administered.</a:t>
            </a:r>
          </a:p>
          <a:p>
            <a:r>
              <a:t>- Recommended Antibiotic to Mother</a:t>
            </a:r>
          </a:p>
          <a:p>
            <a:r>
              <a:t>- Ampicillin 1 gm - 6 hourly oral/ Amoxicillin/ Ceftriaxone + Sulbactam</a:t>
            </a:r>
          </a:p>
          <a:p>
            <a:r>
              <a:t>- Metronidazole 400mg - 8 hourly oral</a:t>
            </a:r>
          </a:p>
          <a:p>
            <a:r>
              <a:t>- Gentamycin 80 mg, BD Intra Muscularly</a:t>
            </a:r>
          </a:p>
          <a:p>
            <a:r>
              <a:t>- Piperacillin/Tazobactam 4.5g IV q6h</a:t>
            </a:r>
          </a:p>
          <a:p>
            <a:r>
              <a:t>- Metronidazole 400mg iv 8 hourly</a:t>
            </a:r>
          </a:p>
          <a:p>
            <a:r>
              <a:t>- Amikacin 15mg/kg body wt iv</a:t>
            </a:r>
          </a:p>
          <a:p>
            <a:r>
              <a:t>- Key messages</a:t>
            </a:r>
          </a:p>
          <a:p>
            <a:r>
              <a:t>- Puerperal sepsis is one of the leading causes of maternal deaths</a:t>
            </a:r>
          </a:p>
          <a:p>
            <a:r>
              <a:t>- Puerperal sepsis is to a great extent preventable</a:t>
            </a:r>
          </a:p>
          <a:p>
            <a:r>
              <a:t>- Antibiotics should be given to the woman only if they are indicated</a:t>
            </a:r>
          </a:p>
          <a:p>
            <a:r>
              <a:t>- At periphery, ANM should identify the indications for antibiotics and give first dose before referral</a:t>
            </a:r>
          </a:p>
          <a:p/>
          <a:p>
            <a:r>
              <a:t>Facilitator reminder: cross-check this section against the training checklist (module_A / grp_A9) in the KoboToolBox facilitation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9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325880"/>
            <a:ext cx="420624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DAY 1 – MATERNAL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0E0E0"/>
                </a:solidFill>
                <a:latin typeface="Arial"/>
              </a:defRPr>
            </a:pPr>
            <a:r>
              <a:t>Section A9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675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mbria"/>
              </a:defRPr>
            </a:pPr>
            <a:r>
              <a:t>Puerperal Sepsis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  <a:latin typeface="Arial"/>
              </a:defRPr>
            </a:pPr>
            <a:r>
              <a:t>Maternal &amp; Child Health Presentation – Facilitator Kit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