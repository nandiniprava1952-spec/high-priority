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  <p:sldMasterId id="2147483717" r:id="rId2"/>
    <p:sldMasterId id="2147483729" r:id="rId3"/>
    <p:sldMasterId id="2147483745" r:id="rId4"/>
    <p:sldMasterId id="2147483748" r:id="rId5"/>
    <p:sldMasterId id="2147483766" r:id="rId6"/>
    <p:sldMasterId id="2147483790" r:id="rId7"/>
    <p:sldMasterId id="2147483808" r:id="rId8"/>
    <p:sldMasterId id="2147483821" r:id="rId9"/>
    <p:sldMasterId id="2147483833" r:id="rId10"/>
  </p:sldMasterIdLst>
  <p:notesMasterIdLst>
    <p:notesMasterId r:id="rId391"/>
  </p:notesMasterIdLst>
  <p:handoutMasterIdLst>
    <p:handoutMasterId r:id="rId392"/>
  </p:handoutMasterIdLst>
  <p:sldIdLst>
    <p:sldId id="2147470647" r:id="rId13"/>
    <p:sldId id="2147470644" r:id="rId14"/>
    <p:sldId id="2147470648" r:id="rId15"/>
    <p:sldId id="415" r:id="rId16"/>
    <p:sldId id="423" r:id="rId17"/>
    <p:sldId id="420" r:id="rId18"/>
    <p:sldId id="2147470649" r:id="rId19"/>
    <p:sldId id="440" r:id="rId20"/>
    <p:sldId id="2147470679" r:id="rId21"/>
    <p:sldId id="2147470736" r:id="rId22"/>
  </p:sldIdLst>
  <p:sldSz cx="12192000" cy="6858000"/>
  <p:notesSz cx="7104063" cy="10234613"/>
  <p:custDataLst>
    <p:tags r:id="rId39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7807B35-6682-E863-7CDC-BAFFABE6384C}" name="Dande Venkata Sireesha" initials="DS" userId="S::dsireesha@jhpiego.org::38427968-4704-4b19-87c8-b85b3f92401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CC"/>
    <a:srgbClr val="EA2E52"/>
    <a:srgbClr val="EC848E"/>
    <a:srgbClr val="F3F3F3"/>
    <a:srgbClr val="EAD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FD4443E-F989-4FC4-A0C8-D5A2AF1F390B}" styleName="Dark Style 1 –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86"/>
    <p:restoredTop sz="94656"/>
  </p:normalViewPr>
  <p:slideViewPr>
    <p:cSldViewPr snapToGrid="0">
      <p:cViewPr varScale="1">
        <p:scale>
          <a:sx n="59" d="100"/>
          <a:sy n="59" d="100"/>
        </p:scale>
        <p:origin x="99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391" Type="http://schemas.openxmlformats.org/officeDocument/2006/relationships/notesMaster" Target="notesMasters/notesMaster1.xml"/><Relationship Id="rId392" Type="http://schemas.openxmlformats.org/officeDocument/2006/relationships/handoutMaster" Target="handoutMasters/handoutMaster1.xml"/><Relationship Id="rId393" Type="http://schemas.openxmlformats.org/officeDocument/2006/relationships/tags" Target="tags/tag1.xml"/><Relationship Id="rId394" Type="http://schemas.openxmlformats.org/officeDocument/2006/relationships/presProps" Target="presProps.xml"/><Relationship Id="rId395" Type="http://schemas.openxmlformats.org/officeDocument/2006/relationships/viewProps" Target="viewProps.xml"/><Relationship Id="rId396" Type="http://schemas.openxmlformats.org/officeDocument/2006/relationships/theme" Target="theme/theme1.xml"/><Relationship Id="rId397" Type="http://schemas.openxmlformats.org/officeDocument/2006/relationships/tableStyles" Target="tableStyles.xml"/><Relationship Id="rId398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cap="all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Causes of Maternal Death MDR 25-26</a:t>
            </a:r>
            <a:r>
              <a:rPr lang="en-US" baseline="0" dirty="0"/>
              <a:t> (Odisha)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cap="all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Causes of Maternal Death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2372-4079-94D3-97839DE0AEA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2372-4079-94D3-97839DE0AEA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2372-4079-94D3-97839DE0AEA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2372-4079-94D3-97839DE0AEAB}"/>
              </c:ext>
            </c:extLst>
          </c:dPt>
          <c:dPt>
            <c:idx val="4"/>
            <c:bubble3D val="0"/>
            <c:explosion val="12"/>
            <c:spPr>
              <a:solidFill>
                <a:schemeClr val="accent5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9-2372-4079-94D3-97839DE0AEAB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B-2372-4079-94D3-97839DE0AEAB}"/>
              </c:ext>
            </c:extLst>
          </c:dPt>
          <c:dLbls>
            <c:dLbl>
              <c:idx val="0"/>
              <c:layout>
                <c:manualLayout>
                  <c:x val="-0.15624999999999992"/>
                  <c:y val="0.14374999999999999"/>
                </c:manualLayout>
              </c:layout>
              <c:spPr>
                <a:solidFill>
                  <a:schemeClr val="lt1"/>
                </a:solidFill>
                <a:ln w="12700" cap="flat" cmpd="sng" algn="ctr">
                  <a:solidFill>
                    <a:schemeClr val="dk1"/>
                  </a:solidFill>
                  <a:prstDash val="solid"/>
                  <a:miter lim="800000"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372-4079-94D3-97839DE0AEAB}"/>
                </c:ext>
              </c:extLst>
            </c:dLbl>
            <c:dLbl>
              <c:idx val="1"/>
              <c:layout>
                <c:manualLayout>
                  <c:x val="-4.1666666666666666E-3"/>
                  <c:y val="-0.13750000000000001"/>
                </c:manualLayout>
              </c:layout>
              <c:spPr>
                <a:solidFill>
                  <a:schemeClr val="lt1"/>
                </a:solidFill>
                <a:ln w="12700" cap="flat" cmpd="sng" algn="ctr">
                  <a:solidFill>
                    <a:schemeClr val="dk1"/>
                  </a:solidFill>
                  <a:prstDash val="solid"/>
                  <a:miter lim="800000"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372-4079-94D3-97839DE0AEAB}"/>
                </c:ext>
              </c:extLst>
            </c:dLbl>
            <c:dLbl>
              <c:idx val="2"/>
              <c:layout>
                <c:manualLayout>
                  <c:x val="1.4583333333333334E-2"/>
                  <c:y val="-1.2303149606299213E-7"/>
                </c:manualLayout>
              </c:layout>
              <c:spPr>
                <a:solidFill>
                  <a:schemeClr val="lt1"/>
                </a:solidFill>
                <a:ln w="12700" cap="flat" cmpd="sng" algn="ctr">
                  <a:solidFill>
                    <a:schemeClr val="dk1"/>
                  </a:solidFill>
                  <a:prstDash val="solid"/>
                  <a:miter lim="800000"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8237500000000001"/>
                      <c:h val="0.1678282480314960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2372-4079-94D3-97839DE0AEAB}"/>
                </c:ext>
              </c:extLst>
            </c:dLbl>
            <c:dLbl>
              <c:idx val="3"/>
              <c:layout>
                <c:manualLayout>
                  <c:x val="-0.1"/>
                  <c:y val="-8.1250000000000114E-2"/>
                </c:manualLayout>
              </c:layout>
              <c:spPr>
                <a:solidFill>
                  <a:schemeClr val="lt1"/>
                </a:solidFill>
                <a:ln w="12700" cap="flat" cmpd="sng" algn="ctr">
                  <a:solidFill>
                    <a:schemeClr val="dk1"/>
                  </a:solidFill>
                  <a:prstDash val="solid"/>
                  <a:miter lim="800000"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372-4079-94D3-97839DE0AEAB}"/>
                </c:ext>
              </c:extLst>
            </c:dLbl>
            <c:dLbl>
              <c:idx val="4"/>
              <c:layout>
                <c:manualLayout>
                  <c:x val="-4.7916666666666684E-2"/>
                  <c:y val="-0.1437500000000001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1330" b="1" i="0" u="none" strike="noStrike" kern="1200" spc="0" baseline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dirty="0"/>
                      <a:t>HDP</a:t>
                    </a:r>
                    <a:r>
                      <a:rPr lang="en-US" baseline="0" dirty="0"/>
                      <a:t>
</a:t>
                    </a:r>
                    <a:fld id="{0BD60A29-75BC-4B88-A87B-C7E8C677105B}" type="PERCENTAGE">
                      <a:rPr lang="en-US" baseline="0"/>
                      <a:pPr>
                        <a:defRPr>
                          <a:solidFill>
                            <a:schemeClr val="dk1"/>
                          </a:solidFill>
                        </a:defRPr>
                      </a:pPr>
                      <a:t>[PERCENTAGE]</a:t>
                    </a:fld>
                    <a:endParaRPr lang="en-US" baseline="0" dirty="0"/>
                  </a:p>
                </c:rich>
              </c:tx>
              <c:spPr>
                <a:solidFill>
                  <a:schemeClr val="lt1"/>
                </a:solidFill>
                <a:ln w="12700" cap="flat" cmpd="sng" algn="ctr">
                  <a:solidFill>
                    <a:schemeClr val="dk1"/>
                  </a:solidFill>
                  <a:prstDash val="solid"/>
                  <a:miter lim="800000"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6451033464566928"/>
                      <c:h val="0.1185625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9-2372-4079-94D3-97839DE0AEAB}"/>
                </c:ext>
              </c:extLst>
            </c:dLbl>
            <c:dLbl>
              <c:idx val="5"/>
              <c:layout>
                <c:manualLayout>
                  <c:x val="0.17291666666666672"/>
                  <c:y val="6.8750000000000006E-2"/>
                </c:manualLayout>
              </c:layout>
              <c:spPr>
                <a:solidFill>
                  <a:schemeClr val="lt1"/>
                </a:solidFill>
                <a:ln w="12700" cap="flat" cmpd="sng" algn="ctr">
                  <a:solidFill>
                    <a:schemeClr val="dk1"/>
                  </a:solidFill>
                  <a:prstDash val="solid"/>
                  <a:miter lim="800000"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372-4079-94D3-97839DE0AEAB}"/>
                </c:ext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Sheet1!$A$2:$A$7</c:f>
              <c:strCache>
                <c:ptCount val="6"/>
                <c:pt idx="0">
                  <c:v>Haemorrhage </c:v>
                </c:pt>
                <c:pt idx="1">
                  <c:v>Abortion </c:v>
                </c:pt>
                <c:pt idx="2">
                  <c:v>Obstructed Labour </c:v>
                </c:pt>
                <c:pt idx="3">
                  <c:v>Sepsis</c:v>
                </c:pt>
                <c:pt idx="4">
                  <c:v>Hypertensive disorders in pregnancy*</c:v>
                </c:pt>
                <c:pt idx="5">
                  <c:v>Others**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167</c:v>
                </c:pt>
                <c:pt idx="1">
                  <c:v>21</c:v>
                </c:pt>
                <c:pt idx="2">
                  <c:v>21</c:v>
                </c:pt>
                <c:pt idx="3">
                  <c:v>85</c:v>
                </c:pt>
                <c:pt idx="4">
                  <c:v>168</c:v>
                </c:pt>
                <c:pt idx="5">
                  <c:v>280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2372-4079-94D3-97839DE0AEAB}"/>
            </c:ext>
          </c:extLst>
        </c:ser>
        <c:dLbls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cs:styleClr val="auto"/>
    </cs:fontRef>
    <cs:defRPr sz="1330" b="1" i="0" u="none" strike="noStrike" kern="1200" spc="0" baseline="0"/>
  </cs:dataLabel>
  <cs:dataLabelCallout>
    <cs:lnRef idx="0">
      <cs:styleClr val="auto"/>
    </cs:lnRef>
    <cs:fillRef idx="0"/>
    <cs:effectRef idx="0"/>
    <cs:fontRef idx="minor">
      <cs:styleClr val="auto"/>
    </cs:fontRef>
    <cs:spPr>
      <a:solidFill>
        <a:schemeClr val="lt1"/>
      </a:solidFill>
      <a:ln>
        <a:solidFill>
          <a:schemeClr val="phClr"/>
        </a:solidFill>
      </a:ln>
    </cs:spPr>
    <cs:defRPr sz="133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635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88900" sx="102000" sy="102000" algn="ctr" rotWithShape="0">
          <a:prstClr val="black">
            <a:alpha val="10000"/>
          </a:prstClr>
        </a:outerShdw>
      </a:effectLst>
      <a:scene3d>
        <a:camera prst="orthographicFront"/>
        <a:lightRig rig="threePt" dir="t"/>
      </a:scene3d>
      <a:sp3d>
        <a:bevelT w="127000" h="127000"/>
        <a:bevelB w="127000" h="127000"/>
      </a:sp3d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FDAC90-AA80-4369-BB56-C0DA00491B4F}" type="doc">
      <dgm:prSet loTypeId="urn:microsoft.com/office/officeart/2011/layout/InterconnectedBlockProcess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90EA7917-B157-4B75-9D80-A753B352F197}">
      <dgm:prSet phldrT="[Text]" custT="1"/>
      <dgm:spPr>
        <a:xfrm>
          <a:off x="2817061" y="81137"/>
          <a:ext cx="1712085" cy="627456"/>
        </a:xfrm>
        <a:prstGeom prst="rect">
          <a:avLst/>
        </a:prstGeom>
        <a:solidFill>
          <a:srgbClr val="4BACC6">
            <a:hueOff val="-6622584"/>
            <a:satOff val="26541"/>
            <a:lumOff val="5752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/>
        <a:lstStyle/>
        <a:p>
          <a:r>
            <a:rPr lang="en-US" sz="2000" b="1" dirty="0">
              <a:solidFill>
                <a:sysClr val="windowText" lastClr="000000"/>
              </a:solidFill>
              <a:latin typeface="Calibri"/>
              <a:ea typeface="+mn-ea"/>
              <a:cs typeface="+mn-cs"/>
            </a:rPr>
            <a:t>Pre-Eclampsia</a:t>
          </a:r>
        </a:p>
      </dgm:t>
    </dgm:pt>
    <dgm:pt modelId="{DA13DD3B-1AE0-4CFD-A1A5-BC32427CC845}" type="parTrans" cxnId="{11ED1FE7-2170-4963-B393-2C7C5EA259A6}">
      <dgm:prSet/>
      <dgm:spPr/>
      <dgm:t>
        <a:bodyPr/>
        <a:lstStyle/>
        <a:p>
          <a:endParaRPr lang="en-US"/>
        </a:p>
      </dgm:t>
    </dgm:pt>
    <dgm:pt modelId="{91986B64-07A3-40DC-8F0F-6F64A001AF1E}" type="sibTrans" cxnId="{11ED1FE7-2170-4963-B393-2C7C5EA259A6}">
      <dgm:prSet/>
      <dgm:spPr/>
      <dgm:t>
        <a:bodyPr/>
        <a:lstStyle/>
        <a:p>
          <a:endParaRPr lang="en-US"/>
        </a:p>
      </dgm:t>
    </dgm:pt>
    <dgm:pt modelId="{CC80AF27-70EE-4512-809B-483F9F99F049}">
      <dgm:prSet phldrT="[Text]" custT="1"/>
      <dgm:spPr>
        <a:xfrm>
          <a:off x="2825906" y="794852"/>
          <a:ext cx="1660497" cy="3189661"/>
        </a:xfrm>
        <a:prstGeom prst="wedgeRectCallout">
          <a:avLst>
            <a:gd name="adj1" fmla="val 62500"/>
            <a:gd name="adj2" fmla="val 20830"/>
          </a:avLst>
        </a:prstGeom>
        <a:solidFill>
          <a:srgbClr val="4BACC6">
            <a:tint val="50000"/>
            <a:hueOff val="-7183231"/>
            <a:satOff val="30917"/>
            <a:lumOff val="8358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/>
        <a:lstStyle/>
        <a:p>
          <a:pPr algn="l"/>
          <a:r>
            <a:rPr lang="en-US" sz="18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Increased BP and protein in urine </a:t>
          </a:r>
        </a:p>
        <a:p>
          <a:pPr algn="l"/>
          <a:r>
            <a:rPr lang="en-US" sz="18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BP more than or equal to 140/90 and less than 160/110</a:t>
          </a:r>
        </a:p>
        <a:p>
          <a:pPr algn="l"/>
          <a:r>
            <a:rPr lang="en-US" sz="18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And Proteinuria</a:t>
          </a:r>
        </a:p>
        <a:p>
          <a:pPr algn="l"/>
          <a:r>
            <a:rPr lang="en-US" sz="18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Trace/1+/2+</a:t>
          </a:r>
        </a:p>
      </dgm:t>
    </dgm:pt>
    <dgm:pt modelId="{051E6CE8-96D4-4007-A255-3E03849608B2}" type="parTrans" cxnId="{96E88946-B98D-486F-9489-1B28F17F0159}">
      <dgm:prSet/>
      <dgm:spPr/>
      <dgm:t>
        <a:bodyPr/>
        <a:lstStyle/>
        <a:p>
          <a:endParaRPr lang="en-US"/>
        </a:p>
      </dgm:t>
    </dgm:pt>
    <dgm:pt modelId="{EE78EE4E-ACA4-4704-80C4-AC0ED913A402}" type="sibTrans" cxnId="{96E88946-B98D-486F-9489-1B28F17F0159}">
      <dgm:prSet/>
      <dgm:spPr/>
      <dgm:t>
        <a:bodyPr/>
        <a:lstStyle/>
        <a:p>
          <a:endParaRPr lang="en-US"/>
        </a:p>
      </dgm:t>
    </dgm:pt>
    <dgm:pt modelId="{D72BB455-99D8-43A5-8305-333C325B398A}">
      <dgm:prSet phldrT="[Text]" custT="1"/>
      <dgm:spPr>
        <a:xfrm>
          <a:off x="6352638" y="81668"/>
          <a:ext cx="2013123" cy="636890"/>
        </a:xfrm>
        <a:prstGeom prst="rect">
          <a:avLst/>
        </a:prstGeom>
        <a:solidFill>
          <a:srgbClr val="4BACC6">
            <a:hueOff val="0"/>
            <a:satOff val="0"/>
            <a:lumOff val="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/>
        <a:lstStyle/>
        <a:p>
          <a:r>
            <a:rPr lang="en-US" sz="2000" b="1" dirty="0">
              <a:solidFill>
                <a:sysClr val="windowText" lastClr="000000"/>
              </a:solidFill>
              <a:latin typeface="Calibri"/>
              <a:ea typeface="+mn-ea"/>
              <a:cs typeface="+mn-cs"/>
            </a:rPr>
            <a:t>Eclampsia</a:t>
          </a:r>
        </a:p>
      </dgm:t>
    </dgm:pt>
    <dgm:pt modelId="{B8FC91E2-E88A-4163-9ED5-35F0657D0383}" type="parTrans" cxnId="{E9E4CEDD-851D-4882-9FFC-9722FF9CDCFA}">
      <dgm:prSet/>
      <dgm:spPr/>
      <dgm:t>
        <a:bodyPr/>
        <a:lstStyle/>
        <a:p>
          <a:endParaRPr lang="en-US"/>
        </a:p>
      </dgm:t>
    </dgm:pt>
    <dgm:pt modelId="{36B7AD3A-F9F3-485B-BD9E-6461187AC797}" type="sibTrans" cxnId="{E9E4CEDD-851D-4882-9FFC-9722FF9CDCFA}">
      <dgm:prSet/>
      <dgm:spPr/>
      <dgm:t>
        <a:bodyPr/>
        <a:lstStyle/>
        <a:p>
          <a:endParaRPr lang="en-US"/>
        </a:p>
      </dgm:t>
    </dgm:pt>
    <dgm:pt modelId="{5A214A26-9CD7-45FF-B06E-C23F588E453B}">
      <dgm:prSet phldrT="[Text]" custT="1"/>
      <dgm:spPr>
        <a:xfrm>
          <a:off x="6378356" y="773634"/>
          <a:ext cx="1836228" cy="3831984"/>
        </a:xfrm>
        <a:prstGeom prst="wedgeRectCallout">
          <a:avLst>
            <a:gd name="adj1" fmla="val 0"/>
            <a:gd name="adj2" fmla="val 0"/>
          </a:avLst>
        </a:prstGeom>
        <a:solidFill>
          <a:srgbClr val="4BACC6">
            <a:tint val="50000"/>
            <a:hueOff val="0"/>
            <a:satOff val="0"/>
            <a:lumOff val="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/>
        <a:lstStyle/>
        <a:p>
          <a:pPr algn="l"/>
          <a:r>
            <a:rPr lang="en-US" sz="14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Increased BP, protein in urine and convulsions</a:t>
          </a:r>
        </a:p>
        <a:p>
          <a:pPr algn="l"/>
          <a:endParaRPr lang="en-US" sz="7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/>
            <a:ea typeface="+mn-ea"/>
            <a:cs typeface="+mn-cs"/>
          </a:endParaRPr>
        </a:p>
        <a:p>
          <a:pPr algn="l"/>
          <a:r>
            <a:rPr lang="en-US" sz="14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BP more than and equal to 140/90</a:t>
          </a:r>
        </a:p>
      </dgm:t>
    </dgm:pt>
    <dgm:pt modelId="{B79DAAF2-AD13-4E20-9A1B-8E2CBCBD3377}" type="parTrans" cxnId="{03A16D23-331C-42B1-8D9B-2C4EF2C0E98C}">
      <dgm:prSet/>
      <dgm:spPr/>
      <dgm:t>
        <a:bodyPr/>
        <a:lstStyle/>
        <a:p>
          <a:endParaRPr lang="en-US"/>
        </a:p>
      </dgm:t>
    </dgm:pt>
    <dgm:pt modelId="{E1AB87F2-68EE-4D95-BAAB-42BEAAA7FDC1}" type="sibTrans" cxnId="{03A16D23-331C-42B1-8D9B-2C4EF2C0E98C}">
      <dgm:prSet/>
      <dgm:spPr/>
      <dgm:t>
        <a:bodyPr/>
        <a:lstStyle/>
        <a:p>
          <a:endParaRPr lang="en-US"/>
        </a:p>
      </dgm:t>
    </dgm:pt>
    <dgm:pt modelId="{43B3ECC4-0BCA-4A28-9480-B71B84B80597}">
      <dgm:prSet custT="1"/>
      <dgm:spPr>
        <a:xfrm>
          <a:off x="4453984" y="60564"/>
          <a:ext cx="1773819" cy="655888"/>
        </a:xfrm>
        <a:prstGeom prst="rect">
          <a:avLst/>
        </a:prstGeom>
        <a:solidFill>
          <a:srgbClr val="4BACC6">
            <a:hueOff val="-3311292"/>
            <a:satOff val="13270"/>
            <a:lumOff val="2876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/>
        <a:lstStyle/>
        <a:p>
          <a:r>
            <a:rPr lang="en-US" sz="2000" b="1" dirty="0">
              <a:solidFill>
                <a:sysClr val="windowText" lastClr="000000"/>
              </a:solidFill>
              <a:latin typeface="Calibri"/>
              <a:ea typeface="+mn-ea"/>
              <a:cs typeface="+mn-cs"/>
            </a:rPr>
            <a:t>Severe Pre-Eclampsia</a:t>
          </a:r>
        </a:p>
      </dgm:t>
    </dgm:pt>
    <dgm:pt modelId="{3384469D-3DA5-4FAD-82D0-5DBB7E0F4636}" type="parTrans" cxnId="{20C21845-7D92-498F-8171-C5FB3CAB7981}">
      <dgm:prSet/>
      <dgm:spPr/>
      <dgm:t>
        <a:bodyPr/>
        <a:lstStyle/>
        <a:p>
          <a:endParaRPr lang="en-US"/>
        </a:p>
      </dgm:t>
    </dgm:pt>
    <dgm:pt modelId="{93922391-2FD7-4157-9260-34B5CDDB9D31}" type="sibTrans" cxnId="{20C21845-7D92-498F-8171-C5FB3CAB7981}">
      <dgm:prSet/>
      <dgm:spPr/>
      <dgm:t>
        <a:bodyPr/>
        <a:lstStyle/>
        <a:p>
          <a:endParaRPr lang="en-US"/>
        </a:p>
      </dgm:t>
    </dgm:pt>
    <dgm:pt modelId="{D80C7022-EBF2-4350-958D-6D74D3010720}">
      <dgm:prSet custT="1"/>
      <dgm:spPr>
        <a:xfrm>
          <a:off x="4576742" y="773635"/>
          <a:ext cx="1688097" cy="3751437"/>
        </a:xfrm>
        <a:prstGeom prst="wedgeRectCallout">
          <a:avLst>
            <a:gd name="adj1" fmla="val 62500"/>
            <a:gd name="adj2" fmla="val 20830"/>
          </a:avLst>
        </a:prstGeom>
        <a:solidFill>
          <a:srgbClr val="4BACC6">
            <a:tint val="50000"/>
            <a:hueOff val="-3591615"/>
            <a:satOff val="15458"/>
            <a:lumOff val="4179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/>
        <a:lstStyle/>
        <a:p>
          <a:pPr algn="l"/>
          <a:r>
            <a:rPr lang="en-US" sz="16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Increased BP and protein in urine </a:t>
          </a:r>
        </a:p>
      </dgm:t>
    </dgm:pt>
    <dgm:pt modelId="{9A435807-6D82-473B-8F02-8DFA3049839A}" type="parTrans" cxnId="{5ECB043B-7F2D-43C6-977B-AD7B75947AA9}">
      <dgm:prSet/>
      <dgm:spPr/>
      <dgm:t>
        <a:bodyPr/>
        <a:lstStyle/>
        <a:p>
          <a:endParaRPr lang="en-US"/>
        </a:p>
      </dgm:t>
    </dgm:pt>
    <dgm:pt modelId="{D01EFC65-5EC5-4573-9AB9-E623D0970573}" type="sibTrans" cxnId="{5ECB043B-7F2D-43C6-977B-AD7B75947AA9}">
      <dgm:prSet/>
      <dgm:spPr/>
      <dgm:t>
        <a:bodyPr/>
        <a:lstStyle/>
        <a:p>
          <a:endParaRPr lang="en-US"/>
        </a:p>
      </dgm:t>
    </dgm:pt>
    <dgm:pt modelId="{3688AA09-A16D-436F-B517-891C5BD8E177}">
      <dgm:prSet custT="1"/>
      <dgm:spPr>
        <a:xfrm>
          <a:off x="4576742" y="773635"/>
          <a:ext cx="1688097" cy="3751437"/>
        </a:xfrm>
        <a:prstGeom prst="wedgeRectCallout">
          <a:avLst>
            <a:gd name="adj1" fmla="val 62500"/>
            <a:gd name="adj2" fmla="val 20830"/>
          </a:avLst>
        </a:prstGeom>
        <a:solidFill>
          <a:srgbClr val="4BACC6">
            <a:tint val="50000"/>
            <a:hueOff val="-3591615"/>
            <a:satOff val="15458"/>
            <a:lumOff val="4179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/>
        <a:lstStyle/>
        <a:p>
          <a:pPr algn="l"/>
          <a:r>
            <a:rPr lang="en-US" sz="16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BP more than and equal to 160/110</a:t>
          </a:r>
        </a:p>
        <a:p>
          <a:pPr algn="l"/>
          <a:r>
            <a:rPr lang="en-US" sz="16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Heavy Proteinuria </a:t>
          </a:r>
        </a:p>
      </dgm:t>
    </dgm:pt>
    <dgm:pt modelId="{7687191F-FB9E-431B-B6D6-4A41F7F38859}" type="parTrans" cxnId="{9EAC459A-E2C1-4C61-8107-A721C765DB83}">
      <dgm:prSet/>
      <dgm:spPr/>
      <dgm:t>
        <a:bodyPr/>
        <a:lstStyle/>
        <a:p>
          <a:endParaRPr lang="en-US"/>
        </a:p>
      </dgm:t>
    </dgm:pt>
    <dgm:pt modelId="{16BBE501-2499-46D1-B6CA-A47349797D2F}" type="sibTrans" cxnId="{9EAC459A-E2C1-4C61-8107-A721C765DB83}">
      <dgm:prSet/>
      <dgm:spPr/>
      <dgm:t>
        <a:bodyPr/>
        <a:lstStyle/>
        <a:p>
          <a:endParaRPr lang="en-US"/>
        </a:p>
      </dgm:t>
    </dgm:pt>
    <dgm:pt modelId="{E6E9577E-C6B5-48A6-820D-DC9F5E2D9083}">
      <dgm:prSet custT="1"/>
      <dgm:spPr>
        <a:xfrm>
          <a:off x="4576742" y="773635"/>
          <a:ext cx="1688097" cy="3751437"/>
        </a:xfrm>
        <a:prstGeom prst="wedgeRectCallout">
          <a:avLst>
            <a:gd name="adj1" fmla="val 62500"/>
            <a:gd name="adj2" fmla="val 20830"/>
          </a:avLst>
        </a:prstGeom>
        <a:solidFill>
          <a:srgbClr val="4BACC6">
            <a:tint val="50000"/>
            <a:hueOff val="-3591615"/>
            <a:satOff val="15458"/>
            <a:lumOff val="4179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/>
        <a:lstStyle/>
        <a:p>
          <a:pPr algn="l"/>
          <a:r>
            <a:rPr lang="en-US" sz="16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3+/4+</a:t>
          </a:r>
        </a:p>
        <a:p>
          <a:pPr algn="l"/>
          <a:r>
            <a:rPr lang="en-US" sz="16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And /or  Presence of danger signs</a:t>
          </a:r>
        </a:p>
        <a:p>
          <a:pPr algn="l"/>
          <a:r>
            <a:rPr lang="en-US" sz="16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Pre Eclampsia + Danger signs  </a:t>
          </a:r>
        </a:p>
      </dgm:t>
    </dgm:pt>
    <dgm:pt modelId="{120061D5-61D7-4E22-8913-5CAA1ABDEC4C}" type="parTrans" cxnId="{676A607D-C50B-4837-8F0D-4E544B3F928F}">
      <dgm:prSet/>
      <dgm:spPr/>
      <dgm:t>
        <a:bodyPr/>
        <a:lstStyle/>
        <a:p>
          <a:endParaRPr lang="en-US"/>
        </a:p>
      </dgm:t>
    </dgm:pt>
    <dgm:pt modelId="{116E2366-C0C5-44D3-A1FA-F2DF93317F63}" type="sibTrans" cxnId="{676A607D-C50B-4837-8F0D-4E544B3F928F}">
      <dgm:prSet/>
      <dgm:spPr/>
      <dgm:t>
        <a:bodyPr/>
        <a:lstStyle/>
        <a:p>
          <a:endParaRPr lang="en-US"/>
        </a:p>
      </dgm:t>
    </dgm:pt>
    <dgm:pt modelId="{E28DD170-6FF8-420D-AE3E-D99A9AC7DD45}">
      <dgm:prSet phldrT="[Text]" custT="1"/>
      <dgm:spPr>
        <a:xfrm>
          <a:off x="6378356" y="773634"/>
          <a:ext cx="1836228" cy="3831984"/>
        </a:xfrm>
        <a:prstGeom prst="wedgeRectCallout">
          <a:avLst>
            <a:gd name="adj1" fmla="val 0"/>
            <a:gd name="adj2" fmla="val 0"/>
          </a:avLst>
        </a:prstGeom>
        <a:solidFill>
          <a:srgbClr val="4BACC6">
            <a:tint val="50000"/>
            <a:hueOff val="0"/>
            <a:satOff val="0"/>
            <a:lumOff val="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/>
        <a:lstStyle/>
        <a:p>
          <a:pPr algn="l"/>
          <a:r>
            <a:rPr lang="en-US" sz="14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Proteinuria</a:t>
          </a:r>
        </a:p>
      </dgm:t>
    </dgm:pt>
    <dgm:pt modelId="{98588157-8289-410F-91D6-4D7444FA6C77}" type="parTrans" cxnId="{0042651E-5F85-4D17-927B-DDA6483063A0}">
      <dgm:prSet/>
      <dgm:spPr/>
      <dgm:t>
        <a:bodyPr/>
        <a:lstStyle/>
        <a:p>
          <a:endParaRPr lang="en-US"/>
        </a:p>
      </dgm:t>
    </dgm:pt>
    <dgm:pt modelId="{56B0E59C-D841-4402-B8EE-BDA1F236C231}" type="sibTrans" cxnId="{0042651E-5F85-4D17-927B-DDA6483063A0}">
      <dgm:prSet/>
      <dgm:spPr/>
      <dgm:t>
        <a:bodyPr/>
        <a:lstStyle/>
        <a:p>
          <a:endParaRPr lang="en-US"/>
        </a:p>
      </dgm:t>
    </dgm:pt>
    <dgm:pt modelId="{1FEAD33C-B086-43D5-A280-32E917D402B7}">
      <dgm:prSet phldrT="[Text]" custT="1"/>
      <dgm:spPr>
        <a:xfrm>
          <a:off x="6378356" y="773634"/>
          <a:ext cx="1836228" cy="3831984"/>
        </a:xfrm>
        <a:prstGeom prst="wedgeRectCallout">
          <a:avLst>
            <a:gd name="adj1" fmla="val 0"/>
            <a:gd name="adj2" fmla="val 0"/>
          </a:avLst>
        </a:prstGeom>
        <a:solidFill>
          <a:srgbClr val="4BACC6">
            <a:tint val="50000"/>
            <a:hueOff val="0"/>
            <a:satOff val="0"/>
            <a:lumOff val="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/>
        <a:lstStyle/>
        <a:p>
          <a:pPr algn="l"/>
          <a:r>
            <a:rPr lang="en-US" sz="14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Trace or more</a:t>
          </a:r>
        </a:p>
      </dgm:t>
    </dgm:pt>
    <dgm:pt modelId="{2E73B280-D27D-4D8E-ABCB-8599FA4E44A8}" type="parTrans" cxnId="{A5541EB7-2A06-4295-979B-7D5D297D1D3F}">
      <dgm:prSet/>
      <dgm:spPr/>
      <dgm:t>
        <a:bodyPr/>
        <a:lstStyle/>
        <a:p>
          <a:endParaRPr lang="en-US"/>
        </a:p>
      </dgm:t>
    </dgm:pt>
    <dgm:pt modelId="{419E2D2F-532F-4EFA-926A-13C26236871E}" type="sibTrans" cxnId="{A5541EB7-2A06-4295-979B-7D5D297D1D3F}">
      <dgm:prSet/>
      <dgm:spPr/>
      <dgm:t>
        <a:bodyPr/>
        <a:lstStyle/>
        <a:p>
          <a:endParaRPr lang="en-US"/>
        </a:p>
      </dgm:t>
    </dgm:pt>
    <dgm:pt modelId="{A9D749F9-55EA-458F-B8BE-8A1C898B2780}">
      <dgm:prSet phldrT="[Text]" custT="1"/>
      <dgm:spPr>
        <a:xfrm>
          <a:off x="6378356" y="773634"/>
          <a:ext cx="1836228" cy="3831984"/>
        </a:xfrm>
        <a:prstGeom prst="wedgeRectCallout">
          <a:avLst>
            <a:gd name="adj1" fmla="val 0"/>
            <a:gd name="adj2" fmla="val 0"/>
          </a:avLst>
        </a:prstGeom>
        <a:solidFill>
          <a:srgbClr val="4BACC6">
            <a:tint val="50000"/>
            <a:hueOff val="0"/>
            <a:satOff val="0"/>
            <a:lumOff val="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/>
        <a:lstStyle/>
        <a:p>
          <a:pPr algn="l"/>
          <a:r>
            <a:rPr lang="en-US" sz="14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Presence of convulsions</a:t>
          </a:r>
        </a:p>
        <a:p>
          <a:pPr algn="l"/>
          <a:r>
            <a:rPr lang="en-US" sz="1400" b="1" i="1" dirty="0">
              <a:solidFill>
                <a:srgbClr val="C00000"/>
              </a:solidFill>
              <a:latin typeface="Calibri"/>
              <a:ea typeface="+mn-ea"/>
              <a:cs typeface="+mn-cs"/>
            </a:rPr>
            <a:t>Convulsions in pregnancy, labor and postpartum period should be considered ‘Eclampsia’ unless proved otherwise.</a:t>
          </a:r>
        </a:p>
      </dgm:t>
    </dgm:pt>
    <dgm:pt modelId="{CF07AEAA-52D9-487A-AA8D-E6B3404C6116}" type="parTrans" cxnId="{1DE749E1-550D-4EF6-8D95-0676D8BACFF6}">
      <dgm:prSet/>
      <dgm:spPr/>
      <dgm:t>
        <a:bodyPr/>
        <a:lstStyle/>
        <a:p>
          <a:endParaRPr lang="en-US"/>
        </a:p>
      </dgm:t>
    </dgm:pt>
    <dgm:pt modelId="{B0FEAC12-EC89-4A15-A0A1-8C368F4C45DA}" type="sibTrans" cxnId="{1DE749E1-550D-4EF6-8D95-0676D8BACFF6}">
      <dgm:prSet/>
      <dgm:spPr/>
      <dgm:t>
        <a:bodyPr/>
        <a:lstStyle/>
        <a:p>
          <a:endParaRPr lang="en-US"/>
        </a:p>
      </dgm:t>
    </dgm:pt>
    <dgm:pt modelId="{A7E3F3F6-8F6F-449E-BAA3-41AE66DF6897}">
      <dgm:prSet phldrT="[Text]" custT="1"/>
      <dgm:spPr>
        <a:xfrm>
          <a:off x="6378356" y="773634"/>
          <a:ext cx="1836228" cy="3831984"/>
        </a:xfrm>
        <a:prstGeom prst="wedgeRectCallout">
          <a:avLst>
            <a:gd name="adj1" fmla="val 0"/>
            <a:gd name="adj2" fmla="val 0"/>
          </a:avLst>
        </a:prstGeom>
        <a:solidFill>
          <a:srgbClr val="4BACC6">
            <a:tint val="50000"/>
            <a:hueOff val="0"/>
            <a:satOff val="0"/>
            <a:lumOff val="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/>
        <a:lstStyle/>
        <a:p>
          <a:pPr algn="r"/>
          <a:r>
            <a:rPr lang="en-US" sz="1100" i="1" dirty="0">
              <a:solidFill>
                <a:srgbClr val="C00000"/>
              </a:solidFill>
              <a:latin typeface="Calibri"/>
              <a:ea typeface="+mn-ea"/>
              <a:cs typeface="+mn-cs"/>
            </a:rPr>
            <a:t> </a:t>
          </a:r>
        </a:p>
      </dgm:t>
    </dgm:pt>
    <dgm:pt modelId="{871BFD08-E4B9-44F8-BECD-5B2923C048B6}" type="parTrans" cxnId="{8CD3A352-28C3-42CE-8B0D-699E796388AF}">
      <dgm:prSet/>
      <dgm:spPr/>
      <dgm:t>
        <a:bodyPr/>
        <a:lstStyle/>
        <a:p>
          <a:endParaRPr lang="en-US"/>
        </a:p>
      </dgm:t>
    </dgm:pt>
    <dgm:pt modelId="{B98272FA-E1F7-4DB0-B27B-7CB825D70065}" type="sibTrans" cxnId="{8CD3A352-28C3-42CE-8B0D-699E796388AF}">
      <dgm:prSet/>
      <dgm:spPr/>
      <dgm:t>
        <a:bodyPr/>
        <a:lstStyle/>
        <a:p>
          <a:endParaRPr lang="en-US"/>
        </a:p>
      </dgm:t>
    </dgm:pt>
    <dgm:pt modelId="{08CCDB41-7C66-4DF9-8CA3-E8167B2E8094}">
      <dgm:prSet phldrT="[Text]" custT="1"/>
      <dgm:spPr>
        <a:xfrm>
          <a:off x="21462" y="50200"/>
          <a:ext cx="1485086" cy="602128"/>
        </a:xfrm>
        <a:prstGeom prst="rect">
          <a:avLst/>
        </a:prstGeom>
        <a:solidFill>
          <a:srgbClr val="4BACC6">
            <a:hueOff val="-9933876"/>
            <a:satOff val="39811"/>
            <a:lumOff val="8628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/>
        <a:lstStyle/>
        <a:p>
          <a:r>
            <a:rPr lang="en-US" sz="1800" b="1" dirty="0">
              <a:solidFill>
                <a:sysClr val="windowText" lastClr="000000"/>
              </a:solidFill>
              <a:latin typeface="Calibri"/>
              <a:ea typeface="+mn-ea"/>
              <a:cs typeface="+mn-cs"/>
            </a:rPr>
            <a:t>Chronic Hypertension </a:t>
          </a:r>
        </a:p>
      </dgm:t>
    </dgm:pt>
    <dgm:pt modelId="{DF81C9CF-418F-463B-A1C9-081946E46E56}" type="sibTrans" cxnId="{F80A3F8E-411D-4F3E-B0E8-CA7305F0C70B}">
      <dgm:prSet/>
      <dgm:spPr/>
      <dgm:t>
        <a:bodyPr/>
        <a:lstStyle/>
        <a:p>
          <a:endParaRPr lang="en-US"/>
        </a:p>
      </dgm:t>
    </dgm:pt>
    <dgm:pt modelId="{5CC1072F-3D45-4830-979E-0E300390201D}" type="parTrans" cxnId="{F80A3F8E-411D-4F3E-B0E8-CA7305F0C70B}">
      <dgm:prSet/>
      <dgm:spPr/>
      <dgm:t>
        <a:bodyPr/>
        <a:lstStyle/>
        <a:p>
          <a:endParaRPr lang="en-US"/>
        </a:p>
      </dgm:t>
    </dgm:pt>
    <dgm:pt modelId="{211C68CB-813C-4939-B2C0-D19BC39E9ED2}">
      <dgm:prSet phldrT="[Text]" custT="1"/>
      <dgm:spPr>
        <a:xfrm>
          <a:off x="6" y="192964"/>
          <a:ext cx="1494337" cy="3711857"/>
        </a:xfrm>
        <a:prstGeom prst="wedgeRectCallout">
          <a:avLst>
            <a:gd name="adj1" fmla="val 62500"/>
            <a:gd name="adj2" fmla="val 20830"/>
          </a:avLst>
        </a:prstGeom>
        <a:solidFill>
          <a:srgbClr val="4BACC6">
            <a:tint val="50000"/>
            <a:hueOff val="-10774846"/>
            <a:satOff val="46375"/>
            <a:lumOff val="12537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/>
        <a:lstStyle/>
        <a:p>
          <a:pPr algn="l"/>
          <a:endParaRPr lang="en-US" sz="21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/>
            <a:ea typeface="+mn-ea"/>
            <a:cs typeface="+mn-cs"/>
          </a:endParaRPr>
        </a:p>
        <a:p>
          <a:pPr algn="l"/>
          <a:endParaRPr lang="en-US" sz="20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/>
            <a:ea typeface="+mn-ea"/>
            <a:cs typeface="+mn-cs"/>
          </a:endParaRPr>
        </a:p>
        <a:p>
          <a:pPr algn="l"/>
          <a:endParaRPr lang="en-US" sz="20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/>
            <a:ea typeface="+mn-ea"/>
            <a:cs typeface="+mn-cs"/>
          </a:endParaRPr>
        </a:p>
        <a:p>
          <a:pPr algn="l"/>
          <a:endParaRPr lang="en-US" sz="20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/>
            <a:ea typeface="+mn-ea"/>
            <a:cs typeface="+mn-cs"/>
          </a:endParaRPr>
        </a:p>
        <a:p>
          <a:pPr algn="l"/>
          <a:r>
            <a:rPr lang="en-US" sz="20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Not induced by pregnancy</a:t>
          </a:r>
        </a:p>
      </dgm:t>
    </dgm:pt>
    <dgm:pt modelId="{274CC11C-BC89-4FE8-A036-50B5A6E3A003}" type="sibTrans" cxnId="{31177F59-1A13-4FF0-A834-760215B57AF7}">
      <dgm:prSet/>
      <dgm:spPr/>
      <dgm:t>
        <a:bodyPr/>
        <a:lstStyle/>
        <a:p>
          <a:endParaRPr lang="en-US"/>
        </a:p>
      </dgm:t>
    </dgm:pt>
    <dgm:pt modelId="{1CC21E2A-7468-4BF9-8983-8366C257D9AA}" type="parTrans" cxnId="{31177F59-1A13-4FF0-A834-760215B57AF7}">
      <dgm:prSet/>
      <dgm:spPr/>
      <dgm:t>
        <a:bodyPr/>
        <a:lstStyle/>
        <a:p>
          <a:endParaRPr lang="en-US"/>
        </a:p>
      </dgm:t>
    </dgm:pt>
    <dgm:pt modelId="{F27EC800-1648-44DD-A4DB-87A4237307BC}">
      <dgm:prSet phldrT="[Text]" custT="1"/>
      <dgm:spPr>
        <a:xfrm>
          <a:off x="2817061" y="81137"/>
          <a:ext cx="1712085" cy="627456"/>
        </a:xfrm>
        <a:solidFill>
          <a:srgbClr val="4BACC6">
            <a:hueOff val="-6622584"/>
            <a:satOff val="26541"/>
            <a:lumOff val="5752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/>
        <a:lstStyle/>
        <a:p>
          <a:r>
            <a:rPr lang="en-US" sz="2000" b="1" dirty="0">
              <a:solidFill>
                <a:sysClr val="windowText" lastClr="000000"/>
              </a:solidFill>
              <a:latin typeface="Calibri"/>
              <a:ea typeface="+mn-ea"/>
              <a:cs typeface="+mn-cs"/>
            </a:rPr>
            <a:t>Gestational Hypertension</a:t>
          </a:r>
        </a:p>
      </dgm:t>
    </dgm:pt>
    <dgm:pt modelId="{A3B89BC0-10E6-43AC-93E3-50281C5F9425}" type="parTrans" cxnId="{218F06B5-27B1-423D-9ED6-BB4C637B48F0}">
      <dgm:prSet/>
      <dgm:spPr/>
      <dgm:t>
        <a:bodyPr/>
        <a:lstStyle/>
        <a:p>
          <a:endParaRPr lang="en-IN"/>
        </a:p>
      </dgm:t>
    </dgm:pt>
    <dgm:pt modelId="{F4FB7FCF-130D-43E3-9DF8-A7533C287ABA}" type="sibTrans" cxnId="{218F06B5-27B1-423D-9ED6-BB4C637B48F0}">
      <dgm:prSet/>
      <dgm:spPr/>
      <dgm:t>
        <a:bodyPr/>
        <a:lstStyle/>
        <a:p>
          <a:endParaRPr lang="en-IN"/>
        </a:p>
      </dgm:t>
    </dgm:pt>
    <dgm:pt modelId="{EE047EFC-0F33-4354-B9EB-E2EC61AE69FF}">
      <dgm:prSet phldrT="[Text]"/>
      <dgm:spPr>
        <a:xfrm>
          <a:off x="2825906" y="794852"/>
          <a:ext cx="1660497" cy="3189661"/>
        </a:xfrm>
        <a:solidFill>
          <a:srgbClr val="4BACC6">
            <a:tint val="50000"/>
            <a:hueOff val="-7183231"/>
            <a:satOff val="30917"/>
            <a:lumOff val="8358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/>
        <a:lstStyle/>
        <a:p>
          <a:r>
            <a:rPr lang="en-US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Increased BP and protein in urine </a:t>
          </a:r>
        </a:p>
        <a:p>
          <a:r>
            <a:rPr lang="en-US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BP more than or equal to 140/90</a:t>
          </a:r>
        </a:p>
      </dgm:t>
    </dgm:pt>
    <dgm:pt modelId="{7F9732A9-28F6-4F60-8468-91191CA732B1}" type="parTrans" cxnId="{4D515646-3F56-4C6C-84B4-1FD734D7AD90}">
      <dgm:prSet/>
      <dgm:spPr/>
      <dgm:t>
        <a:bodyPr/>
        <a:lstStyle/>
        <a:p>
          <a:endParaRPr lang="en-IN"/>
        </a:p>
      </dgm:t>
    </dgm:pt>
    <dgm:pt modelId="{176A4C17-1AA0-425D-B4D7-77AE524670BC}" type="sibTrans" cxnId="{4D515646-3F56-4C6C-84B4-1FD734D7AD90}">
      <dgm:prSet/>
      <dgm:spPr/>
      <dgm:t>
        <a:bodyPr/>
        <a:lstStyle/>
        <a:p>
          <a:endParaRPr lang="en-IN"/>
        </a:p>
      </dgm:t>
    </dgm:pt>
    <dgm:pt modelId="{8ECD58D0-C5D2-4057-8BAA-5DE24E55C730}" type="pres">
      <dgm:prSet presAssocID="{2AFDAC90-AA80-4369-BB56-C0DA00491B4F}" presName="Name0" presStyleCnt="0">
        <dgm:presLayoutVars>
          <dgm:chMax val="7"/>
          <dgm:chPref val="5"/>
          <dgm:dir/>
          <dgm:animOne val="branch"/>
          <dgm:animLvl val="lvl"/>
        </dgm:presLayoutVars>
      </dgm:prSet>
      <dgm:spPr/>
    </dgm:pt>
    <dgm:pt modelId="{92A356E7-9670-41DA-8E7D-D02E3EBB38B0}" type="pres">
      <dgm:prSet presAssocID="{F27EC800-1648-44DD-A4DB-87A4237307BC}" presName="ChildAccent5" presStyleCnt="0"/>
      <dgm:spPr/>
    </dgm:pt>
    <dgm:pt modelId="{0CF25726-A691-4E38-8D72-0F4F37172EF8}" type="pres">
      <dgm:prSet presAssocID="{F27EC800-1648-44DD-A4DB-87A4237307BC}" presName="ChildAccent" presStyleLbl="alignImgPlace1" presStyleIdx="0" presStyleCnt="5" custScaleX="135850" custScaleY="59259" custLinFactX="-117416" custLinFactNeighborX="-200000" custLinFactNeighborY="-24234"/>
      <dgm:spPr>
        <a:prstGeom prst="wedgeRectCallout">
          <a:avLst>
            <a:gd name="adj1" fmla="val 62500"/>
            <a:gd name="adj2" fmla="val 20830"/>
          </a:avLst>
        </a:prstGeom>
      </dgm:spPr>
    </dgm:pt>
    <dgm:pt modelId="{7E39A68A-3819-44BF-A826-07FEF93F6EDB}" type="pres">
      <dgm:prSet presAssocID="{F27EC800-1648-44DD-A4DB-87A4237307BC}" presName="Child5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D0CBE330-A7E2-496B-9135-E3939EE4FCD6}" type="pres">
      <dgm:prSet presAssocID="{F27EC800-1648-44DD-A4DB-87A4237307BC}" presName="Parent5" presStyleLbl="node1" presStyleIdx="0" presStyleCnt="5" custScaleX="136267" custScaleY="66668" custLinFactX="-107515" custLinFactNeighborX="-200000" custLinFactNeighborY="7528">
        <dgm:presLayoutVars>
          <dgm:chMax val="2"/>
          <dgm:chPref val="1"/>
          <dgm:bulletEnabled val="1"/>
        </dgm:presLayoutVars>
      </dgm:prSet>
      <dgm:spPr>
        <a:prstGeom prst="rect">
          <a:avLst/>
        </a:prstGeom>
      </dgm:spPr>
    </dgm:pt>
    <dgm:pt modelId="{43A01E6C-AD85-40A9-BB8D-72CDF4AAF8A9}" type="pres">
      <dgm:prSet presAssocID="{D72BB455-99D8-43A5-8305-333C325B398A}" presName="ChildAccent4" presStyleCnt="0"/>
      <dgm:spPr/>
    </dgm:pt>
    <dgm:pt modelId="{DFD5A5CD-0104-4051-AEA7-61716B43672B}" type="pres">
      <dgm:prSet presAssocID="{D72BB455-99D8-43A5-8305-333C325B398A}" presName="ChildAccent" presStyleLbl="alignImgPlace1" presStyleIdx="1" presStyleCnt="5" custScaleX="136256" custScaleY="95344" custLinFactX="63092" custLinFactNeighborX="100000" custLinFactNeighborY="-8771"/>
      <dgm:spPr/>
    </dgm:pt>
    <dgm:pt modelId="{B792E5D9-660C-4AD3-97F0-699E7433DF3C}" type="pres">
      <dgm:prSet presAssocID="{D72BB455-99D8-43A5-8305-333C325B398A}" presName="Child4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5C43D83F-CDAC-4F78-94B0-3735E72ACE56}" type="pres">
      <dgm:prSet presAssocID="{D72BB455-99D8-43A5-8305-333C325B398A}" presName="Parent4" presStyleLbl="node1" presStyleIdx="1" presStyleCnt="5" custScaleX="119254" custScaleY="67909" custLinFactX="57852" custLinFactNeighborX="100000" custLinFactNeighborY="-21252">
        <dgm:presLayoutVars>
          <dgm:chMax val="2"/>
          <dgm:chPref val="1"/>
          <dgm:bulletEnabled val="1"/>
        </dgm:presLayoutVars>
      </dgm:prSet>
      <dgm:spPr/>
    </dgm:pt>
    <dgm:pt modelId="{E41EEC67-A9E0-4026-87A4-F42369A9E997}" type="pres">
      <dgm:prSet presAssocID="{43B3ECC4-0BCA-4A28-9480-B71B84B80597}" presName="ChildAccent3" presStyleCnt="0"/>
      <dgm:spPr/>
    </dgm:pt>
    <dgm:pt modelId="{61B78CCD-6548-4C7B-9AC6-C4376754F721}" type="pres">
      <dgm:prSet presAssocID="{43B3ECC4-0BCA-4A28-9480-B71B84B80597}" presName="ChildAccent" presStyleLbl="alignImgPlace1" presStyleIdx="2" presStyleCnt="5" custScaleX="121146" custLinFactX="40364" custLinFactNeighborX="100000" custLinFactNeighborY="-7120"/>
      <dgm:spPr/>
    </dgm:pt>
    <dgm:pt modelId="{1EE6E1A4-716D-4CA6-B118-397A6A048F51}" type="pres">
      <dgm:prSet presAssocID="{43B3ECC4-0BCA-4A28-9480-B71B84B80597}" presName="Child3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E4AD7514-CC63-4296-ACD6-E85F372D511F}" type="pres">
      <dgm:prSet presAssocID="{43B3ECC4-0BCA-4A28-9480-B71B84B80597}" presName="Parent3" presStyleLbl="node1" presStyleIdx="2" presStyleCnt="5" custScaleX="105078" custScaleY="81576" custLinFactX="33170" custLinFactNeighborX="100000" custLinFactNeighborY="-28838">
        <dgm:presLayoutVars>
          <dgm:chMax val="2"/>
          <dgm:chPref val="1"/>
          <dgm:bulletEnabled val="1"/>
        </dgm:presLayoutVars>
      </dgm:prSet>
      <dgm:spPr/>
    </dgm:pt>
    <dgm:pt modelId="{3CE30942-F026-414C-ABDC-B565A5736BAC}" type="pres">
      <dgm:prSet presAssocID="{90EA7917-B157-4B75-9D80-A753B352F197}" presName="ChildAccent2" presStyleCnt="0"/>
      <dgm:spPr/>
    </dgm:pt>
    <dgm:pt modelId="{534D1D28-B27B-4AFA-A9A7-757D16679175}" type="pres">
      <dgm:prSet presAssocID="{90EA7917-B157-4B75-9D80-A753B352F197}" presName="ChildAccent" presStyleLbl="alignImgPlace1" presStyleIdx="3" presStyleCnt="5" custScaleX="121480" custScaleY="98429" custLinFactX="17561" custLinFactNeighborX="100000" custLinFactNeighborY="-7398"/>
      <dgm:spPr/>
    </dgm:pt>
    <dgm:pt modelId="{4FDBF970-3E3F-401C-B616-D35FAE308B73}" type="pres">
      <dgm:prSet presAssocID="{90EA7917-B157-4B75-9D80-A753B352F197}" presName="Child2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A0E2911F-FA15-4036-8E81-EF2900A9E731}" type="pres">
      <dgm:prSet presAssocID="{90EA7917-B157-4B75-9D80-A753B352F197}" presName="Parent2" presStyleLbl="node1" presStyleIdx="3" presStyleCnt="5" custScaleX="130072" custScaleY="93694" custLinFactX="22563" custLinFactNeighborX="100000" custLinFactNeighborY="-40086">
        <dgm:presLayoutVars>
          <dgm:chMax val="2"/>
          <dgm:chPref val="1"/>
          <dgm:bulletEnabled val="1"/>
        </dgm:presLayoutVars>
      </dgm:prSet>
      <dgm:spPr/>
    </dgm:pt>
    <dgm:pt modelId="{C13EA63A-6FD8-4B91-B5E2-ED5CCAD67A2F}" type="pres">
      <dgm:prSet presAssocID="{08CCDB41-7C66-4DF9-8CA3-E8167B2E8094}" presName="ChildAccent1" presStyleCnt="0"/>
      <dgm:spPr/>
    </dgm:pt>
    <dgm:pt modelId="{D7A5147B-3B5E-4264-819B-9D40E2C44C8A}" type="pres">
      <dgm:prSet presAssocID="{08CCDB41-7C66-4DF9-8CA3-E8167B2E8094}" presName="ChildAccent" presStyleLbl="alignImgPlace1" presStyleIdx="4" presStyleCnt="5" custScaleX="125807" custScaleY="113592" custLinFactNeighborX="-88261" custLinFactNeighborY="-11995"/>
      <dgm:spPr/>
    </dgm:pt>
    <dgm:pt modelId="{0278094E-97C4-4CF1-BD9F-F78837D03EE1}" type="pres">
      <dgm:prSet presAssocID="{08CCDB41-7C66-4DF9-8CA3-E8167B2E8094}" presName="Child1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320E924D-6E19-42F8-9381-7A46F8949B1C}" type="pres">
      <dgm:prSet presAssocID="{08CCDB41-7C66-4DF9-8CA3-E8167B2E8094}" presName="Parent1" presStyleLbl="node1" presStyleIdx="4" presStyleCnt="5" custScaleX="104993" custScaleY="143210" custLinFactNeighborX="-83809" custLinFactNeighborY="-66433">
        <dgm:presLayoutVars>
          <dgm:chMax val="2"/>
          <dgm:chPref val="1"/>
          <dgm:bulletEnabled val="1"/>
        </dgm:presLayoutVars>
      </dgm:prSet>
      <dgm:spPr/>
    </dgm:pt>
  </dgm:ptLst>
  <dgm:cxnLst>
    <dgm:cxn modelId="{2BD4F007-729F-4A1A-B31E-14EBD7E8559C}" type="presOf" srcId="{A7E3F3F6-8F6F-449E-BAA3-41AE66DF6897}" destId="{B792E5D9-660C-4AD3-97F0-699E7433DF3C}" srcOrd="1" destOrd="4" presId="urn:microsoft.com/office/officeart/2011/layout/InterconnectedBlockProcess"/>
    <dgm:cxn modelId="{8B03F60E-74BB-45C8-865C-16F75EF026D8}" type="presOf" srcId="{3688AA09-A16D-436F-B517-891C5BD8E177}" destId="{1EE6E1A4-716D-4CA6-B118-397A6A048F51}" srcOrd="1" destOrd="1" presId="urn:microsoft.com/office/officeart/2011/layout/InterconnectedBlockProcess"/>
    <dgm:cxn modelId="{D973FD14-C01A-49CB-A3BA-915FE3C831E3}" type="presOf" srcId="{E28DD170-6FF8-420D-AE3E-D99A9AC7DD45}" destId="{DFD5A5CD-0104-4051-AEA7-61716B43672B}" srcOrd="0" destOrd="1" presId="urn:microsoft.com/office/officeart/2011/layout/InterconnectedBlockProcess"/>
    <dgm:cxn modelId="{FFD6AA16-D815-4115-AB82-1041B3713BFB}" type="presOf" srcId="{211C68CB-813C-4939-B2C0-D19BC39E9ED2}" destId="{D7A5147B-3B5E-4264-819B-9D40E2C44C8A}" srcOrd="0" destOrd="0" presId="urn:microsoft.com/office/officeart/2011/layout/InterconnectedBlockProcess"/>
    <dgm:cxn modelId="{1667D91A-7828-4469-A924-DB70D5FC50DB}" type="presOf" srcId="{D72BB455-99D8-43A5-8305-333C325B398A}" destId="{5C43D83F-CDAC-4F78-94B0-3735E72ACE56}" srcOrd="0" destOrd="0" presId="urn:microsoft.com/office/officeart/2011/layout/InterconnectedBlockProcess"/>
    <dgm:cxn modelId="{0042651E-5F85-4D17-927B-DDA6483063A0}" srcId="{D72BB455-99D8-43A5-8305-333C325B398A}" destId="{E28DD170-6FF8-420D-AE3E-D99A9AC7DD45}" srcOrd="1" destOrd="0" parTransId="{98588157-8289-410F-91D6-4D7444FA6C77}" sibTransId="{56B0E59C-D841-4402-B8EE-BDA1F236C231}"/>
    <dgm:cxn modelId="{03A16D23-331C-42B1-8D9B-2C4EF2C0E98C}" srcId="{D72BB455-99D8-43A5-8305-333C325B398A}" destId="{5A214A26-9CD7-45FF-B06E-C23F588E453B}" srcOrd="0" destOrd="0" parTransId="{B79DAAF2-AD13-4E20-9A1B-8E2CBCBD3377}" sibTransId="{E1AB87F2-68EE-4D95-BAAB-42BEAAA7FDC1}"/>
    <dgm:cxn modelId="{ACE72226-A1EF-4620-AF44-26F099E8E898}" type="presOf" srcId="{43B3ECC4-0BCA-4A28-9480-B71B84B80597}" destId="{E4AD7514-CC63-4296-ACD6-E85F372D511F}" srcOrd="0" destOrd="0" presId="urn:microsoft.com/office/officeart/2011/layout/InterconnectedBlockProcess"/>
    <dgm:cxn modelId="{5ECB043B-7F2D-43C6-977B-AD7B75947AA9}" srcId="{43B3ECC4-0BCA-4A28-9480-B71B84B80597}" destId="{D80C7022-EBF2-4350-958D-6D74D3010720}" srcOrd="0" destOrd="0" parTransId="{9A435807-6D82-473B-8F02-8DFA3049839A}" sibTransId="{D01EFC65-5EC5-4573-9AB9-E623D0970573}"/>
    <dgm:cxn modelId="{7B439E3F-B670-4D92-815A-555ACC2B0BEC}" type="presOf" srcId="{EE047EFC-0F33-4354-B9EB-E2EC61AE69FF}" destId="{0CF25726-A691-4E38-8D72-0F4F37172EF8}" srcOrd="0" destOrd="0" presId="urn:microsoft.com/office/officeart/2011/layout/InterconnectedBlockProcess"/>
    <dgm:cxn modelId="{6E6F3360-6B52-46F0-BC7A-C18F640B7D5E}" type="presOf" srcId="{A9D749F9-55EA-458F-B8BE-8A1C898B2780}" destId="{B792E5D9-660C-4AD3-97F0-699E7433DF3C}" srcOrd="1" destOrd="3" presId="urn:microsoft.com/office/officeart/2011/layout/InterconnectedBlockProcess"/>
    <dgm:cxn modelId="{20C21845-7D92-498F-8171-C5FB3CAB7981}" srcId="{2AFDAC90-AA80-4369-BB56-C0DA00491B4F}" destId="{43B3ECC4-0BCA-4A28-9480-B71B84B80597}" srcOrd="2" destOrd="0" parTransId="{3384469D-3DA5-4FAD-82D0-5DBB7E0F4636}" sibTransId="{93922391-2FD7-4157-9260-34B5CDDB9D31}"/>
    <dgm:cxn modelId="{4D515646-3F56-4C6C-84B4-1FD734D7AD90}" srcId="{F27EC800-1648-44DD-A4DB-87A4237307BC}" destId="{EE047EFC-0F33-4354-B9EB-E2EC61AE69FF}" srcOrd="0" destOrd="0" parTransId="{7F9732A9-28F6-4F60-8468-91191CA732B1}" sibTransId="{176A4C17-1AA0-425D-B4D7-77AE524670BC}"/>
    <dgm:cxn modelId="{96E88946-B98D-486F-9489-1B28F17F0159}" srcId="{90EA7917-B157-4B75-9D80-A753B352F197}" destId="{CC80AF27-70EE-4512-809B-483F9F99F049}" srcOrd="0" destOrd="0" parTransId="{051E6CE8-96D4-4007-A255-3E03849608B2}" sibTransId="{EE78EE4E-ACA4-4704-80C4-AC0ED913A402}"/>
    <dgm:cxn modelId="{8CD3A352-28C3-42CE-8B0D-699E796388AF}" srcId="{D72BB455-99D8-43A5-8305-333C325B398A}" destId="{A7E3F3F6-8F6F-449E-BAA3-41AE66DF6897}" srcOrd="4" destOrd="0" parTransId="{871BFD08-E4B9-44F8-BECD-5B2923C048B6}" sibTransId="{B98272FA-E1F7-4DB0-B27B-7CB825D70065}"/>
    <dgm:cxn modelId="{33187857-2718-43B2-ACBB-9BBF899B4070}" type="presOf" srcId="{D80C7022-EBF2-4350-958D-6D74D3010720}" destId="{1EE6E1A4-716D-4CA6-B118-397A6A048F51}" srcOrd="1" destOrd="0" presId="urn:microsoft.com/office/officeart/2011/layout/InterconnectedBlockProcess"/>
    <dgm:cxn modelId="{05062A79-1CF5-4CA1-B7B2-175C18DB782C}" type="presOf" srcId="{5A214A26-9CD7-45FF-B06E-C23F588E453B}" destId="{B792E5D9-660C-4AD3-97F0-699E7433DF3C}" srcOrd="1" destOrd="0" presId="urn:microsoft.com/office/officeart/2011/layout/InterconnectedBlockProcess"/>
    <dgm:cxn modelId="{31177F59-1A13-4FF0-A834-760215B57AF7}" srcId="{08CCDB41-7C66-4DF9-8CA3-E8167B2E8094}" destId="{211C68CB-813C-4939-B2C0-D19BC39E9ED2}" srcOrd="0" destOrd="0" parTransId="{1CC21E2A-7468-4BF9-8983-8366C257D9AA}" sibTransId="{274CC11C-BC89-4FE8-A036-50B5A6E3A003}"/>
    <dgm:cxn modelId="{CBA8937A-0782-4258-973C-11EB8829CEB5}" type="presOf" srcId="{08CCDB41-7C66-4DF9-8CA3-E8167B2E8094}" destId="{320E924D-6E19-42F8-9381-7A46F8949B1C}" srcOrd="0" destOrd="0" presId="urn:microsoft.com/office/officeart/2011/layout/InterconnectedBlockProcess"/>
    <dgm:cxn modelId="{676A607D-C50B-4837-8F0D-4E544B3F928F}" srcId="{43B3ECC4-0BCA-4A28-9480-B71B84B80597}" destId="{E6E9577E-C6B5-48A6-820D-DC9F5E2D9083}" srcOrd="2" destOrd="0" parTransId="{120061D5-61D7-4E22-8913-5CAA1ABDEC4C}" sibTransId="{116E2366-C0C5-44D3-A1FA-F2DF93317F63}"/>
    <dgm:cxn modelId="{E6E49782-0754-4E37-B3B2-16111E7EE54E}" type="presOf" srcId="{A7E3F3F6-8F6F-449E-BAA3-41AE66DF6897}" destId="{DFD5A5CD-0104-4051-AEA7-61716B43672B}" srcOrd="0" destOrd="4" presId="urn:microsoft.com/office/officeart/2011/layout/InterconnectedBlockProcess"/>
    <dgm:cxn modelId="{FD7ABC85-A1BA-4043-AE88-ADA250512FD6}" type="presOf" srcId="{211C68CB-813C-4939-B2C0-D19BC39E9ED2}" destId="{0278094E-97C4-4CF1-BD9F-F78837D03EE1}" srcOrd="1" destOrd="0" presId="urn:microsoft.com/office/officeart/2011/layout/InterconnectedBlockProcess"/>
    <dgm:cxn modelId="{F80A3F8E-411D-4F3E-B0E8-CA7305F0C70B}" srcId="{2AFDAC90-AA80-4369-BB56-C0DA00491B4F}" destId="{08CCDB41-7C66-4DF9-8CA3-E8167B2E8094}" srcOrd="0" destOrd="0" parTransId="{5CC1072F-3D45-4830-979E-0E300390201D}" sibTransId="{DF81C9CF-418F-463B-A1C9-081946E46E56}"/>
    <dgm:cxn modelId="{66BCA48F-0C7B-4447-991E-DB3201913F9D}" type="presOf" srcId="{CC80AF27-70EE-4512-809B-483F9F99F049}" destId="{4FDBF970-3E3F-401C-B616-D35FAE308B73}" srcOrd="1" destOrd="0" presId="urn:microsoft.com/office/officeart/2011/layout/InterconnectedBlockProcess"/>
    <dgm:cxn modelId="{45620496-D0DE-4FB6-9593-C76C3A1D8EE5}" type="presOf" srcId="{3688AA09-A16D-436F-B517-891C5BD8E177}" destId="{61B78CCD-6548-4C7B-9AC6-C4376754F721}" srcOrd="0" destOrd="1" presId="urn:microsoft.com/office/officeart/2011/layout/InterconnectedBlockProcess"/>
    <dgm:cxn modelId="{9EAC459A-E2C1-4C61-8107-A721C765DB83}" srcId="{43B3ECC4-0BCA-4A28-9480-B71B84B80597}" destId="{3688AA09-A16D-436F-B517-891C5BD8E177}" srcOrd="1" destOrd="0" parTransId="{7687191F-FB9E-431B-B6D6-4A41F7F38859}" sibTransId="{16BBE501-2499-46D1-B6CA-A47349797D2F}"/>
    <dgm:cxn modelId="{2CFECE9F-2E8D-4916-98F1-268C0F473B21}" type="presOf" srcId="{2AFDAC90-AA80-4369-BB56-C0DA00491B4F}" destId="{8ECD58D0-C5D2-4057-8BAA-5DE24E55C730}" srcOrd="0" destOrd="0" presId="urn:microsoft.com/office/officeart/2011/layout/InterconnectedBlockProcess"/>
    <dgm:cxn modelId="{183C3CA2-A317-4726-9319-A89798E955D8}" type="presOf" srcId="{5A214A26-9CD7-45FF-B06E-C23F588E453B}" destId="{DFD5A5CD-0104-4051-AEA7-61716B43672B}" srcOrd="0" destOrd="0" presId="urn:microsoft.com/office/officeart/2011/layout/InterconnectedBlockProcess"/>
    <dgm:cxn modelId="{2E7270B0-C766-46B3-B0C4-AA6A994A9073}" type="presOf" srcId="{EE047EFC-0F33-4354-B9EB-E2EC61AE69FF}" destId="{7E39A68A-3819-44BF-A826-07FEF93F6EDB}" srcOrd="1" destOrd="0" presId="urn:microsoft.com/office/officeart/2011/layout/InterconnectedBlockProcess"/>
    <dgm:cxn modelId="{D4A56AB4-CAB1-4B68-B213-F5A80BA25308}" type="presOf" srcId="{D80C7022-EBF2-4350-958D-6D74D3010720}" destId="{61B78CCD-6548-4C7B-9AC6-C4376754F721}" srcOrd="0" destOrd="0" presId="urn:microsoft.com/office/officeart/2011/layout/InterconnectedBlockProcess"/>
    <dgm:cxn modelId="{158089B4-DC22-4373-B47E-0A136A5B3672}" type="presOf" srcId="{E28DD170-6FF8-420D-AE3E-D99A9AC7DD45}" destId="{B792E5D9-660C-4AD3-97F0-699E7433DF3C}" srcOrd="1" destOrd="1" presId="urn:microsoft.com/office/officeart/2011/layout/InterconnectedBlockProcess"/>
    <dgm:cxn modelId="{218F06B5-27B1-423D-9ED6-BB4C637B48F0}" srcId="{2AFDAC90-AA80-4369-BB56-C0DA00491B4F}" destId="{F27EC800-1648-44DD-A4DB-87A4237307BC}" srcOrd="4" destOrd="0" parTransId="{A3B89BC0-10E6-43AC-93E3-50281C5F9425}" sibTransId="{F4FB7FCF-130D-43E3-9DF8-A7533C287ABA}"/>
    <dgm:cxn modelId="{A5541EB7-2A06-4295-979B-7D5D297D1D3F}" srcId="{D72BB455-99D8-43A5-8305-333C325B398A}" destId="{1FEAD33C-B086-43D5-A280-32E917D402B7}" srcOrd="2" destOrd="0" parTransId="{2E73B280-D27D-4D8E-ABCB-8599FA4E44A8}" sibTransId="{419E2D2F-532F-4EFA-926A-13C26236871E}"/>
    <dgm:cxn modelId="{01C6C6BD-2317-4433-AF4C-3D21B22B2AF6}" type="presOf" srcId="{A9D749F9-55EA-458F-B8BE-8A1C898B2780}" destId="{DFD5A5CD-0104-4051-AEA7-61716B43672B}" srcOrd="0" destOrd="3" presId="urn:microsoft.com/office/officeart/2011/layout/InterconnectedBlockProcess"/>
    <dgm:cxn modelId="{85F759C2-86F1-438E-9E00-DAB325D06609}" type="presOf" srcId="{1FEAD33C-B086-43D5-A280-32E917D402B7}" destId="{B792E5D9-660C-4AD3-97F0-699E7433DF3C}" srcOrd="1" destOrd="2" presId="urn:microsoft.com/office/officeart/2011/layout/InterconnectedBlockProcess"/>
    <dgm:cxn modelId="{ADCC52D1-C3CD-4E4C-AEE2-188113A17595}" type="presOf" srcId="{CC80AF27-70EE-4512-809B-483F9F99F049}" destId="{534D1D28-B27B-4AFA-A9A7-757D16679175}" srcOrd="0" destOrd="0" presId="urn:microsoft.com/office/officeart/2011/layout/InterconnectedBlockProcess"/>
    <dgm:cxn modelId="{E9E4CEDD-851D-4882-9FFC-9722FF9CDCFA}" srcId="{2AFDAC90-AA80-4369-BB56-C0DA00491B4F}" destId="{D72BB455-99D8-43A5-8305-333C325B398A}" srcOrd="3" destOrd="0" parTransId="{B8FC91E2-E88A-4163-9ED5-35F0657D0383}" sibTransId="{36B7AD3A-F9F3-485B-BD9E-6461187AC797}"/>
    <dgm:cxn modelId="{1DE749E1-550D-4EF6-8D95-0676D8BACFF6}" srcId="{D72BB455-99D8-43A5-8305-333C325B398A}" destId="{A9D749F9-55EA-458F-B8BE-8A1C898B2780}" srcOrd="3" destOrd="0" parTransId="{CF07AEAA-52D9-487A-AA8D-E6B3404C6116}" sibTransId="{B0FEAC12-EC89-4A15-A0A1-8C368F4C45DA}"/>
    <dgm:cxn modelId="{CE5238E2-DAA8-4507-B895-062E6BEDE007}" type="presOf" srcId="{E6E9577E-C6B5-48A6-820D-DC9F5E2D9083}" destId="{61B78CCD-6548-4C7B-9AC6-C4376754F721}" srcOrd="0" destOrd="2" presId="urn:microsoft.com/office/officeart/2011/layout/InterconnectedBlockProcess"/>
    <dgm:cxn modelId="{931849E4-2D03-40F0-9684-E3AF53C27669}" type="presOf" srcId="{E6E9577E-C6B5-48A6-820D-DC9F5E2D9083}" destId="{1EE6E1A4-716D-4CA6-B118-397A6A048F51}" srcOrd="1" destOrd="2" presId="urn:microsoft.com/office/officeart/2011/layout/InterconnectedBlockProcess"/>
    <dgm:cxn modelId="{11ED1FE7-2170-4963-B393-2C7C5EA259A6}" srcId="{2AFDAC90-AA80-4369-BB56-C0DA00491B4F}" destId="{90EA7917-B157-4B75-9D80-A753B352F197}" srcOrd="1" destOrd="0" parTransId="{DA13DD3B-1AE0-4CFD-A1A5-BC32427CC845}" sibTransId="{91986B64-07A3-40DC-8F0F-6F64A001AF1E}"/>
    <dgm:cxn modelId="{85F238EE-63C0-4DA5-8D66-E785ECA09DFF}" type="presOf" srcId="{90EA7917-B157-4B75-9D80-A753B352F197}" destId="{A0E2911F-FA15-4036-8E81-EF2900A9E731}" srcOrd="0" destOrd="0" presId="urn:microsoft.com/office/officeart/2011/layout/InterconnectedBlockProcess"/>
    <dgm:cxn modelId="{BBFA91F8-ABB4-4C29-B8C6-F7D90C722FBE}" type="presOf" srcId="{1FEAD33C-B086-43D5-A280-32E917D402B7}" destId="{DFD5A5CD-0104-4051-AEA7-61716B43672B}" srcOrd="0" destOrd="2" presId="urn:microsoft.com/office/officeart/2011/layout/InterconnectedBlockProcess"/>
    <dgm:cxn modelId="{B823C3FA-8864-4F5A-A75D-ED9517C9DB78}" type="presOf" srcId="{F27EC800-1648-44DD-A4DB-87A4237307BC}" destId="{D0CBE330-A7E2-496B-9135-E3939EE4FCD6}" srcOrd="0" destOrd="0" presId="urn:microsoft.com/office/officeart/2011/layout/InterconnectedBlockProcess"/>
    <dgm:cxn modelId="{387296FB-52AE-40EA-81DD-2296C325B31D}" type="presParOf" srcId="{8ECD58D0-C5D2-4057-8BAA-5DE24E55C730}" destId="{92A356E7-9670-41DA-8E7D-D02E3EBB38B0}" srcOrd="0" destOrd="0" presId="urn:microsoft.com/office/officeart/2011/layout/InterconnectedBlockProcess"/>
    <dgm:cxn modelId="{653C246E-21EC-4590-9E6F-DBDDF80D1D8C}" type="presParOf" srcId="{92A356E7-9670-41DA-8E7D-D02E3EBB38B0}" destId="{0CF25726-A691-4E38-8D72-0F4F37172EF8}" srcOrd="0" destOrd="0" presId="urn:microsoft.com/office/officeart/2011/layout/InterconnectedBlockProcess"/>
    <dgm:cxn modelId="{D7C2B675-F6DE-4EF9-909F-66401FFAF473}" type="presParOf" srcId="{8ECD58D0-C5D2-4057-8BAA-5DE24E55C730}" destId="{7E39A68A-3819-44BF-A826-07FEF93F6EDB}" srcOrd="1" destOrd="0" presId="urn:microsoft.com/office/officeart/2011/layout/InterconnectedBlockProcess"/>
    <dgm:cxn modelId="{BFDCDDBC-1FF8-48DD-87B5-BDE15EB3A691}" type="presParOf" srcId="{8ECD58D0-C5D2-4057-8BAA-5DE24E55C730}" destId="{D0CBE330-A7E2-496B-9135-E3939EE4FCD6}" srcOrd="2" destOrd="0" presId="urn:microsoft.com/office/officeart/2011/layout/InterconnectedBlockProcess"/>
    <dgm:cxn modelId="{C957B0F5-C18A-4488-A1EE-A6C7A5D01309}" type="presParOf" srcId="{8ECD58D0-C5D2-4057-8BAA-5DE24E55C730}" destId="{43A01E6C-AD85-40A9-BB8D-72CDF4AAF8A9}" srcOrd="3" destOrd="0" presId="urn:microsoft.com/office/officeart/2011/layout/InterconnectedBlockProcess"/>
    <dgm:cxn modelId="{A055FFFF-778C-4B05-B601-FA4A54482DF2}" type="presParOf" srcId="{43A01E6C-AD85-40A9-BB8D-72CDF4AAF8A9}" destId="{DFD5A5CD-0104-4051-AEA7-61716B43672B}" srcOrd="0" destOrd="0" presId="urn:microsoft.com/office/officeart/2011/layout/InterconnectedBlockProcess"/>
    <dgm:cxn modelId="{A7DB5E68-1EF5-4E29-A32F-B95037E3848C}" type="presParOf" srcId="{8ECD58D0-C5D2-4057-8BAA-5DE24E55C730}" destId="{B792E5D9-660C-4AD3-97F0-699E7433DF3C}" srcOrd="4" destOrd="0" presId="urn:microsoft.com/office/officeart/2011/layout/InterconnectedBlockProcess"/>
    <dgm:cxn modelId="{669FDC56-5894-49E8-89D9-3F6176A96F40}" type="presParOf" srcId="{8ECD58D0-C5D2-4057-8BAA-5DE24E55C730}" destId="{5C43D83F-CDAC-4F78-94B0-3735E72ACE56}" srcOrd="5" destOrd="0" presId="urn:microsoft.com/office/officeart/2011/layout/InterconnectedBlockProcess"/>
    <dgm:cxn modelId="{59F44BC6-331F-417A-BD42-4DEA7F294388}" type="presParOf" srcId="{8ECD58D0-C5D2-4057-8BAA-5DE24E55C730}" destId="{E41EEC67-A9E0-4026-87A4-F42369A9E997}" srcOrd="6" destOrd="0" presId="urn:microsoft.com/office/officeart/2011/layout/InterconnectedBlockProcess"/>
    <dgm:cxn modelId="{A0B16C05-6D99-4A07-BD97-E9D6EAF19C61}" type="presParOf" srcId="{E41EEC67-A9E0-4026-87A4-F42369A9E997}" destId="{61B78CCD-6548-4C7B-9AC6-C4376754F721}" srcOrd="0" destOrd="0" presId="urn:microsoft.com/office/officeart/2011/layout/InterconnectedBlockProcess"/>
    <dgm:cxn modelId="{92369790-E5AC-4BCB-94D8-FB265BD2E0E0}" type="presParOf" srcId="{8ECD58D0-C5D2-4057-8BAA-5DE24E55C730}" destId="{1EE6E1A4-716D-4CA6-B118-397A6A048F51}" srcOrd="7" destOrd="0" presId="urn:microsoft.com/office/officeart/2011/layout/InterconnectedBlockProcess"/>
    <dgm:cxn modelId="{41C972C7-5973-413F-984E-E005C0906FFA}" type="presParOf" srcId="{8ECD58D0-C5D2-4057-8BAA-5DE24E55C730}" destId="{E4AD7514-CC63-4296-ACD6-E85F372D511F}" srcOrd="8" destOrd="0" presId="urn:microsoft.com/office/officeart/2011/layout/InterconnectedBlockProcess"/>
    <dgm:cxn modelId="{F10CC745-0A20-4E24-8C48-FF0FAA33EFD5}" type="presParOf" srcId="{8ECD58D0-C5D2-4057-8BAA-5DE24E55C730}" destId="{3CE30942-F026-414C-ABDC-B565A5736BAC}" srcOrd="9" destOrd="0" presId="urn:microsoft.com/office/officeart/2011/layout/InterconnectedBlockProcess"/>
    <dgm:cxn modelId="{17BF83D3-9BA3-419C-BAEF-81A3EFEFBF1D}" type="presParOf" srcId="{3CE30942-F026-414C-ABDC-B565A5736BAC}" destId="{534D1D28-B27B-4AFA-A9A7-757D16679175}" srcOrd="0" destOrd="0" presId="urn:microsoft.com/office/officeart/2011/layout/InterconnectedBlockProcess"/>
    <dgm:cxn modelId="{50E54A0A-CBE5-4298-BE1A-B4A2391069FD}" type="presParOf" srcId="{8ECD58D0-C5D2-4057-8BAA-5DE24E55C730}" destId="{4FDBF970-3E3F-401C-B616-D35FAE308B73}" srcOrd="10" destOrd="0" presId="urn:microsoft.com/office/officeart/2011/layout/InterconnectedBlockProcess"/>
    <dgm:cxn modelId="{B9934C96-621E-4ED3-A8A0-CEAD6F1D62B8}" type="presParOf" srcId="{8ECD58D0-C5D2-4057-8BAA-5DE24E55C730}" destId="{A0E2911F-FA15-4036-8E81-EF2900A9E731}" srcOrd="11" destOrd="0" presId="urn:microsoft.com/office/officeart/2011/layout/InterconnectedBlockProcess"/>
    <dgm:cxn modelId="{F7F308AD-7061-49AC-A076-A1AD57299C7C}" type="presParOf" srcId="{8ECD58D0-C5D2-4057-8BAA-5DE24E55C730}" destId="{C13EA63A-6FD8-4B91-B5E2-ED5CCAD67A2F}" srcOrd="12" destOrd="0" presId="urn:microsoft.com/office/officeart/2011/layout/InterconnectedBlockProcess"/>
    <dgm:cxn modelId="{25A2E537-2BA4-4DD9-B9F1-3C26C9846543}" type="presParOf" srcId="{C13EA63A-6FD8-4B91-B5E2-ED5CCAD67A2F}" destId="{D7A5147B-3B5E-4264-819B-9D40E2C44C8A}" srcOrd="0" destOrd="0" presId="urn:microsoft.com/office/officeart/2011/layout/InterconnectedBlockProcess"/>
    <dgm:cxn modelId="{929E996B-CC74-4849-8BD0-6DB6CED2E92C}" type="presParOf" srcId="{8ECD58D0-C5D2-4057-8BAA-5DE24E55C730}" destId="{0278094E-97C4-4CF1-BD9F-F78837D03EE1}" srcOrd="13" destOrd="0" presId="urn:microsoft.com/office/officeart/2011/layout/InterconnectedBlockProcess"/>
    <dgm:cxn modelId="{960725A8-F869-490A-A789-7D0BEEA3192B}" type="presParOf" srcId="{8ECD58D0-C5D2-4057-8BAA-5DE24E55C730}" destId="{320E924D-6E19-42F8-9381-7A46F8949B1C}" srcOrd="14" destOrd="0" presId="urn:microsoft.com/office/officeart/2011/layout/InterconnectedBlock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CF25726-A691-4E38-8D72-0F4F37172EF8}">
      <dsp:nvSpPr>
        <dsp:cNvPr id="0" name=""/>
        <dsp:cNvSpPr/>
      </dsp:nvSpPr>
      <dsp:spPr>
        <a:xfrm>
          <a:off x="2499733" y="922770"/>
          <a:ext cx="2121208" cy="2349962"/>
        </a:xfrm>
        <a:prstGeom prst="wedgeRectCallout">
          <a:avLst>
            <a:gd name="adj1" fmla="val 62500"/>
            <a:gd name="adj2" fmla="val 20830"/>
          </a:avLst>
        </a:prstGeom>
        <a:solidFill>
          <a:srgbClr val="4BACC6">
            <a:tint val="50000"/>
            <a:hueOff val="-7183231"/>
            <a:satOff val="30917"/>
            <a:lumOff val="8358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3025" tIns="73025" rIns="73025" bIns="73025" numCol="1" spcCol="1270" anchor="t" anchorCtr="0">
          <a:noAutofit/>
        </a:bodyPr>
        <a:lstStyle/>
        <a:p>
          <a:pPr marL="0" lvl="0" indent="0" algn="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Increased BP and protein in urine </a:t>
          </a:r>
        </a:p>
        <a:p>
          <a:pPr marL="0" lvl="0" indent="0" algn="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BP more than or equal to 140/90</a:t>
          </a:r>
        </a:p>
      </dsp:txBody>
      <dsp:txXfrm>
        <a:off x="2768992" y="922770"/>
        <a:ext cx="1851949" cy="2349962"/>
      </dsp:txXfrm>
    </dsp:sp>
    <dsp:sp modelId="{D0CBE330-A7E2-496B-9135-E3939EE4FCD6}">
      <dsp:nvSpPr>
        <dsp:cNvPr id="0" name=""/>
        <dsp:cNvSpPr/>
      </dsp:nvSpPr>
      <dsp:spPr>
        <a:xfrm>
          <a:off x="2651075" y="324443"/>
          <a:ext cx="2127719" cy="660943"/>
        </a:xfrm>
        <a:prstGeom prst="rect">
          <a:avLst/>
        </a:prstGeom>
        <a:solidFill>
          <a:srgbClr val="4BACC6">
            <a:hueOff val="-6622584"/>
            <a:satOff val="26541"/>
            <a:lumOff val="5752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ysClr val="windowText" lastClr="000000"/>
              </a:solidFill>
              <a:latin typeface="Calibri"/>
              <a:ea typeface="+mn-ea"/>
              <a:cs typeface="+mn-cs"/>
            </a:rPr>
            <a:t>Gestational Hypertension</a:t>
          </a:r>
        </a:p>
      </dsp:txBody>
      <dsp:txXfrm>
        <a:off x="2651075" y="324443"/>
        <a:ext cx="2127719" cy="660943"/>
      </dsp:txXfrm>
    </dsp:sp>
    <dsp:sp modelId="{DFD5A5CD-0104-4051-AEA7-61716B43672B}">
      <dsp:nvSpPr>
        <dsp:cNvPr id="0" name=""/>
        <dsp:cNvSpPr/>
      </dsp:nvSpPr>
      <dsp:spPr>
        <a:xfrm>
          <a:off x="8441846" y="836447"/>
          <a:ext cx="2127547" cy="3544632"/>
        </a:xfrm>
        <a:prstGeom prst="wedgeRectCallout">
          <a:avLst>
            <a:gd name="adj1" fmla="val 0"/>
            <a:gd name="adj2" fmla="val 0"/>
          </a:avLst>
        </a:prstGeom>
        <a:solidFill>
          <a:srgbClr val="4BACC6">
            <a:tint val="50000"/>
            <a:hueOff val="0"/>
            <a:satOff val="0"/>
            <a:lumOff val="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Increased BP, protein in urine and convulsions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700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/>
            <a:ea typeface="+mn-ea"/>
            <a:cs typeface="+mn-cs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BP more than and equal to 140/90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Proteinuria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Trace or more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Presence of convulsions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1" kern="1200" dirty="0">
              <a:solidFill>
                <a:srgbClr val="C00000"/>
              </a:solidFill>
              <a:latin typeface="Calibri"/>
              <a:ea typeface="+mn-ea"/>
              <a:cs typeface="+mn-cs"/>
            </a:rPr>
            <a:t>Convulsions in pregnancy, labor and postpartum period should be considered ‘Eclampsia’ unless proved otherwise.</a:t>
          </a:r>
        </a:p>
        <a:p>
          <a:pPr marL="0" lvl="0" indent="0" algn="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i="1" kern="1200" dirty="0">
              <a:solidFill>
                <a:srgbClr val="C00000"/>
              </a:solidFill>
              <a:latin typeface="Calibri"/>
              <a:ea typeface="+mn-ea"/>
              <a:cs typeface="+mn-cs"/>
            </a:rPr>
            <a:t> </a:t>
          </a:r>
        </a:p>
      </dsp:txBody>
      <dsp:txXfrm>
        <a:off x="8711910" y="836447"/>
        <a:ext cx="1857484" cy="3544632"/>
      </dsp:txXfrm>
    </dsp:sp>
    <dsp:sp modelId="{5C43D83F-CDAC-4F78-94B0-3735E72ACE56}">
      <dsp:nvSpPr>
        <dsp:cNvPr id="0" name=""/>
        <dsp:cNvSpPr/>
      </dsp:nvSpPr>
      <dsp:spPr>
        <a:xfrm>
          <a:off x="8492764" y="163345"/>
          <a:ext cx="1862072" cy="589090"/>
        </a:xfrm>
        <a:prstGeom prst="rect">
          <a:avLst/>
        </a:prstGeom>
        <a:solidFill>
          <a:srgbClr val="4BACC6">
            <a:hueOff val="0"/>
            <a:satOff val="0"/>
            <a:lumOff val="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ysClr val="windowText" lastClr="000000"/>
              </a:solidFill>
              <a:latin typeface="Calibri"/>
              <a:ea typeface="+mn-ea"/>
              <a:cs typeface="+mn-cs"/>
            </a:rPr>
            <a:t>Eclampsia</a:t>
          </a:r>
        </a:p>
      </dsp:txBody>
      <dsp:txXfrm>
        <a:off x="8492764" y="163345"/>
        <a:ext cx="1862072" cy="589090"/>
      </dsp:txXfrm>
    </dsp:sp>
    <dsp:sp modelId="{61B78CCD-6548-4C7B-9AC6-C4376754F721}">
      <dsp:nvSpPr>
        <dsp:cNvPr id="0" name=""/>
        <dsp:cNvSpPr/>
      </dsp:nvSpPr>
      <dsp:spPr>
        <a:xfrm>
          <a:off x="6643496" y="828925"/>
          <a:ext cx="1891614" cy="3469881"/>
        </a:xfrm>
        <a:prstGeom prst="wedgeRectCallout">
          <a:avLst>
            <a:gd name="adj1" fmla="val 62500"/>
            <a:gd name="adj2" fmla="val 20830"/>
          </a:avLst>
        </a:prstGeom>
        <a:solidFill>
          <a:srgbClr val="4BACC6">
            <a:tint val="50000"/>
            <a:hueOff val="-3591615"/>
            <a:satOff val="15458"/>
            <a:lumOff val="4179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Increased BP and protein in urine 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BP more than and equal to 160/110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Heavy Proteinuria 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3+/4+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And /or  Presence of danger signs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Pre Eclampsia + Danger signs  </a:t>
          </a:r>
        </a:p>
      </dsp:txBody>
      <dsp:txXfrm>
        <a:off x="6883611" y="828925"/>
        <a:ext cx="1651499" cy="3469881"/>
      </dsp:txXfrm>
    </dsp:sp>
    <dsp:sp modelId="{E4AD7514-CC63-4296-ACD6-E85F372D511F}">
      <dsp:nvSpPr>
        <dsp:cNvPr id="0" name=""/>
        <dsp:cNvSpPr/>
      </dsp:nvSpPr>
      <dsp:spPr>
        <a:xfrm>
          <a:off x="6656612" y="190471"/>
          <a:ext cx="1640723" cy="606555"/>
        </a:xfrm>
        <a:prstGeom prst="rect">
          <a:avLst/>
        </a:prstGeom>
        <a:solidFill>
          <a:srgbClr val="4BACC6">
            <a:hueOff val="-3311292"/>
            <a:satOff val="13270"/>
            <a:lumOff val="2876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ysClr val="windowText" lastClr="000000"/>
              </a:solidFill>
              <a:latin typeface="Calibri"/>
              <a:ea typeface="+mn-ea"/>
              <a:cs typeface="+mn-cs"/>
            </a:rPr>
            <a:t>Severe Pre-Eclampsia</a:t>
          </a:r>
        </a:p>
      </dsp:txBody>
      <dsp:txXfrm>
        <a:off x="6656612" y="190471"/>
        <a:ext cx="1640723" cy="606555"/>
      </dsp:txXfrm>
    </dsp:sp>
    <dsp:sp modelId="{534D1D28-B27B-4AFA-A9A7-757D16679175}">
      <dsp:nvSpPr>
        <dsp:cNvPr id="0" name=""/>
        <dsp:cNvSpPr/>
      </dsp:nvSpPr>
      <dsp:spPr>
        <a:xfrm>
          <a:off x="4723400" y="862923"/>
          <a:ext cx="1896830" cy="3171414"/>
        </a:xfrm>
        <a:prstGeom prst="wedgeRectCallout">
          <a:avLst>
            <a:gd name="adj1" fmla="val 62500"/>
            <a:gd name="adj2" fmla="val 20830"/>
          </a:avLst>
        </a:prstGeom>
        <a:solidFill>
          <a:srgbClr val="4BACC6">
            <a:tint val="50000"/>
            <a:hueOff val="-7183231"/>
            <a:satOff val="30917"/>
            <a:lumOff val="8358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Increased BP and protein in urine </a:t>
          </a: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BP more than or equal to 140/90 and less than 160/110</a:t>
          </a: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And Proteinuria</a:t>
          </a: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Trace/1+/2+</a:t>
          </a:r>
        </a:p>
      </dsp:txBody>
      <dsp:txXfrm>
        <a:off x="4964177" y="862923"/>
        <a:ext cx="1656053" cy="3171414"/>
      </dsp:txXfrm>
    </dsp:sp>
    <dsp:sp modelId="{A0E2911F-FA15-4036-8E81-EF2900A9E731}">
      <dsp:nvSpPr>
        <dsp:cNvPr id="0" name=""/>
        <dsp:cNvSpPr/>
      </dsp:nvSpPr>
      <dsp:spPr>
        <a:xfrm>
          <a:off x="4734424" y="227513"/>
          <a:ext cx="2030988" cy="580548"/>
        </a:xfrm>
        <a:prstGeom prst="rect">
          <a:avLst/>
        </a:prstGeom>
        <a:solidFill>
          <a:srgbClr val="4BACC6">
            <a:hueOff val="-6622584"/>
            <a:satOff val="26541"/>
            <a:lumOff val="5752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ysClr val="windowText" lastClr="000000"/>
              </a:solidFill>
              <a:latin typeface="Calibri"/>
              <a:ea typeface="+mn-ea"/>
              <a:cs typeface="+mn-cs"/>
            </a:rPr>
            <a:t>Pre-Eclampsia</a:t>
          </a:r>
        </a:p>
      </dsp:txBody>
      <dsp:txXfrm>
        <a:off x="4734424" y="227513"/>
        <a:ext cx="2030988" cy="580548"/>
      </dsp:txXfrm>
    </dsp:sp>
    <dsp:sp modelId="{D7A5147B-3B5E-4264-819B-9D40E2C44C8A}">
      <dsp:nvSpPr>
        <dsp:cNvPr id="0" name=""/>
        <dsp:cNvSpPr/>
      </dsp:nvSpPr>
      <dsp:spPr>
        <a:xfrm>
          <a:off x="0" y="517101"/>
          <a:ext cx="1964393" cy="3378435"/>
        </a:xfrm>
        <a:prstGeom prst="wedgeRectCallout">
          <a:avLst>
            <a:gd name="adj1" fmla="val 62500"/>
            <a:gd name="adj2" fmla="val 20830"/>
          </a:avLst>
        </a:prstGeom>
        <a:solidFill>
          <a:srgbClr val="4BACC6">
            <a:tint val="50000"/>
            <a:hueOff val="-10774846"/>
            <a:satOff val="46375"/>
            <a:lumOff val="12537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5" tIns="66675" rIns="66675" bIns="66675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100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/>
            <a:ea typeface="+mn-ea"/>
            <a:cs typeface="+mn-cs"/>
          </a:endParaRPr>
        </a:p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/>
            <a:ea typeface="+mn-ea"/>
            <a:cs typeface="+mn-cs"/>
          </a:endParaRPr>
        </a:p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/>
            <a:ea typeface="+mn-ea"/>
            <a:cs typeface="+mn-cs"/>
          </a:endParaRPr>
        </a:p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/>
            <a:ea typeface="+mn-ea"/>
            <a:cs typeface="+mn-cs"/>
          </a:endParaRPr>
        </a:p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/>
              <a:ea typeface="+mn-ea"/>
              <a:cs typeface="+mn-cs"/>
            </a:rPr>
            <a:t>Not induced by pregnancy</a:t>
          </a:r>
        </a:p>
      </dsp:txBody>
      <dsp:txXfrm>
        <a:off x="249353" y="517101"/>
        <a:ext cx="1715040" cy="3378435"/>
      </dsp:txXfrm>
    </dsp:sp>
    <dsp:sp modelId="{320E924D-6E19-42F8-9381-7A46F8949B1C}">
      <dsp:nvSpPr>
        <dsp:cNvPr id="0" name=""/>
        <dsp:cNvSpPr/>
      </dsp:nvSpPr>
      <dsp:spPr>
        <a:xfrm>
          <a:off x="146423" y="143881"/>
          <a:ext cx="1639396" cy="709888"/>
        </a:xfrm>
        <a:prstGeom prst="rect">
          <a:avLst/>
        </a:prstGeom>
        <a:solidFill>
          <a:srgbClr val="4BACC6">
            <a:hueOff val="-9933876"/>
            <a:satOff val="39811"/>
            <a:lumOff val="8628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>
              <a:solidFill>
                <a:sysClr val="windowText" lastClr="000000"/>
              </a:solidFill>
              <a:latin typeface="Calibri"/>
              <a:ea typeface="+mn-ea"/>
              <a:cs typeface="+mn-cs"/>
            </a:rPr>
            <a:t>Chronic Hypertension </a:t>
          </a:r>
        </a:p>
      </dsp:txBody>
      <dsp:txXfrm>
        <a:off x="146423" y="143881"/>
        <a:ext cx="1639396" cy="70988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InterconnectedBlockProcess">
  <dgm:title val="Interconnected Block Process"/>
  <dgm:desc val="Use to show sequential steps in a process. Works best with small amounts of Level 1 text and medium amounts of Level 2 text."/>
  <dgm:catLst>
    <dgm:cat type="process" pri="5500"/>
    <dgm:cat type="officeonline" pri="3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  <dgm:pt modelId="40">
          <dgm:prSet phldr="1"/>
        </dgm:pt>
        <dgm:pt modelId="4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  <dgm:cxn modelId="70" srcId="0" destId="40" srcOrd="2" destOrd="0"/>
        <dgm:cxn modelId="42" srcId="40" destId="41" srcOrd="0" destOrd="0"/>
      </dgm:cxnLst>
      <dgm:bg/>
      <dgm:whole/>
    </dgm:dataModel>
  </dgm:clrData>
  <dgm:layoutNode name="Name0">
    <dgm:varLst>
      <dgm:chMax val="7"/>
      <dgm:chPref val="5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4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Accent1" refType="w" fact="0"/>
              <dgm:constr type="t" for="ch" forName="ChildAccent1" refType="h" fact="0.1429"/>
              <dgm:constr type="w" for="ch" forName="ChildAccent1" refType="w"/>
              <dgm:constr type="h" for="ch" forName="ChildAccent1" refType="h" fact="0.8571"/>
              <dgm:constr type="l" for="ch" forName="Child1" refType="w" fact="0.127"/>
              <dgm:constr type="t" for="ch" forName="Child1" refType="h" fact="0.1429"/>
              <dgm:constr type="w" for="ch" forName="Child1" refType="w" fact="0.873"/>
              <dgm:constr type="h" for="ch" forName="Child1" refType="h" fact="0.8571"/>
              <dgm:constr type="l" for="ch" forName="Parent1" refType="w" fact="0"/>
              <dgm:constr type="t" for="ch" forName="Parent1" refType="h" fact="0"/>
              <dgm:constr type="w" for="ch" forName="Parent1" refType="w"/>
              <dgm:constr type="h" for="ch" forName="Parent1" refType="h" fact="0.1429"/>
            </dgm:constrLst>
          </dgm:if>
          <dgm:if name="Name5" axis="ch" ptType="node" func="cnt" op="equ" val="2">
            <dgm:alg type="composite">
              <dgm:param type="ar" val="0.8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ChildAccent1" refType="w" fact="0"/>
              <dgm:constr type="t" for="ch" forName="ChildAccent1" refType="h" fact="0.1613"/>
              <dgm:constr type="w" for="ch" forName="ChildAccent1" refType="w" fact="0.5"/>
              <dgm:constr type="h" for="ch" forName="ChildAccent1" refType="h" fact="0.7742"/>
              <dgm:constr type="l" for="ch" forName="Child1" refType="w" fact="0.0635"/>
              <dgm:constr type="t" for="ch" forName="Child1" refType="h" fact="0.1613"/>
              <dgm:constr type="w" for="ch" forName="Child1" refType="w" fact="0.4365"/>
              <dgm:constr type="h" for="ch" forName="Child1" refType="h" fact="0.7742"/>
              <dgm:constr type="l" for="ch" forName="Parent1" refType="w" fact="0"/>
              <dgm:constr type="t" for="ch" forName="Parent1" refType="h" fact="0.0323"/>
              <dgm:constr type="w" for="ch" forName="Parent1" refType="w" fact="0.5"/>
              <dgm:constr type="h" for="ch" forName="Parent1" refType="h" fact="0.129"/>
              <dgm:constr type="l" for="ch" forName="ChildAccent2" refType="w" fact="0.5"/>
              <dgm:constr type="t" for="ch" forName="ChildAccent2" refType="h" fact="0.1613"/>
              <dgm:constr type="w" for="ch" forName="ChildAccent2" refType="w" fact="0.5"/>
              <dgm:constr type="h" for="ch" forName="ChildAccent2" refType="h" fact="0.8387"/>
              <dgm:constr type="l" for="ch" forName="Child2" refType="w" fact="0.5635"/>
              <dgm:constr type="t" for="ch" forName="Child2" refType="h" fact="0.1613"/>
              <dgm:constr type="w" for="ch" forName="Child2" refType="w" fact="0.4365"/>
              <dgm:constr type="h" for="ch" forName="Child2" refType="h" fact="0.8387"/>
              <dgm:constr type="l" for="ch" forName="Parent2" refType="w" fact="0.5"/>
              <dgm:constr type="t" for="ch" forName="Parent2" refType="h" fact="0"/>
              <dgm:constr type="w" for="ch" forName="Parent2" refType="w" fact="0.5"/>
              <dgm:constr type="h" for="ch" forName="Parent2" refType="h" fact="0.1613"/>
            </dgm:constrLst>
          </dgm:if>
          <dgm:if name="Name6" axis="ch" ptType="node" func="cnt" op="equ" val="3">
            <dgm:alg type="composite">
              <dgm:param type="ar" val="1.1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ChildAccent1" refType="w" fact="0"/>
              <dgm:constr type="t" for="ch" forName="ChildAccent1" refType="h" fact="0.1757"/>
              <dgm:constr type="w" for="ch" forName="ChildAccent1" refType="w" fact="0.3333"/>
              <dgm:constr type="h" for="ch" forName="ChildAccent1" refType="h" fact="0.7066"/>
              <dgm:constr type="l" for="ch" forName="Child1" refType="w" fact="0.0423"/>
              <dgm:constr type="t" for="ch" forName="Child1" refType="h" fact="0.1757"/>
              <dgm:constr type="w" for="ch" forName="Child1" refType="w" fact="0.291"/>
              <dgm:constr type="h" for="ch" forName="Child1" refType="h" fact="0.7066"/>
              <dgm:constr type="l" for="ch" forName="Parent1" refType="w" fact="0"/>
              <dgm:constr type="t" for="ch" forName="Parent1" refType="h" fact="0.0579"/>
              <dgm:constr type="w" for="ch" forName="Parent1" refType="w" fact="0.3333"/>
              <dgm:constr type="h" for="ch" forName="Parent1" refType="h" fact="0.1178"/>
              <dgm:constr type="l" for="ch" forName="ChildAccent2" refType="w" fact="0.3333"/>
              <dgm:constr type="t" for="ch" forName="ChildAccent2" refType="h" fact="0.1757"/>
              <dgm:constr type="w" for="ch" forName="ChildAccent2" refType="w" fact="0.3333"/>
              <dgm:constr type="h" for="ch" forName="ChildAccent2" refType="h" fact="0.7655"/>
              <dgm:constr type="l" for="ch" forName="Child2" refType="w" fact="0.3756"/>
              <dgm:constr type="t" for="ch" forName="Child2" refType="h" fact="0.1757"/>
              <dgm:constr type="w" for="ch" forName="Child2" refType="w" fact="0.291"/>
              <dgm:constr type="h" for="ch" forName="Child2" refType="h" fact="0.7655"/>
              <dgm:constr type="l" for="ch" forName="Parent2" refType="w" fact="0.3333"/>
              <dgm:constr type="t" for="ch" forName="Parent2" refType="h" fact="0.0285"/>
              <dgm:constr type="w" for="ch" forName="Parent2" refType="w" fact="0.3333"/>
              <dgm:constr type="h" for="ch" forName="Parent2" refType="h" fact="0.1472"/>
              <dgm:constr type="l" for="ch" forName="ChildAccent3" refType="w" fact="0.6667"/>
              <dgm:constr type="t" for="ch" forName="ChildAccent3" refType="h" fact="0.1757"/>
              <dgm:constr type="w" for="ch" forName="ChildAccent3" refType="w" fact="0.3333"/>
              <dgm:constr type="h" for="ch" forName="ChildAccent3" refType="h" fact="0.8243"/>
              <dgm:constr type="l" for="ch" forName="Child3" refType="w" fact="0.709"/>
              <dgm:constr type="t" for="ch" forName="Child3" refType="h" fact="0.1757"/>
              <dgm:constr type="w" for="ch" forName="Child3" refType="w" fact="0.291"/>
              <dgm:constr type="h" for="ch" forName="Child3" refType="h" fact="0.8243"/>
              <dgm:constr type="l" for="ch" forName="Parent3" refType="w" fact="0.6667"/>
              <dgm:constr type="t" for="ch" forName="Parent3" refType="h" fact="0"/>
              <dgm:constr type="w" for="ch" forName="Parent3" refType="w" fact="0.3333"/>
              <dgm:constr type="h" for="ch" forName="Parent3" refType="h" fact="0.176"/>
            </dgm:constrLst>
          </dgm:if>
          <dgm:if name="Name7" axis="ch" ptType="node" func="cnt" op="equ" val="4">
            <dgm:alg type="composite">
              <dgm:param type="ar" val="1.362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ChildAccent1" refType="w" fact="0"/>
              <dgm:constr type="t" for="ch" forName="ChildAccent1" refType="h" fact="0.1892"/>
              <dgm:constr type="w" for="ch" forName="ChildAccent1" refType="w" fact="0.25"/>
              <dgm:constr type="h" for="ch" forName="ChildAccent1" refType="h" fact="0.6486"/>
              <dgm:constr type="l" for="ch" forName="Child1" refType="w" fact="0.0317"/>
              <dgm:constr type="t" for="ch" forName="Child1" refType="h" fact="0.1892"/>
              <dgm:constr type="w" for="ch" forName="Child1" refType="w" fact="0.2183"/>
              <dgm:constr type="h" for="ch" forName="Child1" refType="h" fact="0.6486"/>
              <dgm:constr type="l" for="ch" forName="Parent1" refType="w" fact="0"/>
              <dgm:constr type="t" for="ch" forName="Parent1" refType="h" fact="0.0811"/>
              <dgm:constr type="w" for="ch" forName="Parent1" refType="w" fact="0.25"/>
              <dgm:constr type="h" for="ch" forName="Parent1" refType="h" fact="0.1081"/>
              <dgm:constr type="l" for="ch" forName="ChildAccent2" refType="w" fact="0.25"/>
              <dgm:constr type="t" for="ch" forName="ChildAccent2" refType="h" fact="0.1892"/>
              <dgm:constr type="w" for="ch" forName="ChildAccent2" refType="w" fact="0.25"/>
              <dgm:constr type="h" for="ch" forName="ChildAccent2" refType="h" fact="0.7027"/>
              <dgm:constr type="l" for="ch" forName="Child2" refType="w" fact="0.2817"/>
              <dgm:constr type="t" for="ch" forName="Child2" refType="h" fact="0.1892"/>
              <dgm:constr type="w" for="ch" forName="Child2" refType="w" fact="0.2183"/>
              <dgm:constr type="h" for="ch" forName="Child2" refType="h" fact="0.7027"/>
              <dgm:constr type="l" for="ch" forName="Parent2" refType="w" fact="0.25"/>
              <dgm:constr type="t" for="ch" forName="Parent2" refType="h" fact="0.0541"/>
              <dgm:constr type="w" for="ch" forName="Parent2" refType="w" fact="0.25"/>
              <dgm:constr type="h" for="ch" forName="Parent2" refType="h" fact="0.1351"/>
              <dgm:constr type="l" for="ch" forName="ChildAccent3" refType="w" fact="0.5"/>
              <dgm:constr type="t" for="ch" forName="ChildAccent3" refType="h" fact="0.1892"/>
              <dgm:constr type="w" for="ch" forName="ChildAccent3" refType="w" fact="0.25"/>
              <dgm:constr type="h" for="ch" forName="ChildAccent3" refType="h" fact="0.7568"/>
              <dgm:constr type="l" for="ch" forName="Child3" refType="w" fact="0.5317"/>
              <dgm:constr type="t" for="ch" forName="Child3" refType="h" fact="0.1892"/>
              <dgm:constr type="w" for="ch" forName="Child3" refType="w" fact="0.2183"/>
              <dgm:constr type="h" for="ch" forName="Child3" refType="h" fact="0.7568"/>
              <dgm:constr type="l" for="ch" forName="Parent3" refType="w" fact="0.5"/>
              <dgm:constr type="t" for="ch" forName="Parent3" refType="h" fact="0.0275"/>
              <dgm:constr type="w" for="ch" forName="Parent3" refType="w" fact="0.25"/>
              <dgm:constr type="h" for="ch" forName="Parent3" refType="h" fact="0.1622"/>
              <dgm:constr type="l" for="ch" forName="ChildAccent4" refType="w" fact="0.75"/>
              <dgm:constr type="t" for="ch" forName="ChildAccent4" refType="h" fact="0.1892"/>
              <dgm:constr type="w" for="ch" forName="ChildAccent4" refType="w" fact="0.25"/>
              <dgm:constr type="h" for="ch" forName="ChildAccent4" refType="h" fact="0.8108"/>
              <dgm:constr type="l" for="ch" forName="Child4" refType="w" fact="0.7817"/>
              <dgm:constr type="t" for="ch" forName="Child4" refType="h" fact="0.1892"/>
              <dgm:constr type="w" for="ch" forName="Child4" refType="w" fact="0.2183"/>
              <dgm:constr type="h" for="ch" forName="Child4" refType="h" fact="0.8108"/>
              <dgm:constr type="l" for="ch" forName="Parent4" refType="w" fact="0.75"/>
              <dgm:constr type="t" for="ch" forName="Parent4" refType="h" fact="0"/>
              <dgm:constr type="w" for="ch" forName="Parent4" refType="w" fact="0.25"/>
              <dgm:constr type="h" for="ch" forName="Parent4" refType="h" fact="0.1892"/>
            </dgm:constrLst>
          </dgm:if>
          <dgm:if name="Name8" axis="ch" ptType="node" func="cnt" op="equ" val="5">
            <dgm:alg type="composite">
              <dgm:param type="ar" val="1.574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ChildAccent1" refType="w" fact="0"/>
              <dgm:constr type="t" for="ch" forName="ChildAccent1" refType="h" fact="0.2"/>
              <dgm:constr type="w" for="ch" forName="ChildAccent1" refType="w" fact="0.2001"/>
              <dgm:constr type="h" for="ch" forName="ChildAccent1" refType="h" fact="0.6"/>
              <dgm:constr type="l" for="ch" forName="Child1" refType="w" fact="0.0254"/>
              <dgm:constr type="t" for="ch" forName="Child1" refType="h" fact="0.2"/>
              <dgm:constr type="w" for="ch" forName="Child1" refType="w" fact="0.1747"/>
              <dgm:constr type="h" for="ch" forName="Child1" refType="h" fact="0.6"/>
              <dgm:constr type="l" for="ch" forName="Parent1" refType="w" fact="0"/>
              <dgm:constr type="t" for="ch" forName="Parent1" refType="h" fact="0.1"/>
              <dgm:constr type="w" for="ch" forName="Parent1" refType="w" fact="0.2001"/>
              <dgm:constr type="h" for="ch" forName="Parent1" refType="h" fact="0.1"/>
              <dgm:constr type="l" for="ch" forName="ChildAccent2" refType="w" fact="0.2001"/>
              <dgm:constr type="t" for="ch" forName="ChildAccent2" refType="h" fact="0.2"/>
              <dgm:constr type="w" for="ch" forName="ChildAccent2" refType="w" fact="0.2001"/>
              <dgm:constr type="h" for="ch" forName="ChildAccent2" refType="h" fact="0.65"/>
              <dgm:constr type="l" for="ch" forName="Child2" refType="w" fact="0.2255"/>
              <dgm:constr type="t" for="ch" forName="Child2" refType="h" fact="0.2"/>
              <dgm:constr type="w" for="ch" forName="Child2" refType="w" fact="0.1747"/>
              <dgm:constr type="h" for="ch" forName="Child2" refType="h" fact="0.65"/>
              <dgm:constr type="l" for="ch" forName="Parent2" refType="w" fact="0.2001"/>
              <dgm:constr type="t" for="ch" forName="Parent2" refType="h" fact="0.075"/>
              <dgm:constr type="w" for="ch" forName="Parent2" refType="w" fact="0.2001"/>
              <dgm:constr type="h" for="ch" forName="Parent2" refType="h" fact="0.125"/>
              <dgm:constr type="l" for="ch" forName="ChildAccent3" refType="w" fact="0.4002"/>
              <dgm:constr type="t" for="ch" forName="ChildAccent3" refType="h" fact="0.2"/>
              <dgm:constr type="w" for="ch" forName="ChildAccent3" refType="w" fact="0.2001"/>
              <dgm:constr type="h" for="ch" forName="ChildAccent3" refType="h" fact="0.7"/>
              <dgm:constr type="l" for="ch" forName="Child3" refType="w" fact="0.4256"/>
              <dgm:constr type="t" for="ch" forName="Child3" refType="h" fact="0.2"/>
              <dgm:constr type="w" for="ch" forName="Child3" refType="w" fact="0.1747"/>
              <dgm:constr type="h" for="ch" forName="Child3" refType="h" fact="0.7"/>
              <dgm:constr type="l" for="ch" forName="Parent3" refType="w" fact="0.4002"/>
              <dgm:constr type="t" for="ch" forName="Parent3" refType="h" fact="0.0508"/>
              <dgm:constr type="w" for="ch" forName="Parent3" refType="w" fact="0.2001"/>
              <dgm:constr type="h" for="ch" forName="Parent3" refType="h" fact="0.15"/>
              <dgm:constr type="l" for="ch" forName="ChildAccent4" refType="w" fact="0.6003"/>
              <dgm:constr type="t" for="ch" forName="ChildAccent4" refType="h" fact="0.2"/>
              <dgm:constr type="w" for="ch" forName="ChildAccent4" refType="w" fact="0.2001"/>
              <dgm:constr type="h" for="ch" forName="ChildAccent4" refType="h" fact="0.75"/>
              <dgm:constr type="l" for="ch" forName="Child4" refType="w" fact="0.6257"/>
              <dgm:constr type="t" for="ch" forName="Child4" refType="h" fact="0.2"/>
              <dgm:constr type="w" for="ch" forName="Child4" refType="w" fact="0.1747"/>
              <dgm:constr type="h" for="ch" forName="Child4" refType="h" fact="0.75"/>
              <dgm:constr type="l" for="ch" forName="Parent4" refType="w" fact="0.6003"/>
              <dgm:constr type="t" for="ch" forName="Parent4" refType="h" fact="0.025"/>
              <dgm:constr type="w" for="ch" forName="Parent4" refType="w" fact="0.2001"/>
              <dgm:constr type="h" for="ch" forName="Parent4" refType="h" fact="0.175"/>
              <dgm:constr type="l" for="ch" forName="ChildAccent5" refType="w" fact="0.7999"/>
              <dgm:constr type="t" for="ch" forName="ChildAccent5" refType="h" fact="0.2"/>
              <dgm:constr type="w" for="ch" forName="ChildAccent5" refType="w" fact="0.2001"/>
              <dgm:constr type="h" for="ch" forName="ChildAccent5" refType="h" fact="0.8"/>
              <dgm:constr type="l" for="ch" forName="Child5" refType="w" fact="0.8253"/>
              <dgm:constr type="t" for="ch" forName="Child5" refType="h" fact="0.2"/>
              <dgm:constr type="w" for="ch" forName="Child5" refType="w" fact="0.1747"/>
              <dgm:constr type="h" for="ch" forName="Child5" refType="h" fact="0.8"/>
              <dgm:constr type="l" for="ch" forName="Parent5" refType="w" fact="0.7999"/>
              <dgm:constr type="t" for="ch" forName="Parent5" refType="h" fact="0"/>
              <dgm:constr type="w" for="ch" forName="Parent5" refType="w" fact="0.2001"/>
              <dgm:constr type="h" for="ch" forName="Parent5" refType="h" fact="0.2"/>
            </dgm:constrLst>
          </dgm:if>
          <dgm:if name="Name9" axis="ch" ptType="node" func="cnt" op="equ" val="6">
            <dgm:alg type="composite">
              <dgm:param type="ar" val="1.756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ChildAccent1" refType="w" fact="0"/>
              <dgm:constr type="t" for="ch" forName="ChildAccent1" refType="h" fact="0.2087"/>
              <dgm:constr type="w" for="ch" forName="ChildAccent1" refType="w" fact="0.167"/>
              <dgm:constr type="h" for="ch" forName="ChildAccent1" refType="h" fact="0.5586"/>
              <dgm:constr type="l" for="ch" forName="Child1" refType="w" fact="0.0212"/>
              <dgm:constr type="t" for="ch" forName="Child1" refType="h" fact="0.2087"/>
              <dgm:constr type="w" for="ch" forName="Child1" refType="w" fact="0.1458"/>
              <dgm:constr type="h" for="ch" forName="Child1" refType="h" fact="0.5586"/>
              <dgm:constr type="l" for="ch" forName="Parent1" refType="w" fact="0"/>
              <dgm:constr type="t" for="ch" forName="Parent1" refType="h" fact="0.1156"/>
              <dgm:constr type="w" for="ch" forName="Parent1" refType="w" fact="0.167"/>
              <dgm:constr type="h" for="ch" forName="Parent1" refType="h" fact="0.0931"/>
              <dgm:constr type="l" for="ch" forName="ChildAccent2" refType="w" fact="0.167"/>
              <dgm:constr type="t" for="ch" forName="ChildAccent2" refType="h" fact="0.2087"/>
              <dgm:constr type="w" for="ch" forName="ChildAccent2" refType="w" fact="0.167"/>
              <dgm:constr type="h" for="ch" forName="ChildAccent2" refType="h" fact="0.6051"/>
              <dgm:constr type="l" for="ch" forName="Child2" refType="w" fact="0.1888"/>
              <dgm:constr type="t" for="ch" forName="Child2" refType="h" fact="0.2087"/>
              <dgm:constr type="w" for="ch" forName="Child2" refType="w" fact="0.1458"/>
              <dgm:constr type="h" for="ch" forName="Child2" refType="h" fact="0.6051"/>
              <dgm:constr type="l" for="ch" forName="Parent2" refType="w" fact="0.167"/>
              <dgm:constr type="t" for="ch" forName="Parent2" refType="h" fact="0.0923"/>
              <dgm:constr type="w" for="ch" forName="Parent2" refType="w" fact="0.167"/>
              <dgm:constr type="h" for="ch" forName="Parent2" refType="h" fact="0.1164"/>
              <dgm:constr type="l" for="ch" forName="ChildAccent3" refType="w" fact="0.3339"/>
              <dgm:constr type="t" for="ch" forName="ChildAccent3" refType="h" fact="0.2087"/>
              <dgm:constr type="w" for="ch" forName="ChildAccent3" refType="w" fact="0.167"/>
              <dgm:constr type="h" for="ch" forName="ChildAccent3" refType="h" fact="0.6517"/>
              <dgm:constr type="l" for="ch" forName="Child3" refType="w" fact="0.3551"/>
              <dgm:constr type="t" for="ch" forName="Child3" refType="h" fact="0.2087"/>
              <dgm:constr type="w" for="ch" forName="Child3" refType="w" fact="0.1458"/>
              <dgm:constr type="h" for="ch" forName="Child3" refType="h" fact="0.6517"/>
              <dgm:constr type="l" for="ch" forName="Parent3" refType="w" fact="0.3339"/>
              <dgm:constr type="t" for="ch" forName="Parent3" refType="h" fact="0.0698"/>
              <dgm:constr type="w" for="ch" forName="Parent3" refType="w" fact="0.167"/>
              <dgm:constr type="h" for="ch" forName="Parent3" refType="h" fact="0.1396"/>
              <dgm:constr type="l" for="ch" forName="ChildAccent4" refType="w" fact="0.5009"/>
              <dgm:constr type="t" for="ch" forName="ChildAccent4" refType="h" fact="0.2087"/>
              <dgm:constr type="w" for="ch" forName="ChildAccent4" refType="w" fact="0.167"/>
              <dgm:constr type="h" for="ch" forName="ChildAccent4" refType="h" fact="0.6982"/>
              <dgm:constr type="l" for="ch" forName="Child4" refType="w" fact="0.5221"/>
              <dgm:constr type="t" for="ch" forName="Child4" refType="h" fact="0.2087"/>
              <dgm:constr type="w" for="ch" forName="Child4" refType="w" fact="0.1458"/>
              <dgm:constr type="h" for="ch" forName="Child4" refType="h" fact="0.6982"/>
              <dgm:constr type="l" for="ch" forName="Parent4" refType="w" fact="0.501"/>
              <dgm:constr type="t" for="ch" forName="Parent4" refType="h" fact="0.0458"/>
              <dgm:constr type="w" for="ch" forName="Parent4" refType="w" fact="0.167"/>
              <dgm:constr type="h" for="ch" forName="Parent4" refType="h" fact="0.1629"/>
              <dgm:constr type="l" for="ch" forName="ChildAccent5" refType="w" fact="0.6674"/>
              <dgm:constr type="t" for="ch" forName="ChildAccent5" refType="h" fact="0.2087"/>
              <dgm:constr type="w" for="ch" forName="ChildAccent5" refType="w" fact="0.167"/>
              <dgm:constr type="h" for="ch" forName="ChildAccent5" refType="h" fact="0.7448"/>
              <dgm:constr type="l" for="ch" forName="Child5" refType="w" fact="0.6886"/>
              <dgm:constr type="t" for="ch" forName="Child5" refType="h" fact="0.2087"/>
              <dgm:constr type="w" for="ch" forName="Child5" refType="w" fact="0.1458"/>
              <dgm:constr type="h" for="ch" forName="Child5" refType="h" fact="0.7448"/>
              <dgm:constr type="l" for="ch" forName="Parent5" refType="w" fact="0.668"/>
              <dgm:constr type="t" for="ch" forName="Parent5" refType="h" fact="0.0225"/>
              <dgm:constr type="w" for="ch" forName="Parent5" refType="w" fact="0.167"/>
              <dgm:constr type="h" for="ch" forName="Parent5" refType="h" fact="0.1862"/>
              <dgm:constr type="l" for="ch" forName="ChildAccent6" refType="w" fact="0.833"/>
              <dgm:constr type="t" for="ch" forName="ChildAccent6" refType="h" fact="0.2087"/>
              <dgm:constr type="w" for="ch" forName="ChildAccent6" refType="w" fact="0.167"/>
              <dgm:constr type="h" for="ch" forName="ChildAccent6" refType="h" fact="0.7913"/>
              <dgm:constr type="l" for="ch" forName="Child6" refType="w" fact="0.8542"/>
              <dgm:constr type="t" for="ch" forName="Child6" refType="h" fact="0.2087"/>
              <dgm:constr type="w" for="ch" forName="Child6" refType="w" fact="0.1458"/>
              <dgm:constr type="h" for="ch" forName="Child6" refType="h" fact="0.7913"/>
              <dgm:constr type="l" for="ch" forName="Parent6" refType="w" fact="0.835"/>
              <dgm:constr type="t" for="ch" forName="Parent6" refType="h" fact="0"/>
              <dgm:constr type="w" for="ch" forName="Parent6" refType="w" fact="0.165"/>
              <dgm:constr type="h" for="ch" forName="Parent6" refType="h" fact="0.2095"/>
            </dgm:constrLst>
          </dgm:if>
          <dgm:else name="Name10">
            <dgm:alg type="composite">
              <dgm:param type="ar" val="1.91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ChildAccent1" refType="w" fact="0"/>
              <dgm:constr type="t" for="ch" forName="ChildAccent1" refType="h" fact="0.2168"/>
              <dgm:constr type="w" for="ch" forName="ChildAccent1" refType="w" fact="0.1432"/>
              <dgm:constr type="h" for="ch" forName="ChildAccent1" refType="h" fact="0.5221"/>
              <dgm:constr type="l" for="ch" forName="Child1" refType="w" fact="0.0182"/>
              <dgm:constr type="t" for="ch" forName="Child1" refType="h" fact="0.2168"/>
              <dgm:constr type="w" for="ch" forName="Child1" refType="w" fact="0.125"/>
              <dgm:constr type="h" for="ch" forName="Child1" refType="h" fact="0.5221"/>
              <dgm:constr type="l" for="ch" forName="Parent1" refType="w" fact="0"/>
              <dgm:constr type="t" for="ch" forName="Parent1" refType="h" fact="0.1298"/>
              <dgm:constr type="w" for="ch" forName="Parent1" refType="w" fact="0.1432"/>
              <dgm:constr type="h" for="ch" forName="Parent1" refType="h" fact="0.087"/>
              <dgm:constr type="l" for="ch" forName="ChildAccent2" refType="w" fact="0.1432"/>
              <dgm:constr type="t" for="ch" forName="ChildAccent2" refType="h" fact="0.2168"/>
              <dgm:constr type="w" for="ch" forName="ChildAccent2" refType="w" fact="0.1432"/>
              <dgm:constr type="h" for="ch" forName="ChildAccent2" refType="h" fact="0.5656"/>
              <dgm:constr type="l" for="ch" forName="Child2" refType="w" fact="0.1614"/>
              <dgm:constr type="t" for="ch" forName="Child2" refType="h" fact="0.2168"/>
              <dgm:constr type="w" for="ch" forName="Child2" refType="w" fact="0.125"/>
              <dgm:constr type="h" for="ch" forName="Child2" refType="h" fact="0.5656"/>
              <dgm:constr type="l" for="ch" forName="Parent2" refType="w" fact="0.1432"/>
              <dgm:constr type="t" for="ch" forName="Parent2" refType="h" fact="0.108"/>
              <dgm:constr type="w" for="ch" forName="Parent2" refType="w" fact="0.1432"/>
              <dgm:constr type="h" for="ch" forName="Parent2" refType="h" fact="0.1088"/>
              <dgm:constr type="l" for="ch" forName="ChildAccent3" refType="w" fact="0.2865"/>
              <dgm:constr type="t" for="ch" forName="ChildAccent3" refType="h" fact="0.2168"/>
              <dgm:constr type="w" for="ch" forName="ChildAccent3" refType="w" fact="0.1432"/>
              <dgm:constr type="h" for="ch" forName="ChildAccent3" refType="h" fact="0.6091"/>
              <dgm:constr type="l" for="ch" forName="Child3" refType="w" fact="0.3047"/>
              <dgm:constr type="t" for="ch" forName="Child3" refType="h" fact="0.2168"/>
              <dgm:constr type="w" for="ch" forName="Child3" refType="w" fact="0.125"/>
              <dgm:constr type="h" for="ch" forName="Child3" refType="h" fact="0.6091"/>
              <dgm:constr type="l" for="ch" forName="Parent3" refType="w" fact="0.2865"/>
              <dgm:constr type="t" for="ch" forName="Parent3" refType="h" fact="0.087"/>
              <dgm:constr type="w" for="ch" forName="Parent3" refType="w" fact="0.1432"/>
              <dgm:constr type="h" for="ch" forName="Parent3" refType="h" fact="0.1305"/>
              <dgm:constr type="l" for="ch" forName="ChildAccent4" refType="w" fact="0.4297"/>
              <dgm:constr type="t" for="ch" forName="ChildAccent4" refType="h" fact="0.2168"/>
              <dgm:constr type="w" for="ch" forName="ChildAccent4" refType="w" fact="0.1432"/>
              <dgm:constr type="h" for="ch" forName="ChildAccent4" refType="h" fact="0.6526"/>
              <dgm:constr type="l" for="ch" forName="Child4" refType="w" fact="0.4479"/>
              <dgm:constr type="t" for="ch" forName="Child4" refType="h" fact="0.2168"/>
              <dgm:constr type="w" for="ch" forName="Child4" refType="w" fact="0.125"/>
              <dgm:constr type="h" for="ch" forName="Child4" refType="h" fact="0.6526"/>
              <dgm:constr type="l" for="ch" forName="Parent4" refType="w" fact="0.4297"/>
              <dgm:constr type="t" for="ch" forName="Parent4" refType="h" fact="0.0645"/>
              <dgm:constr type="w" for="ch" forName="Parent4" refType="w" fact="0.1432"/>
              <dgm:constr type="h" for="ch" forName="Parent4" refType="h" fact="0.1523"/>
              <dgm:constr type="l" for="ch" forName="ChildAccent5" refType="w" fact="0.5726"/>
              <dgm:constr type="t" for="ch" forName="ChildAccent5" refType="h" fact="0.2168"/>
              <dgm:constr type="w" for="ch" forName="ChildAccent5" refType="w" fact="0.1432"/>
              <dgm:constr type="h" for="ch" forName="ChildAccent5" refType="h" fact="0.6962"/>
              <dgm:constr type="l" for="ch" forName="Child5" refType="w" fact="0.5908"/>
              <dgm:constr type="t" for="ch" forName="Child5" refType="h" fact="0.2168"/>
              <dgm:constr type="w" for="ch" forName="Child5" refType="w" fact="0.125"/>
              <dgm:constr type="h" for="ch" forName="Child5" refType="h" fact="0.6962"/>
              <dgm:constr type="l" for="ch" forName="Parent5" refType="w" fact="0.5726"/>
              <dgm:constr type="t" for="ch" forName="Parent5" refType="h" fact="0.0428"/>
              <dgm:constr type="w" for="ch" forName="Parent5" refType="w" fact="0.1432"/>
              <dgm:constr type="h" for="ch" forName="Parent5" refType="h" fact="0.174"/>
              <dgm:constr type="l" for="ch" forName="ChildAccent6" refType="w" fact="0.7147"/>
              <dgm:constr type="t" for="ch" forName="ChildAccent6" refType="h" fact="0.2168"/>
              <dgm:constr type="w" for="ch" forName="ChildAccent6" refType="w" fact="0.1432"/>
              <dgm:constr type="h" for="ch" forName="ChildAccent6" refType="h" fact="0.7397"/>
              <dgm:constr type="l" for="ch" forName="Child6" refType="w" fact="0.7329"/>
              <dgm:constr type="t" for="ch" forName="Child6" refType="h" fact="0.2168"/>
              <dgm:constr type="w" for="ch" forName="Child6" refType="w" fact="0.125"/>
              <dgm:constr type="h" for="ch" forName="Child6" refType="h" fact="0.7397"/>
              <dgm:constr type="l" for="ch" forName="Parent6" refType="w" fact="0.716"/>
              <dgm:constr type="t" for="ch" forName="Parent6" refType="h" fact="0.0217"/>
              <dgm:constr type="w" for="ch" forName="Parent6" refType="w" fact="0.1424"/>
              <dgm:constr type="h" for="ch" forName="Parent6" refType="h" fact="0.1958"/>
              <dgm:constr type="l" for="ch" forName="ChildAccent7" refType="w" fact="0.8568"/>
              <dgm:constr type="t" for="ch" forName="ChildAccent7" refType="h" fact="0.2168"/>
              <dgm:constr type="w" for="ch" forName="ChildAccent7" refType="w" fact="0.1432"/>
              <dgm:constr type="h" for="ch" forName="ChildAccent7" refType="h" fact="0.7832"/>
              <dgm:constr type="l" for="ch" forName="Child7" refType="w" fact="0.875"/>
              <dgm:constr type="t" for="ch" forName="Child7" refType="h" fact="0.2168"/>
              <dgm:constr type="w" for="ch" forName="Child7" refType="w" fact="0.125"/>
              <dgm:constr type="h" for="ch" forName="Child7" refType="h" fact="0.7832"/>
              <dgm:constr type="l" for="ch" forName="Parent7" refType="w" fact="0.8577"/>
              <dgm:constr type="t" for="ch" forName="Parent7" refType="h" fact="0"/>
              <dgm:constr type="w" for="ch" forName="Parent7" refType="w" fact="0.1423"/>
              <dgm:constr type="h" for="ch" forName="Parent7" refType="h" fact="0.2175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0.4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Accent1" refType="w" fact="0"/>
              <dgm:constr type="t" for="ch" forName="ChildAccent1" refType="h" fact="0.1429"/>
              <dgm:constr type="w" for="ch" forName="ChildAccent1" refType="w"/>
              <dgm:constr type="h" for="ch" forName="ChildAccent1" refType="h" fact="0.8571"/>
              <dgm:constr type="l" for="ch" forName="Child1" refType="w" fact="0"/>
              <dgm:constr type="t" for="ch" forName="Child1" refType="h" fact="0.1429"/>
              <dgm:constr type="w" for="ch" forName="Child1" refType="w" fact="0.873"/>
              <dgm:constr type="h" for="ch" forName="Child1" refType="h" fact="0.8571"/>
              <dgm:constr type="l" for="ch" forName="Parent1" refType="w" fact="0"/>
              <dgm:constr type="t" for="ch" forName="Parent1" refType="h" fact="0"/>
              <dgm:constr type="w" for="ch" forName="Parent1" refType="w"/>
              <dgm:constr type="h" for="ch" forName="Parent1" refType="h" fact="0.1429"/>
            </dgm:constrLst>
          </dgm:if>
          <dgm:if name="Name14" axis="ch" ptType="node" func="cnt" op="equ" val="2">
            <dgm:alg type="composite">
              <dgm:param type="ar" val="0.8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Child2" refType="w" fact="0"/>
              <dgm:constr type="t" for="ch" forName="Child2" refType="h" fact="0.1613"/>
              <dgm:constr type="w" for="ch" forName="Child2" refType="w" fact="0.4365"/>
              <dgm:constr type="h" for="ch" forName="Child2" refType="h" fact="0.8387"/>
              <dgm:constr type="l" for="ch" forName="Child1" refType="w" fact="0.5"/>
              <dgm:constr type="t" for="ch" forName="Child1" refType="h" fact="0.1613"/>
              <dgm:constr type="w" for="ch" forName="Child1" refType="w" fact="0.4365"/>
              <dgm:constr type="h" for="ch" forName="Child1" refType="h" fact="0.7742"/>
              <dgm:constr type="l" for="ch" forName="ChildAccent1" refType="w" fact="0.5"/>
              <dgm:constr type="t" for="ch" forName="ChildAccent1" refType="h" fact="0.1613"/>
              <dgm:constr type="w" for="ch" forName="ChildAccent1" refType="w" fact="0.5"/>
              <dgm:constr type="h" for="ch" forName="ChildAccent1" refType="h" fact="0.7742"/>
              <dgm:constr type="l" for="ch" forName="Parent1" refType="w" fact="0.5"/>
              <dgm:constr type="t" for="ch" forName="Parent1" refType="h" fact="0.0323"/>
              <dgm:constr type="w" for="ch" forName="Parent1" refType="w" fact="0.5"/>
              <dgm:constr type="h" for="ch" forName="Parent1" refType="h" fact="0.129"/>
              <dgm:constr type="l" for="ch" forName="ChildAccent2" refType="w" fact="0"/>
              <dgm:constr type="t" for="ch" forName="ChildAccent2" refType="h" fact="0.1613"/>
              <dgm:constr type="w" for="ch" forName="ChildAccent2" refType="w" fact="0.5"/>
              <dgm:constr type="h" for="ch" forName="ChildAccent2" refType="h" fact="0.8387"/>
              <dgm:constr type="l" for="ch" forName="Parent2" refType="w" fact="0"/>
              <dgm:constr type="t" for="ch" forName="Parent2" refType="h" fact="0"/>
              <dgm:constr type="w" for="ch" forName="Parent2" refType="w" fact="0.5"/>
              <dgm:constr type="h" for="ch" forName="Parent2" refType="h" fact="0.1613"/>
            </dgm:constrLst>
          </dgm:if>
          <dgm:if name="Name15" axis="ch" ptType="node" func="cnt" op="equ" val="3">
            <dgm:alg type="composite">
              <dgm:param type="ar" val="1.1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Child3" refType="w" fact="0"/>
              <dgm:constr type="t" for="ch" forName="Child3" refType="h" fact="0.1757"/>
              <dgm:constr type="w" for="ch" forName="Child3" refType="w" fact="0.291"/>
              <dgm:constr type="h" for="ch" forName="Child3" refType="h" fact="0.8243"/>
              <dgm:constr type="l" for="ch" forName="Child2" refType="w" fact="0.3333"/>
              <dgm:constr type="t" for="ch" forName="Child2" refType="h" fact="0.1757"/>
              <dgm:constr type="w" for="ch" forName="Child2" refType="w" fact="0.291"/>
              <dgm:constr type="h" for="ch" forName="Child2" refType="h" fact="0.7655"/>
              <dgm:constr type="l" for="ch" forName="Child1" refType="w" fact="0.6667"/>
              <dgm:constr type="t" for="ch" forName="Child1" refType="h" fact="0.1757"/>
              <dgm:constr type="w" for="ch" forName="Child1" refType="w" fact="0.291"/>
              <dgm:constr type="h" for="ch" forName="Child1" refType="h" fact="0.7066"/>
              <dgm:constr type="l" for="ch" forName="ChildAccent1" refType="w" fact="0.6667"/>
              <dgm:constr type="t" for="ch" forName="ChildAccent1" refType="h" fact="0.1757"/>
              <dgm:constr type="w" for="ch" forName="ChildAccent1" refType="w" fact="0.3333"/>
              <dgm:constr type="h" for="ch" forName="ChildAccent1" refType="h" fact="0.7066"/>
              <dgm:constr type="l" for="ch" forName="Parent1" refType="w" fact="0.6667"/>
              <dgm:constr type="t" for="ch" forName="Parent1" refType="h" fact="0.0579"/>
              <dgm:constr type="w" for="ch" forName="Parent1" refType="w" fact="0.3333"/>
              <dgm:constr type="h" for="ch" forName="Parent1" refType="h" fact="0.1178"/>
              <dgm:constr type="l" for="ch" forName="ChildAccent2" refType="w" fact="0.3333"/>
              <dgm:constr type="t" for="ch" forName="ChildAccent2" refType="h" fact="0.1757"/>
              <dgm:constr type="w" for="ch" forName="ChildAccent2" refType="w" fact="0.3333"/>
              <dgm:constr type="h" for="ch" forName="ChildAccent2" refType="h" fact="0.7655"/>
              <dgm:constr type="l" for="ch" forName="Parent2" refType="w" fact="0.3333"/>
              <dgm:constr type="t" for="ch" forName="Parent2" refType="h" fact="0.0285"/>
              <dgm:constr type="w" for="ch" forName="Parent2" refType="w" fact="0.3333"/>
              <dgm:constr type="h" for="ch" forName="Parent2" refType="h" fact="0.1472"/>
              <dgm:constr type="l" for="ch" forName="ChildAccent3" refType="w" fact="0"/>
              <dgm:constr type="t" for="ch" forName="ChildAccent3" refType="h" fact="0.1757"/>
              <dgm:constr type="w" for="ch" forName="ChildAccent3" refType="w" fact="0.3333"/>
              <dgm:constr type="h" for="ch" forName="ChildAccent3" refType="h" fact="0.8243"/>
              <dgm:constr type="l" for="ch" forName="Parent3" refType="w" fact="0"/>
              <dgm:constr type="t" for="ch" forName="Parent3" refType="h" fact="0"/>
              <dgm:constr type="w" for="ch" forName="Parent3" refType="w" fact="0.3333"/>
              <dgm:constr type="h" for="ch" forName="Parent3" refType="h" fact="0.176"/>
            </dgm:constrLst>
          </dgm:if>
          <dgm:if name="Name16" axis="ch" ptType="node" func="cnt" op="equ" val="4">
            <dgm:alg type="composite">
              <dgm:param type="ar" val="1.362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Child4" refType="w" fact="0"/>
              <dgm:constr type="t" for="ch" forName="Child4" refType="h" fact="0.1892"/>
              <dgm:constr type="w" for="ch" forName="Child4" refType="w" fact="0.2183"/>
              <dgm:constr type="h" for="ch" forName="Child4" refType="h" fact="0.8108"/>
              <dgm:constr type="l" for="ch" forName="Child3" refType="w" fact="0.25"/>
              <dgm:constr type="t" for="ch" forName="Child3" refType="h" fact="0.1892"/>
              <dgm:constr type="w" for="ch" forName="Child3" refType="w" fact="0.2183"/>
              <dgm:constr type="h" for="ch" forName="Child3" refType="h" fact="0.7568"/>
              <dgm:constr type="l" for="ch" forName="Child2" refType="w" fact="0.5"/>
              <dgm:constr type="t" for="ch" forName="Child2" refType="h" fact="0.1892"/>
              <dgm:constr type="w" for="ch" forName="Child2" refType="w" fact="0.2183"/>
              <dgm:constr type="h" for="ch" forName="Child2" refType="h" fact="0.7027"/>
              <dgm:constr type="l" for="ch" forName="Child1" refType="w" fact="0.75"/>
              <dgm:constr type="t" for="ch" forName="Child1" refType="h" fact="0.1892"/>
              <dgm:constr type="w" for="ch" forName="Child1" refType="w" fact="0.2183"/>
              <dgm:constr type="h" for="ch" forName="Child1" refType="h" fact="0.6486"/>
              <dgm:constr type="l" for="ch" forName="ChildAccent1" refType="w" fact="0.75"/>
              <dgm:constr type="t" for="ch" forName="ChildAccent1" refType="h" fact="0.1892"/>
              <dgm:constr type="w" for="ch" forName="ChildAccent1" refType="w" fact="0.25"/>
              <dgm:constr type="h" for="ch" forName="ChildAccent1" refType="h" fact="0.6486"/>
              <dgm:constr type="l" for="ch" forName="Parent1" refType="w" fact="0.75"/>
              <dgm:constr type="t" for="ch" forName="Parent1" refType="h" fact="0.0811"/>
              <dgm:constr type="w" for="ch" forName="Parent1" refType="w" fact="0.25"/>
              <dgm:constr type="h" for="ch" forName="Parent1" refType="h" fact="0.1081"/>
              <dgm:constr type="l" for="ch" forName="ChildAccent2" refType="w" fact="0.5"/>
              <dgm:constr type="t" for="ch" forName="ChildAccent2" refType="h" fact="0.1892"/>
              <dgm:constr type="w" for="ch" forName="ChildAccent2" refType="w" fact="0.25"/>
              <dgm:constr type="h" for="ch" forName="ChildAccent2" refType="h" fact="0.7027"/>
              <dgm:constr type="l" for="ch" forName="Parent2" refType="w" fact="0.5"/>
              <dgm:constr type="t" for="ch" forName="Parent2" refType="h" fact="0.0541"/>
              <dgm:constr type="w" for="ch" forName="Parent2" refType="w" fact="0.25"/>
              <dgm:constr type="h" for="ch" forName="Parent2" refType="h" fact="0.1351"/>
              <dgm:constr type="l" for="ch" forName="ChildAccent3" refType="w" fact="0.25"/>
              <dgm:constr type="t" for="ch" forName="ChildAccent3" refType="h" fact="0.1892"/>
              <dgm:constr type="w" for="ch" forName="ChildAccent3" refType="w" fact="0.25"/>
              <dgm:constr type="h" for="ch" forName="ChildAccent3" refType="h" fact="0.7568"/>
              <dgm:constr type="l" for="ch" forName="Parent3" refType="w" fact="0.25"/>
              <dgm:constr type="t" for="ch" forName="Parent3" refType="h" fact="0.0279"/>
              <dgm:constr type="w" for="ch" forName="Parent3" refType="w" fact="0.25"/>
              <dgm:constr type="h" for="ch" forName="Parent3" refType="h" fact="0.161"/>
              <dgm:constr type="l" for="ch" forName="ChildAccent4" refType="w" fact="0"/>
              <dgm:constr type="t" for="ch" forName="ChildAccent4" refType="h" fact="0.1892"/>
              <dgm:constr type="w" for="ch" forName="ChildAccent4" refType="w" fact="0.25"/>
              <dgm:constr type="h" for="ch" forName="ChildAccent4" refType="h" fact="0.8108"/>
              <dgm:constr type="l" for="ch" forName="Parent4" refType="w" fact="0"/>
              <dgm:constr type="t" for="ch" forName="Parent4" refType="h" fact="0"/>
              <dgm:constr type="w" for="ch" forName="Parent4" refType="w" fact="0.25"/>
              <dgm:constr type="h" for="ch" forName="Parent4" refType="h" fact="0.1892"/>
            </dgm:constrLst>
          </dgm:if>
          <dgm:if name="Name17" axis="ch" ptType="node" func="cnt" op="equ" val="5">
            <dgm:alg type="composite">
              <dgm:param type="ar" val="1.574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Child5" refType="w" fact="0"/>
              <dgm:constr type="t" for="ch" forName="Child5" refType="h" fact="0.2"/>
              <dgm:constr type="w" for="ch" forName="Child5" refType="w" fact="0.1747"/>
              <dgm:constr type="h" for="ch" forName="Child5" refType="h" fact="0.8"/>
              <dgm:constr type="l" for="ch" forName="Child4" refType="w" fact="0.2001"/>
              <dgm:constr type="t" for="ch" forName="Child4" refType="h" fact="0.2"/>
              <dgm:constr type="w" for="ch" forName="Child4" refType="w" fact="0.1747"/>
              <dgm:constr type="h" for="ch" forName="Child4" refType="h" fact="0.75"/>
              <dgm:constr type="l" for="ch" forName="Child3" refType="w" fact="0.4002"/>
              <dgm:constr type="t" for="ch" forName="Child3" refType="h" fact="0.2"/>
              <dgm:constr type="w" for="ch" forName="Child3" refType="w" fact="0.1747"/>
              <dgm:constr type="h" for="ch" forName="Child3" refType="h" fact="0.7"/>
              <dgm:constr type="l" for="ch" forName="Child2" refType="w" fact="0.6003"/>
              <dgm:constr type="t" for="ch" forName="Child2" refType="h" fact="0.2"/>
              <dgm:constr type="w" for="ch" forName="Child2" refType="w" fact="0.1747"/>
              <dgm:constr type="h" for="ch" forName="Child2" refType="h" fact="0.65"/>
              <dgm:constr type="l" for="ch" forName="Child1" refType="w" fact="0.7999"/>
              <dgm:constr type="t" for="ch" forName="Child1" refType="h" fact="0.2"/>
              <dgm:constr type="w" for="ch" forName="Child1" refType="w" fact="0.1747"/>
              <dgm:constr type="h" for="ch" forName="Child1" refType="h" fact="0.6"/>
              <dgm:constr type="l" for="ch" forName="ChildAccent1" refType="w" fact="0.7999"/>
              <dgm:constr type="t" for="ch" forName="ChildAccent1" refType="h" fact="0.2"/>
              <dgm:constr type="w" for="ch" forName="ChildAccent1" refType="w" fact="0.2001"/>
              <dgm:constr type="h" for="ch" forName="ChildAccent1" refType="h" fact="0.6"/>
              <dgm:constr type="l" for="ch" forName="Parent1" refType="w" fact="0.7999"/>
              <dgm:constr type="t" for="ch" forName="Parent1" refType="h" fact="0.1"/>
              <dgm:constr type="w" for="ch" forName="Parent1" refType="w" fact="0.2001"/>
              <dgm:constr type="h" for="ch" forName="Parent1" refType="h" fact="0.1"/>
              <dgm:constr type="l" for="ch" forName="ChildAccent2" refType="w" fact="0.6003"/>
              <dgm:constr type="t" for="ch" forName="ChildAccent2" refType="h" fact="0.2"/>
              <dgm:constr type="w" for="ch" forName="ChildAccent2" refType="w" fact="0.2001"/>
              <dgm:constr type="h" for="ch" forName="ChildAccent2" refType="h" fact="0.65"/>
              <dgm:constr type="l" for="ch" forName="Parent2" refType="w" fact="0.6003"/>
              <dgm:constr type="t" for="ch" forName="Parent2" refType="h" fact="0.075"/>
              <dgm:constr type="w" for="ch" forName="Parent2" refType="w" fact="0.2001"/>
              <dgm:constr type="h" for="ch" forName="Parent2" refType="h" fact="0.125"/>
              <dgm:constr type="l" for="ch" forName="ChildAccent3" refType="w" fact="0.4002"/>
              <dgm:constr type="t" for="ch" forName="ChildAccent3" refType="h" fact="0.2"/>
              <dgm:constr type="w" for="ch" forName="ChildAccent3" refType="w" fact="0.2001"/>
              <dgm:constr type="h" for="ch" forName="ChildAccent3" refType="h" fact="0.7"/>
              <dgm:constr type="l" for="ch" forName="Parent3" refType="w" fact="0.4002"/>
              <dgm:constr type="t" for="ch" forName="Parent3" refType="h" fact="0.0508"/>
              <dgm:constr type="w" for="ch" forName="Parent3" refType="w" fact="0.2001"/>
              <dgm:constr type="h" for="ch" forName="Parent3" refType="h" fact="0.15"/>
              <dgm:constr type="l" for="ch" forName="ChildAccent4" refType="w" fact="0.2001"/>
              <dgm:constr type="t" for="ch" forName="ChildAccent4" refType="h" fact="0.2"/>
              <dgm:constr type="w" for="ch" forName="ChildAccent4" refType="w" fact="0.2001"/>
              <dgm:constr type="h" for="ch" forName="ChildAccent4" refType="h" fact="0.75"/>
              <dgm:constr type="l" for="ch" forName="Parent4" refType="w" fact="0.2001"/>
              <dgm:constr type="t" for="ch" forName="Parent4" refType="h" fact="0.025"/>
              <dgm:constr type="w" for="ch" forName="Parent4" refType="w" fact="0.2001"/>
              <dgm:constr type="h" for="ch" forName="Parent4" refType="h" fact="0.175"/>
              <dgm:constr type="l" for="ch" forName="ChildAccent5" refType="w" fact="0"/>
              <dgm:constr type="t" for="ch" forName="ChildAccent5" refType="h" fact="0.2"/>
              <dgm:constr type="w" for="ch" forName="ChildAccent5" refType="w" fact="0.2001"/>
              <dgm:constr type="h" for="ch" forName="ChildAccent5" refType="h" fact="0.8"/>
              <dgm:constr type="l" for="ch" forName="Parent5" refType="w" fact="0"/>
              <dgm:constr type="t" for="ch" forName="Parent5" refType="h" fact="0"/>
              <dgm:constr type="w" for="ch" forName="Parent5" refType="w" fact="0.2001"/>
              <dgm:constr type="h" for="ch" forName="Parent5" refType="h" fact="0.2"/>
            </dgm:constrLst>
          </dgm:if>
          <dgm:if name="Name18" axis="ch" ptType="node" func="cnt" op="equ" val="6">
            <dgm:alg type="composite">
              <dgm:param type="ar" val="1.756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Child6" refType="w" fact="0"/>
              <dgm:constr type="t" for="ch" forName="Child6" refType="h" fact="0.2087"/>
              <dgm:constr type="w" for="ch" forName="Child6" refType="w" fact="0.1458"/>
              <dgm:constr type="h" for="ch" forName="Child6" refType="h" fact="0.7913"/>
              <dgm:constr type="l" for="ch" forName="Child5" refType="w" fact="0.167"/>
              <dgm:constr type="t" for="ch" forName="Child5" refType="h" fact="0.2087"/>
              <dgm:constr type="w" for="ch" forName="Child5" refType="w" fact="0.1458"/>
              <dgm:constr type="h" for="ch" forName="Child5" refType="h" fact="0.7448"/>
              <dgm:constr type="l" for="ch" forName="Child4" refType="w" fact="0.3339"/>
              <dgm:constr type="t" for="ch" forName="Child4" refType="h" fact="0.2087"/>
              <dgm:constr type="w" for="ch" forName="Child4" refType="w" fact="0.1458"/>
              <dgm:constr type="h" for="ch" forName="Child4" refType="h" fact="0.6982"/>
              <dgm:constr type="l" for="ch" forName="Child3" refType="w" fact="0.5009"/>
              <dgm:constr type="t" for="ch" forName="Child3" refType="h" fact="0.2087"/>
              <dgm:constr type="w" for="ch" forName="Child3" refType="w" fact="0.1458"/>
              <dgm:constr type="h" for="ch" forName="Child3" refType="h" fact="0.6517"/>
              <dgm:constr type="l" for="ch" forName="Child2" refType="w" fact="0.6674"/>
              <dgm:constr type="t" for="ch" forName="Child2" refType="h" fact="0.2087"/>
              <dgm:constr type="w" for="ch" forName="Child2" refType="w" fact="0.1458"/>
              <dgm:constr type="h" for="ch" forName="Child2" refType="h" fact="0.6051"/>
              <dgm:constr type="l" for="ch" forName="Child1" refType="w" fact="0.833"/>
              <dgm:constr type="t" for="ch" forName="Child1" refType="h" fact="0.2087"/>
              <dgm:constr type="w" for="ch" forName="Child1" refType="w" fact="0.1458"/>
              <dgm:constr type="h" for="ch" forName="Child1" refType="h" fact="0.5586"/>
              <dgm:constr type="l" for="ch" forName="ChildAccent1" refType="w" fact="0.833"/>
              <dgm:constr type="t" for="ch" forName="ChildAccent1" refType="h" fact="0.2087"/>
              <dgm:constr type="w" for="ch" forName="ChildAccent1" refType="w" fact="0.167"/>
              <dgm:constr type="h" for="ch" forName="ChildAccent1" refType="h" fact="0.5586"/>
              <dgm:constr type="l" for="ch" forName="Parent1" refType="w" fact="0.833"/>
              <dgm:constr type="t" for="ch" forName="Parent1" refType="h" fact="0.1156"/>
              <dgm:constr type="w" for="ch" forName="Parent1" refType="w" fact="0.167"/>
              <dgm:constr type="h" for="ch" forName="Parent1" refType="h" fact="0.0931"/>
              <dgm:constr type="l" for="ch" forName="ChildAccent2" refType="w" fact="0.6674"/>
              <dgm:constr type="t" for="ch" forName="ChildAccent2" refType="h" fact="0.2087"/>
              <dgm:constr type="w" for="ch" forName="ChildAccent2" refType="w" fact="0.167"/>
              <dgm:constr type="h" for="ch" forName="ChildAccent2" refType="h" fact="0.6051"/>
              <dgm:constr type="l" for="ch" forName="Parent2" refType="w" fact="0.6674"/>
              <dgm:constr type="t" for="ch" forName="Parent2" refType="h" fact="0.0923"/>
              <dgm:constr type="w" for="ch" forName="Parent2" refType="w" fact="0.165"/>
              <dgm:constr type="h" for="ch" forName="Parent2" refType="h" fact="0.1164"/>
              <dgm:constr type="l" for="ch" forName="ChildAccent3" refType="w" fact="0.5009"/>
              <dgm:constr type="t" for="ch" forName="ChildAccent3" refType="h" fact="0.2087"/>
              <dgm:constr type="w" for="ch" forName="ChildAccent3" refType="w" fact="0.167"/>
              <dgm:constr type="h" for="ch" forName="ChildAccent3" refType="h" fact="0.6517"/>
              <dgm:constr type="l" for="ch" forName="Parent3" refType="w" fact="0.5009"/>
              <dgm:constr type="t" for="ch" forName="Parent3" refType="h" fact="0.0698"/>
              <dgm:constr type="w" for="ch" forName="Parent3" refType="w" fact="0.166"/>
              <dgm:constr type="h" for="ch" forName="Parent3" refType="h" fact="0.1396"/>
              <dgm:constr type="l" for="ch" forName="ChildAccent4" refType="w" fact="0.3339"/>
              <dgm:constr type="t" for="ch" forName="ChildAccent4" refType="h" fact="0.2087"/>
              <dgm:constr type="w" for="ch" forName="ChildAccent4" refType="w" fact="0.167"/>
              <dgm:constr type="h" for="ch" forName="ChildAccent4" refType="h" fact="0.6982"/>
              <dgm:constr type="l" for="ch" forName="Parent4" refType="w" fact="0.3339"/>
              <dgm:constr type="t" for="ch" forName="Parent4" refType="h" fact="0.0458"/>
              <dgm:constr type="w" for="ch" forName="Parent4" refType="w" fact="0.167"/>
              <dgm:constr type="h" for="ch" forName="Parent4" refType="h" fact="0.1629"/>
              <dgm:constr type="l" for="ch" forName="ChildAccent5" refType="w" fact="0.167"/>
              <dgm:constr type="t" for="ch" forName="ChildAccent5" refType="h" fact="0.2087"/>
              <dgm:constr type="w" for="ch" forName="ChildAccent5" refType="w" fact="0.167"/>
              <dgm:constr type="h" for="ch" forName="ChildAccent5" refType="h" fact="0.7448"/>
              <dgm:constr type="l" for="ch" forName="Parent5" refType="w" fact="0.167"/>
              <dgm:constr type="t" for="ch" forName="Parent5" refType="h" fact="0.0225"/>
              <dgm:constr type="w" for="ch" forName="Parent5" refType="w" fact="0.167"/>
              <dgm:constr type="h" for="ch" forName="Parent5" refType="h" fact="0.1862"/>
              <dgm:constr type="l" for="ch" forName="ChildAccent6" refType="w" fact="0"/>
              <dgm:constr type="t" for="ch" forName="ChildAccent6" refType="h" fact="0.2087"/>
              <dgm:constr type="w" for="ch" forName="ChildAccent6" refType="w" fact="0.167"/>
              <dgm:constr type="h" for="ch" forName="ChildAccent6" refType="h" fact="0.7913"/>
              <dgm:constr type="l" for="ch" forName="Parent6" refType="w" fact="0"/>
              <dgm:constr type="t" for="ch" forName="Parent6" refType="h" fact="0"/>
              <dgm:constr type="w" for="ch" forName="Parent6" refType="w" fact="0.167"/>
              <dgm:constr type="h" for="ch" forName="Parent6" refType="h" fact="0.2095"/>
            </dgm:constrLst>
          </dgm:if>
          <dgm:else name="Name19">
            <dgm:alg type="composite">
              <dgm:param type="ar" val="1.91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Child7" refType="w" fact="0"/>
              <dgm:constr type="t" for="ch" forName="Child7" refType="h" fact="0.2168"/>
              <dgm:constr type="w" for="ch" forName="Child7" refType="w" fact="0.125"/>
              <dgm:constr type="h" for="ch" forName="Child7" refType="h" fact="0.7832"/>
              <dgm:constr type="l" for="ch" forName="Child6" refType="w" fact="0.1432"/>
              <dgm:constr type="t" for="ch" forName="Child6" refType="h" fact="0.2168"/>
              <dgm:constr type="w" for="ch" forName="Child6" refType="w" fact="0.125"/>
              <dgm:constr type="h" for="ch" forName="Child6" refType="h" fact="0.7397"/>
              <dgm:constr type="l" for="ch" forName="Child5" refType="w" fact="0.2865"/>
              <dgm:constr type="t" for="ch" forName="Child5" refType="h" fact="0.2168"/>
              <dgm:constr type="w" for="ch" forName="Child5" refType="w" fact="0.125"/>
              <dgm:constr type="h" for="ch" forName="Child5" refType="h" fact="0.6962"/>
              <dgm:constr type="l" for="ch" forName="Child4" refType="w" fact="0.4297"/>
              <dgm:constr type="t" for="ch" forName="Child4" refType="h" fact="0.2168"/>
              <dgm:constr type="w" for="ch" forName="Child4" refType="w" fact="0.125"/>
              <dgm:constr type="h" for="ch" forName="Child4" refType="h" fact="0.6526"/>
              <dgm:constr type="l" for="ch" forName="Child3" refType="w" fact="0.5726"/>
              <dgm:constr type="t" for="ch" forName="Child3" refType="h" fact="0.2168"/>
              <dgm:constr type="w" for="ch" forName="Child3" refType="w" fact="0.125"/>
              <dgm:constr type="h" for="ch" forName="Child3" refType="h" fact="0.6091"/>
              <dgm:constr type="l" for="ch" forName="Child2" refType="w" fact="0.7147"/>
              <dgm:constr type="t" for="ch" forName="Child2" refType="h" fact="0.2168"/>
              <dgm:constr type="w" for="ch" forName="Child2" refType="w" fact="0.125"/>
              <dgm:constr type="h" for="ch" forName="Child2" refType="h" fact="0.5656"/>
              <dgm:constr type="l" for="ch" forName="Child1" refType="w" fact="0.8568"/>
              <dgm:constr type="t" for="ch" forName="Child1" refType="h" fact="0.2168"/>
              <dgm:constr type="w" for="ch" forName="Child1" refType="w" fact="0.125"/>
              <dgm:constr type="h" for="ch" forName="Child1" refType="h" fact="0.5221"/>
              <dgm:constr type="l" for="ch" forName="ChildAccent1" refType="w" fact="0.8568"/>
              <dgm:constr type="t" for="ch" forName="ChildAccent1" refType="h" fact="0.2168"/>
              <dgm:constr type="w" for="ch" forName="ChildAccent1" refType="w" fact="0.1432"/>
              <dgm:constr type="h" for="ch" forName="ChildAccent1" refType="h" fact="0.5221"/>
              <dgm:constr type="l" for="ch" forName="Parent1" refType="w" fact="0.8568"/>
              <dgm:constr type="t" for="ch" forName="Parent1" refType="h" fact="0.1298"/>
              <dgm:constr type="w" for="ch" forName="Parent1" refType="w" fact="0.1432"/>
              <dgm:constr type="h" for="ch" forName="Parent1" refType="h" fact="0.087"/>
              <dgm:constr type="l" for="ch" forName="ChildAccent2" refType="w" fact="0.7147"/>
              <dgm:constr type="t" for="ch" forName="ChildAccent2" refType="h" fact="0.2168"/>
              <dgm:constr type="w" for="ch" forName="ChildAccent2" refType="w" fact="0.1432"/>
              <dgm:constr type="h" for="ch" forName="ChildAccent2" refType="h" fact="0.5656"/>
              <dgm:constr type="l" for="ch" forName="Parent2" refType="w" fact="0.7147"/>
              <dgm:constr type="t" for="ch" forName="Parent2" refType="h" fact="0.108"/>
              <dgm:constr type="w" for="ch" forName="Parent2" refType="w" fact="0.1425"/>
              <dgm:constr type="h" for="ch" forName="Parent2" refType="h" fact="0.1088"/>
              <dgm:constr type="l" for="ch" forName="ChildAccent3" refType="w" fact="0.5726"/>
              <dgm:constr type="t" for="ch" forName="ChildAccent3" refType="h" fact="0.2168"/>
              <dgm:constr type="w" for="ch" forName="ChildAccent3" refType="w" fact="0.1432"/>
              <dgm:constr type="h" for="ch" forName="ChildAccent3" refType="h" fact="0.6091"/>
              <dgm:constr type="l" for="ch" forName="Parent3" refType="w" fact="0.5726"/>
              <dgm:constr type="t" for="ch" forName="Parent3" refType="h" fact="0.087"/>
              <dgm:constr type="w" for="ch" forName="Parent3" refType="w" fact="0.142"/>
              <dgm:constr type="h" for="ch" forName="Parent3" refType="h" fact="0.1305"/>
              <dgm:constr type="l" for="ch" forName="ChildAccent4" refType="w" fact="0.4297"/>
              <dgm:constr type="t" for="ch" forName="ChildAccent4" refType="h" fact="0.2168"/>
              <dgm:constr type="w" for="ch" forName="ChildAccent4" refType="w" fact="0.1432"/>
              <dgm:constr type="h" for="ch" forName="ChildAccent4" refType="h" fact="0.6526"/>
              <dgm:constr type="l" for="ch" forName="Parent4" refType="w" fact="0.4297"/>
              <dgm:constr type="t" for="ch" forName="Parent4" refType="h" fact="0.0645"/>
              <dgm:constr type="w" for="ch" forName="Parent4" refType="w" fact="0.1432"/>
              <dgm:constr type="h" for="ch" forName="Parent4" refType="h" fact="0.1523"/>
              <dgm:constr type="l" for="ch" forName="ChildAccent5" refType="w" fact="0.2865"/>
              <dgm:constr type="t" for="ch" forName="ChildAccent5" refType="h" fact="0.2168"/>
              <dgm:constr type="w" for="ch" forName="ChildAccent5" refType="w" fact="0.1432"/>
              <dgm:constr type="h" for="ch" forName="ChildAccent5" refType="h" fact="0.6962"/>
              <dgm:constr type="l" for="ch" forName="Parent5" refType="w" fact="0.2865"/>
              <dgm:constr type="t" for="ch" forName="Parent5" refType="h" fact="0.0428"/>
              <dgm:constr type="w" for="ch" forName="Parent5" refType="w" fact="0.1432"/>
              <dgm:constr type="h" for="ch" forName="Parent5" refType="h" fact="0.174"/>
              <dgm:constr type="l" for="ch" forName="ChildAccent6" refType="w" fact="0.1432"/>
              <dgm:constr type="t" for="ch" forName="ChildAccent6" refType="h" fact="0.2168"/>
              <dgm:constr type="w" for="ch" forName="ChildAccent6" refType="w" fact="0.1432"/>
              <dgm:constr type="h" for="ch" forName="ChildAccent6" refType="h" fact="0.7397"/>
              <dgm:constr type="l" for="ch" forName="Parent6" refType="w" fact="0.1432"/>
              <dgm:constr type="t" for="ch" forName="Parent6" refType="h" fact="0.0217"/>
              <dgm:constr type="w" for="ch" forName="Parent6" refType="w" fact="0.1432"/>
              <dgm:constr type="h" for="ch" forName="Parent6" refType="h" fact="0.1958"/>
              <dgm:constr type="l" for="ch" forName="ChildAccent7" refType="w" fact="0"/>
              <dgm:constr type="t" for="ch" forName="ChildAccent7" refType="h" fact="0.2168"/>
              <dgm:constr type="w" for="ch" forName="ChildAccent7" refType="w" fact="0.1432"/>
              <dgm:constr type="h" for="ch" forName="ChildAccent7" refType="h" fact="0.7832"/>
              <dgm:constr type="l" for="ch" forName="Parent7" refType="w" fact="0"/>
              <dgm:constr type="t" for="ch" forName="Parent7" refType="h" fact="0"/>
              <dgm:constr type="w" for="ch" forName="Parent7" refType="w" fact="0.1432"/>
              <dgm:constr type="h" for="ch" forName="Parent7" refType="h" fact="0.2175"/>
            </dgm:constrLst>
          </dgm:else>
        </dgm:choose>
      </dgm:else>
    </dgm:choose>
    <dgm:forEach name="wrapper" axis="self" ptType="parTrans">
      <dgm:forEach name="accentRepeat" axis="self">
        <dgm:layoutNode name="ChildAccent" styleLbl="alignImgPlace1">
          <dgm:alg type="sp"/>
          <dgm:choose name="Name20">
            <dgm:if name="Name21" axis="followSib" ptType="node" func="cnt" op="equ" val="0">
              <dgm:shape xmlns:r="http://schemas.openxmlformats.org/officeDocument/2006/relationships" type="wedgeRectCallout" r:blip="">
                <dgm:adjLst>
                  <dgm:adj idx="1" val="0"/>
                  <dgm:adj idx="2" val="0"/>
                </dgm:adjLst>
              </dgm:shape>
            </dgm:if>
            <dgm:else name="Name22">
              <dgm:choose name="Name23">
                <dgm:if name="Name24" axis="precedSib" ptType="node" func="cnt" op="equ" val="6">
                  <dgm:shape xmlns:r="http://schemas.openxmlformats.org/officeDocument/2006/relationships" type="wedgeRectCallout" r:blip="">
                    <dgm:adjLst>
                      <dgm:adj idx="1" val="0"/>
                      <dgm:adj idx="2" val="0"/>
                    </dgm:adjLst>
                  </dgm:shape>
                </dgm:if>
                <dgm:else name="Name25">
                  <dgm:choose name="Name26">
                    <dgm:if name="Name27" func="var" arg="dir" op="equ" val="norm">
                      <dgm:shape xmlns:r="http://schemas.openxmlformats.org/officeDocument/2006/relationships" type="wedgeRectCallout" r:blip="">
                        <dgm:adjLst>
                          <dgm:adj idx="1" val="0.625"/>
                          <dgm:adj idx="2" val="0.2083"/>
                        </dgm:adjLst>
                      </dgm:shape>
                    </dgm:if>
                    <dgm:else name="Name28">
                      <dgm:shape xmlns:r="http://schemas.openxmlformats.org/officeDocument/2006/relationships" type="wedgeRectCallout" r:blip="">
                        <dgm:adjLst>
                          <dgm:adj idx="1" val="-0.625"/>
                          <dgm:adj idx="2" val="0.2083"/>
                        </dgm:adjLst>
                      </dgm:shape>
                    </dgm:else>
                  </dgm:choose>
                </dgm:else>
              </dgm:choose>
            </dgm:else>
          </dgm:choose>
          <dgm:presOf axis="des" ptType="node"/>
        </dgm:layoutNode>
      </dgm:forEach>
    </dgm:forEach>
    <dgm:forEach name="Name29" axis="ch" ptType="node" st="7" cnt="1">
      <dgm:layoutNode name="ChildAccent7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7" styleLbl="revTx">
        <dgm:varLst>
          <dgm:chMax val="0"/>
          <dgm:chPref val="0"/>
          <dgm:bulletEnabled val="1"/>
        </dgm:varLst>
        <dgm:choose name="Name31">
          <dgm:if name="Name3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3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7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34" axis="ch" ptType="node" st="6" cnt="1">
      <dgm:layoutNode name="ChildAccent6">
        <dgm:alg type="sp"/>
        <dgm:shape xmlns:r="http://schemas.openxmlformats.org/officeDocument/2006/relationships" r:blip="">
          <dgm:adjLst/>
        </dgm:shape>
        <dgm:presOf/>
        <dgm:constrLst/>
        <dgm:forEach name="Name35" ref="accentRepeat"/>
      </dgm:layoutNode>
      <dgm:layoutNode name="Child6" styleLbl="revTx">
        <dgm:varLst>
          <dgm:chMax val="0"/>
          <dgm:chPref val="0"/>
          <dgm:bulletEnabled val="1"/>
        </dgm:varLst>
        <dgm:choose name="Name36">
          <dgm:if name="Name3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3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6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39" axis="ch" ptType="node" st="5" cnt="1">
      <dgm:layoutNode name="ChildAccent5">
        <dgm:alg type="sp"/>
        <dgm:shape xmlns:r="http://schemas.openxmlformats.org/officeDocument/2006/relationships" r:blip="">
          <dgm:adjLst/>
        </dgm:shape>
        <dgm:presOf/>
        <dgm:constrLst/>
        <dgm:forEach name="Name40" ref="accentRepeat"/>
      </dgm:layoutNode>
      <dgm:layoutNode name="Child5" styleLbl="revTx">
        <dgm:varLst>
          <dgm:chMax val="0"/>
          <dgm:chPref val="0"/>
          <dgm:bulletEnabled val="1"/>
        </dgm:varLst>
        <dgm:choose name="Name41">
          <dgm:if name="Name4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4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5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44" axis="ch" ptType="node" st="4" cnt="1">
      <dgm:layoutNode name="ChildAccent4">
        <dgm:alg type="sp"/>
        <dgm:shape xmlns:r="http://schemas.openxmlformats.org/officeDocument/2006/relationships" r:blip="">
          <dgm:adjLst/>
        </dgm:shape>
        <dgm:presOf/>
        <dgm:constrLst/>
        <dgm:forEach name="Name45" ref="accentRepeat"/>
      </dgm:layoutNode>
      <dgm:layoutNode name="Child4" styleLbl="revTx">
        <dgm:varLst>
          <dgm:chMax val="0"/>
          <dgm:chPref val="0"/>
          <dgm:bulletEnabled val="1"/>
        </dgm:varLst>
        <dgm:choose name="Name46">
          <dgm:if name="Name4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4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4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49" axis="ch" ptType="node" st="3" cnt="1">
      <dgm:layoutNode name="ChildAccent3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Child3" styleLbl="revTx">
        <dgm:varLst>
          <dgm:chMax val="0"/>
          <dgm:chPref val="0"/>
          <dgm:bulletEnabled val="1"/>
        </dgm:varLst>
        <dgm:choose name="Name51">
          <dgm:if name="Name5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5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3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54" axis="ch" ptType="node" st="2" cnt="1">
      <dgm:layoutNode name="ChildAccent2">
        <dgm:alg type="sp"/>
        <dgm:shape xmlns:r="http://schemas.openxmlformats.org/officeDocument/2006/relationships" r:blip="">
          <dgm:adjLst/>
        </dgm:shape>
        <dgm:presOf/>
        <dgm:constrLst/>
        <dgm:forEach name="Name55" ref="accentRepeat"/>
      </dgm:layoutNode>
      <dgm:layoutNode name="Child2" styleLbl="revTx">
        <dgm:varLst>
          <dgm:chMax val="0"/>
          <dgm:chPref val="0"/>
          <dgm:bulletEnabled val="1"/>
        </dgm:varLst>
        <dgm:choose name="Name56">
          <dgm:if name="Name5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5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2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59" axis="ch" ptType="node" cnt="1">
      <dgm:layoutNode name="ChildAccent1">
        <dgm:alg type="sp"/>
        <dgm:shape xmlns:r="http://schemas.openxmlformats.org/officeDocument/2006/relationships" r:blip="">
          <dgm:adjLst/>
        </dgm:shape>
        <dgm:presOf/>
        <dgm:constrLst/>
        <dgm:forEach name="Name60" ref="accentRepeat"/>
      </dgm:layoutNode>
      <dgm:layoutNode name="Child1" styleLbl="revTx">
        <dgm:varLst>
          <dgm:chMax val="0"/>
          <dgm:chPref val="0"/>
          <dgm:bulletEnabled val="1"/>
        </dgm:varLst>
        <dgm:choose name="Name61">
          <dgm:if name="Name6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6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1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3B46732-557D-8FCF-2968-C78E8D821C1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18EABF-2835-8D70-EFD7-D1352C40097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12733-6E4E-5DA1-F079-5AD524364E8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B399E-D04A-9279-C9B6-F8A6209EEAC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261D89-608A-42D6-B691-97ED446F6A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696072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80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B1AF16-7E74-AB49-8480-890ED0DDD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74338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6095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12572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919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3906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.emf"/><Relationship Id="rId3" Type="http://schemas.openxmlformats.org/officeDocument/2006/relationships/image" Target="../media/image3.emf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emf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3.emf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7.jpg"/><Relationship Id="rId3" Type="http://schemas.openxmlformats.org/officeDocument/2006/relationships/image" Target="../media/image8.emf"/><Relationship Id="rId4" Type="http://schemas.openxmlformats.org/officeDocument/2006/relationships/image" Target="../media/image6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9.jpg"/><Relationship Id="rId3" Type="http://schemas.openxmlformats.org/officeDocument/2006/relationships/image" Target="../media/image8.emf"/><Relationship Id="rId4" Type="http://schemas.openxmlformats.org/officeDocument/2006/relationships/image" Target="../media/image6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0.emf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8.emf"/><Relationship Id="rId3" Type="http://schemas.openxmlformats.org/officeDocument/2006/relationships/image" Target="../media/image1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jpg"/><Relationship Id="rId3" Type="http://schemas.openxmlformats.org/officeDocument/2006/relationships/image" Target="../media/image6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jpg"/><Relationship Id="rId3" Type="http://schemas.openxmlformats.org/officeDocument/2006/relationships/image" Target="../media/image14.emf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7686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FADFBB3-0010-AB5C-E186-10C278329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760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3244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747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749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260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206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2685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21949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728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1568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2620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797716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1"/>
            <a:ext cx="11455400" cy="91440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55890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800">
              <a:solidFill>
                <a:srgbClr val="A9432B"/>
              </a:solidFill>
            </a:endParaRPr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>
              <a:defRPr lang="en-US" b="1" dirty="0">
                <a:solidFill>
                  <a:srgbClr val="A9432B"/>
                </a:solidFill>
              </a:defRPr>
            </a:lvl1pPr>
          </a:lstStyle>
          <a:p>
            <a:pPr lvl="0" algn="ctr"/>
            <a:r>
              <a:rPr lang="en-US" dirty="0"/>
              <a:t>Click to edit Master title style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368300" y="1298448"/>
            <a:ext cx="5669280" cy="4937760"/>
          </a:xfrm>
        </p:spPr>
        <p:txBody>
          <a:bodyPr>
            <a:normAutofit/>
          </a:bodyPr>
          <a:lstStyle>
            <a:lvl1pPr>
              <a:buClr>
                <a:srgbClr val="662C57"/>
              </a:buClr>
              <a:defRPr sz="2000">
                <a:solidFill>
                  <a:srgbClr val="000000"/>
                </a:solidFill>
              </a:defRPr>
            </a:lvl1pPr>
            <a:lvl2pPr>
              <a:buClr>
                <a:srgbClr val="662C57"/>
              </a:buClr>
              <a:defRPr sz="1800">
                <a:solidFill>
                  <a:srgbClr val="000000"/>
                </a:solidFill>
              </a:defRPr>
            </a:lvl2pPr>
            <a:lvl3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3pPr>
            <a:lvl4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4pPr>
            <a:lvl5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11"/>
          <p:cNvSpPr>
            <a:spLocks noGrp="1"/>
          </p:cNvSpPr>
          <p:nvPr>
            <p:ph sz="quarter" idx="14"/>
          </p:nvPr>
        </p:nvSpPr>
        <p:spPr>
          <a:xfrm>
            <a:off x="6154420" y="1298448"/>
            <a:ext cx="5669280" cy="4937760"/>
          </a:xfrm>
        </p:spPr>
        <p:txBody>
          <a:bodyPr>
            <a:normAutofit/>
          </a:bodyPr>
          <a:lstStyle>
            <a:lvl1pPr>
              <a:buClr>
                <a:srgbClr val="662C57"/>
              </a:buClr>
              <a:defRPr sz="2000">
                <a:solidFill>
                  <a:srgbClr val="000000"/>
                </a:solidFill>
              </a:defRPr>
            </a:lvl1pPr>
            <a:lvl2pPr>
              <a:buClr>
                <a:srgbClr val="662C57"/>
              </a:buClr>
              <a:defRPr sz="1800">
                <a:solidFill>
                  <a:srgbClr val="000000"/>
                </a:solidFill>
              </a:defRPr>
            </a:lvl2pPr>
            <a:lvl3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3pPr>
            <a:lvl4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4pPr>
            <a:lvl5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6" name="Picture 3"/>
          <p:cNvPicPr>
            <a:picLocks noChangeAspect="1" noChangeArrowheads="1"/>
          </p:cNvPicPr>
          <p:nvPr userDrawn="1"/>
        </p:nvPicPr>
        <p:blipFill rotWithShape="1">
          <a:blip r:embed="rId2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0951"/>
          <a:stretch/>
        </p:blipFill>
        <p:spPr bwMode="auto">
          <a:xfrm>
            <a:off x="5486400" y="1282700"/>
            <a:ext cx="914400" cy="549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755336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241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2465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47553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978" y="2130426"/>
            <a:ext cx="7774425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957" y="3886200"/>
            <a:ext cx="640246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74604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47960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501" y="4406901"/>
            <a:ext cx="777442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501" y="2906713"/>
            <a:ext cx="777442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330179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319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9411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280452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535113"/>
            <a:ext cx="404124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319" y="2174875"/>
            <a:ext cx="404124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6235" y="1535113"/>
            <a:ext cx="404282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6235" y="2174875"/>
            <a:ext cx="404282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228788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6060386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525638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319" y="273050"/>
            <a:ext cx="3009097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981" y="273051"/>
            <a:ext cx="511308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319" y="1435101"/>
            <a:ext cx="3009097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3613045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755" y="4800600"/>
            <a:ext cx="548782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755" y="612775"/>
            <a:ext cx="548782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755" y="5367338"/>
            <a:ext cx="548782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60118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61289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31127" y="274639"/>
            <a:ext cx="205793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319" y="274639"/>
            <a:ext cx="6021368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06157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163E1-6C3C-60C3-2789-C3E7E63F68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84D3A4-B23F-3B2E-408D-8DF1D8B0F7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080F2-B751-F031-B6FE-69EDC0E85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B9BBD-9BBB-25A7-41D5-DCCA42054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278240-920C-58B3-614A-1F302EDC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026B6-5CDD-4028-AFCB-F4401504FF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252874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15C77-9BC2-B192-4B16-4E9B70C05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1B5D8-2228-37F5-E92F-100658DC4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247496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E142B-386B-1737-E9C6-FAEC38AD5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9A76D0-7FA6-0F67-38CC-9AE4009EE6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92033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7F155-3AC9-74B8-182F-F78DE7AC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F9265-2FFD-0FDE-7AB6-CA2C24246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C91D0-81F3-C1DE-D627-0F15E6AA3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170954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D3BD0-D992-87FA-F121-40EF7F15E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1B9A1E-8425-AAAC-A4EF-5C14EDE752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F33098-65DF-716A-4270-8B037B243E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CAF85E-7457-56FC-7CCA-E5FA3279BF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7F51DF-B01D-B7B2-73C0-3B32809E30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48710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8ECCF-340C-CD3E-C2D5-8749FDE8D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326473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0939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E076A-4A60-1EF6-18EF-0CC70C4B0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E987A-C2F5-3E87-0B70-97263EDE0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BAEAAC-A628-9B86-3D98-5544703872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99737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2FB26-0933-6834-6FB9-FFB7D9CDA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0292AD-78E9-3F9E-1AF3-9880D1B9F9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EF03C5-C56C-38EC-872B-1FD90EA640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653328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6CEA1-ED6E-34C2-B846-352AD62A0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326751-8CD1-BB97-ECE4-857D87C038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339860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DF36A2-1BA2-312B-1F1B-B56756E609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9E123B-8F1C-5AF7-49CC-E82E7B509C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66036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600200"/>
            <a:ext cx="538480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37329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1 column" type="tx">
  <p:cSld name="Title + 1 colum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Shape 62"/>
          <p:cNvGrpSpPr/>
          <p:nvPr/>
        </p:nvGrpSpPr>
        <p:grpSpPr>
          <a:xfrm>
            <a:off x="-6" y="54"/>
            <a:ext cx="9429907" cy="1769753"/>
            <a:chOff x="-4" y="40"/>
            <a:chExt cx="7072430" cy="1327315"/>
          </a:xfrm>
        </p:grpSpPr>
        <p:sp>
          <p:nvSpPr>
            <p:cNvPr id="63" name="Shape 63"/>
            <p:cNvSpPr/>
            <p:nvPr/>
          </p:nvSpPr>
          <p:spPr>
            <a:xfrm>
              <a:off x="6292649" y="126425"/>
              <a:ext cx="779700" cy="259800"/>
            </a:xfrm>
            <a:prstGeom prst="triangle">
              <a:avLst>
                <a:gd name="adj" fmla="val 32425"/>
              </a:avLst>
            </a:prstGeom>
            <a:solidFill>
              <a:srgbClr val="2632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buFont typeface="Arial"/>
                <a:buNone/>
              </a:pPr>
              <a:endParaRPr sz="1867" kern="0">
                <a:solidFill>
                  <a:srgbClr val="000000"/>
                </a:solidFill>
                <a:latin typeface="Arvo"/>
                <a:ea typeface="Arvo"/>
                <a:cs typeface="Arvo"/>
                <a:sym typeface="Arvo"/>
              </a:endParaRPr>
            </a:p>
          </p:txBody>
        </p:sp>
        <p:grpSp>
          <p:nvGrpSpPr>
            <p:cNvPr id="3" name="Shape 64"/>
            <p:cNvGrpSpPr/>
            <p:nvPr/>
          </p:nvGrpSpPr>
          <p:grpSpPr>
            <a:xfrm rot="10800000" flipH="1">
              <a:off x="3" y="40"/>
              <a:ext cx="6756168" cy="1327315"/>
              <a:chOff x="-2168138" y="330075"/>
              <a:chExt cx="8650663" cy="1699506"/>
            </a:xfrm>
          </p:grpSpPr>
          <p:sp>
            <p:nvSpPr>
              <p:cNvPr id="65" name="Shape 65"/>
              <p:cNvSpPr/>
              <p:nvPr/>
            </p:nvSpPr>
            <p:spPr>
              <a:xfrm>
                <a:off x="-2168138" y="330081"/>
                <a:ext cx="6958200" cy="1699500"/>
              </a:xfrm>
              <a:prstGeom prst="rect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  <p:sp>
            <p:nvSpPr>
              <p:cNvPr id="66" name="Shape 66"/>
              <p:cNvSpPr/>
              <p:nvPr/>
            </p:nvSpPr>
            <p:spPr>
              <a:xfrm>
                <a:off x="4783025" y="330075"/>
                <a:ext cx="1699500" cy="1699500"/>
              </a:xfrm>
              <a:prstGeom prst="rtTriangle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  <p:grpSp>
          <p:nvGrpSpPr>
            <p:cNvPr id="4" name="Shape 67"/>
            <p:cNvGrpSpPr/>
            <p:nvPr/>
          </p:nvGrpSpPr>
          <p:grpSpPr>
            <a:xfrm rot="10800000" flipH="1">
              <a:off x="-4" y="381007"/>
              <a:ext cx="7072430" cy="771744"/>
              <a:chOff x="-9092084" y="330075"/>
              <a:chExt cx="15574609" cy="1699501"/>
            </a:xfrm>
          </p:grpSpPr>
          <p:sp>
            <p:nvSpPr>
              <p:cNvPr id="68" name="Shape 68"/>
              <p:cNvSpPr/>
              <p:nvPr/>
            </p:nvSpPr>
            <p:spPr>
              <a:xfrm>
                <a:off x="-9092084" y="330076"/>
                <a:ext cx="13882200" cy="1699500"/>
              </a:xfrm>
              <a:prstGeom prst="rect">
                <a:avLst/>
              </a:prstGeom>
              <a:solidFill>
                <a:srgbClr val="3F537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  <p:sp>
            <p:nvSpPr>
              <p:cNvPr id="69" name="Shape 69"/>
              <p:cNvSpPr/>
              <p:nvPr/>
            </p:nvSpPr>
            <p:spPr>
              <a:xfrm>
                <a:off x="4783025" y="330075"/>
                <a:ext cx="1699500" cy="1699500"/>
              </a:xfrm>
              <a:prstGeom prst="rtTriangle">
                <a:avLst/>
              </a:prstGeom>
              <a:solidFill>
                <a:srgbClr val="3F537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</p:grpSp>
      <p:grpSp>
        <p:nvGrpSpPr>
          <p:cNvPr id="5" name="Shape 70"/>
          <p:cNvGrpSpPr/>
          <p:nvPr/>
        </p:nvGrpSpPr>
        <p:grpSpPr>
          <a:xfrm>
            <a:off x="9262456" y="5963632"/>
            <a:ext cx="2937107" cy="894393"/>
            <a:chOff x="5575242" y="4472723"/>
            <a:chExt cx="2202830" cy="670795"/>
          </a:xfrm>
        </p:grpSpPr>
        <p:sp>
          <p:nvSpPr>
            <p:cNvPr id="71" name="Shape 71"/>
            <p:cNvSpPr/>
            <p:nvPr/>
          </p:nvSpPr>
          <p:spPr>
            <a:xfrm rot="10800000">
              <a:off x="5575242" y="4948334"/>
              <a:ext cx="394200" cy="131400"/>
            </a:xfrm>
            <a:prstGeom prst="triangle">
              <a:avLst>
                <a:gd name="adj" fmla="val 32425"/>
              </a:avLst>
            </a:prstGeom>
            <a:solidFill>
              <a:srgbClr val="D26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buFont typeface="Arial"/>
                <a:buNone/>
              </a:pPr>
              <a:endParaRPr sz="1867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grpSp>
          <p:nvGrpSpPr>
            <p:cNvPr id="6" name="Shape 72"/>
            <p:cNvGrpSpPr/>
            <p:nvPr/>
          </p:nvGrpSpPr>
          <p:grpSpPr>
            <a:xfrm flipH="1">
              <a:off x="5734850" y="4472723"/>
              <a:ext cx="2040837" cy="670795"/>
              <a:chOff x="1297954" y="330075"/>
              <a:chExt cx="5169293" cy="1699506"/>
            </a:xfrm>
          </p:grpSpPr>
          <p:sp>
            <p:nvSpPr>
              <p:cNvPr id="73" name="Shape 73"/>
              <p:cNvSpPr/>
              <p:nvPr/>
            </p:nvSpPr>
            <p:spPr>
              <a:xfrm>
                <a:off x="1297954" y="330081"/>
                <a:ext cx="3476700" cy="1699500"/>
              </a:xfrm>
              <a:prstGeom prst="rect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  <p:sp>
            <p:nvSpPr>
              <p:cNvPr id="74" name="Shape 74"/>
              <p:cNvSpPr/>
              <p:nvPr/>
            </p:nvSpPr>
            <p:spPr>
              <a:xfrm>
                <a:off x="4767747" y="330075"/>
                <a:ext cx="1699500" cy="1699500"/>
              </a:xfrm>
              <a:prstGeom prst="rtTriangle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</p:grpSp>
        <p:grpSp>
          <p:nvGrpSpPr>
            <p:cNvPr id="7" name="Shape 75"/>
            <p:cNvGrpSpPr/>
            <p:nvPr/>
          </p:nvGrpSpPr>
          <p:grpSpPr>
            <a:xfrm flipH="1">
              <a:off x="5578209" y="4646738"/>
              <a:ext cx="2199863" cy="304563"/>
              <a:chOff x="-5827153" y="330075"/>
              <a:chExt cx="12276019" cy="1699569"/>
            </a:xfrm>
          </p:grpSpPr>
          <p:sp>
            <p:nvSpPr>
              <p:cNvPr id="76" name="Shape 76"/>
              <p:cNvSpPr/>
              <p:nvPr/>
            </p:nvSpPr>
            <p:spPr>
              <a:xfrm>
                <a:off x="-5827153" y="330144"/>
                <a:ext cx="10612200" cy="1699500"/>
              </a:xfrm>
              <a:prstGeom prst="rect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  <p:sp>
            <p:nvSpPr>
              <p:cNvPr id="77" name="Shape 77"/>
              <p:cNvSpPr/>
              <p:nvPr/>
            </p:nvSpPr>
            <p:spPr>
              <a:xfrm>
                <a:off x="4749366" y="330075"/>
                <a:ext cx="1699500" cy="1699500"/>
              </a:xfrm>
              <a:prstGeom prst="rtTriangle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</p:grpSp>
      </p:grpSp>
      <p:sp>
        <p:nvSpPr>
          <p:cNvPr id="78" name="Shape 78"/>
          <p:cNvSpPr txBox="1">
            <a:spLocks noGrp="1"/>
          </p:cNvSpPr>
          <p:nvPr>
            <p:ph type="title"/>
          </p:nvPr>
        </p:nvSpPr>
        <p:spPr>
          <a:xfrm>
            <a:off x="1085700" y="523433"/>
            <a:ext cx="7323200" cy="102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79" name="Shape 79"/>
          <p:cNvSpPr txBox="1">
            <a:spLocks noGrp="1"/>
          </p:cNvSpPr>
          <p:nvPr>
            <p:ph type="body" idx="1"/>
          </p:nvPr>
        </p:nvSpPr>
        <p:spPr>
          <a:xfrm>
            <a:off x="1085700" y="1769800"/>
            <a:ext cx="8176800" cy="419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marL="609585" lvl="0" indent="-507987">
              <a:spcBef>
                <a:spcPts val="800"/>
              </a:spcBef>
              <a:spcAft>
                <a:spcPts val="0"/>
              </a:spcAft>
              <a:buSzPts val="2400"/>
              <a:buChar char="▰"/>
              <a:defRPr/>
            </a:lvl1pPr>
            <a:lvl2pPr marL="1219170" lvl="1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2pPr>
            <a:lvl3pPr marL="1828754" lvl="2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3pPr>
            <a:lvl4pPr marL="2438339" lvl="3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4pPr>
            <a:lvl5pPr marL="3047924" lvl="4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5pPr>
            <a:lvl6pPr marL="3657509" lvl="5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6pPr>
            <a:lvl7pPr marL="4267093" lvl="6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7pPr>
            <a:lvl8pPr marL="4876678" lvl="7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8pPr>
            <a:lvl9pPr marL="5486263" lvl="8" indent="-507987">
              <a:spcBef>
                <a:spcPts val="1333"/>
              </a:spcBef>
              <a:spcAft>
                <a:spcPts val="1333"/>
              </a:spcAft>
              <a:buSzPts val="2400"/>
              <a:buChar char="▻"/>
              <a:defRPr/>
            </a:lvl9pPr>
          </a:lstStyle>
          <a:p>
            <a:endParaRPr/>
          </a:p>
        </p:txBody>
      </p:sp>
      <p:sp>
        <p:nvSpPr>
          <p:cNvPr id="80" name="Shape 80"/>
          <p:cNvSpPr txBox="1">
            <a:spLocks noGrp="1"/>
          </p:cNvSpPr>
          <p:nvPr>
            <p:ph type="sldNum" idx="12"/>
          </p:nvPr>
        </p:nvSpPr>
        <p:spPr>
          <a:xfrm>
            <a:off x="10157333" y="6182000"/>
            <a:ext cx="1983200" cy="42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548700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8DD0829-95D3-46D8-B093-1413418E3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782" y="681037"/>
            <a:ext cx="10154446" cy="538163"/>
          </a:xfrm>
        </p:spPr>
        <p:txBody>
          <a:bodyPr>
            <a:noAutofit/>
          </a:bodyPr>
          <a:lstStyle>
            <a:lvl1pPr algn="l">
              <a:defRPr sz="32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6C835F-8A38-40CA-AD16-1AC58DCCF624}"/>
              </a:ext>
            </a:extLst>
          </p:cNvPr>
          <p:cNvCxnSpPr>
            <a:cxnSpLocks/>
          </p:cNvCxnSpPr>
          <p:nvPr userDrawn="1"/>
        </p:nvCxnSpPr>
        <p:spPr>
          <a:xfrm>
            <a:off x="411480" y="1386840"/>
            <a:ext cx="1141476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C412C6-39F5-496E-BCF2-BBC24EBFE035}"/>
              </a:ext>
            </a:extLst>
          </p:cNvPr>
          <p:cNvCxnSpPr>
            <a:cxnSpLocks/>
          </p:cNvCxnSpPr>
          <p:nvPr userDrawn="1"/>
        </p:nvCxnSpPr>
        <p:spPr>
          <a:xfrm>
            <a:off x="404656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1B64A70-1DD2-468E-A83F-96EFAC819EF3}"/>
              </a:ext>
            </a:extLst>
          </p:cNvPr>
          <p:cNvCxnSpPr>
            <a:cxnSpLocks/>
          </p:cNvCxnSpPr>
          <p:nvPr userDrawn="1"/>
        </p:nvCxnSpPr>
        <p:spPr>
          <a:xfrm>
            <a:off x="11826240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D3495B4-D984-4156-B4D8-0E6BDBEBDF5A}"/>
              </a:ext>
            </a:extLst>
          </p:cNvPr>
          <p:cNvSpPr/>
          <p:nvPr userDrawn="1"/>
        </p:nvSpPr>
        <p:spPr>
          <a:xfrm>
            <a:off x="0" y="681037"/>
            <a:ext cx="1549400" cy="538163"/>
          </a:xfrm>
          <a:custGeom>
            <a:avLst/>
            <a:gdLst>
              <a:gd name="connsiteX0" fmla="*/ 0 w 1549400"/>
              <a:gd name="connsiteY0" fmla="*/ 0 h 538163"/>
              <a:gd name="connsiteX1" fmla="*/ 1359525 w 1549400"/>
              <a:gd name="connsiteY1" fmla="*/ 0 h 538163"/>
              <a:gd name="connsiteX2" fmla="*/ 1549400 w 1549400"/>
              <a:gd name="connsiteY2" fmla="*/ 189875 h 538163"/>
              <a:gd name="connsiteX3" fmla="*/ 1549400 w 1549400"/>
              <a:gd name="connsiteY3" fmla="*/ 348288 h 538163"/>
              <a:gd name="connsiteX4" fmla="*/ 1359525 w 1549400"/>
              <a:gd name="connsiteY4" fmla="*/ 538163 h 538163"/>
              <a:gd name="connsiteX5" fmla="*/ 0 w 1549400"/>
              <a:gd name="connsiteY5" fmla="*/ 538163 h 538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9400" h="538163">
                <a:moveTo>
                  <a:pt x="0" y="0"/>
                </a:moveTo>
                <a:lnTo>
                  <a:pt x="1359525" y="0"/>
                </a:lnTo>
                <a:cubicBezTo>
                  <a:pt x="1464390" y="0"/>
                  <a:pt x="1549400" y="85010"/>
                  <a:pt x="1549400" y="189875"/>
                </a:cubicBezTo>
                <a:lnTo>
                  <a:pt x="1549400" y="348288"/>
                </a:lnTo>
                <a:cubicBezTo>
                  <a:pt x="1549400" y="453153"/>
                  <a:pt x="1464390" y="538163"/>
                  <a:pt x="1359525" y="538163"/>
                </a:cubicBezTo>
                <a:lnTo>
                  <a:pt x="0" y="538163"/>
                </a:lnTo>
                <a:close/>
              </a:path>
            </a:pathLst>
          </a:custGeom>
          <a:solidFill>
            <a:srgbClr val="A82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05340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FEF7DE1-51DA-4A3C-9EA8-305BF43A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782" y="681037"/>
            <a:ext cx="10154446" cy="538163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F818502-EE7D-47C5-BAC6-32E7714A0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630680"/>
            <a:ext cx="11414754" cy="45462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2BCD-4510-4937-9C1E-F95F6544E965}"/>
              </a:ext>
            </a:extLst>
          </p:cNvPr>
          <p:cNvCxnSpPr>
            <a:cxnSpLocks/>
          </p:cNvCxnSpPr>
          <p:nvPr userDrawn="1"/>
        </p:nvCxnSpPr>
        <p:spPr>
          <a:xfrm>
            <a:off x="411480" y="1386840"/>
            <a:ext cx="1141476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22E42A-9523-4852-99DB-67E76B0D404D}"/>
              </a:ext>
            </a:extLst>
          </p:cNvPr>
          <p:cNvCxnSpPr>
            <a:cxnSpLocks/>
          </p:cNvCxnSpPr>
          <p:nvPr userDrawn="1"/>
        </p:nvCxnSpPr>
        <p:spPr>
          <a:xfrm>
            <a:off x="404656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DDDE1E1-2256-42EE-8EA5-A7A3D716556A}"/>
              </a:ext>
            </a:extLst>
          </p:cNvPr>
          <p:cNvCxnSpPr>
            <a:cxnSpLocks/>
          </p:cNvCxnSpPr>
          <p:nvPr userDrawn="1"/>
        </p:nvCxnSpPr>
        <p:spPr>
          <a:xfrm>
            <a:off x="11826240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7E4FA80-BAA4-4EE2-BE37-23B240E6BBE0}"/>
              </a:ext>
            </a:extLst>
          </p:cNvPr>
          <p:cNvSpPr/>
          <p:nvPr userDrawn="1"/>
        </p:nvSpPr>
        <p:spPr>
          <a:xfrm>
            <a:off x="0" y="681037"/>
            <a:ext cx="1549400" cy="538163"/>
          </a:xfrm>
          <a:custGeom>
            <a:avLst/>
            <a:gdLst>
              <a:gd name="connsiteX0" fmla="*/ 0 w 1549400"/>
              <a:gd name="connsiteY0" fmla="*/ 0 h 538163"/>
              <a:gd name="connsiteX1" fmla="*/ 1359525 w 1549400"/>
              <a:gd name="connsiteY1" fmla="*/ 0 h 538163"/>
              <a:gd name="connsiteX2" fmla="*/ 1549400 w 1549400"/>
              <a:gd name="connsiteY2" fmla="*/ 189875 h 538163"/>
              <a:gd name="connsiteX3" fmla="*/ 1549400 w 1549400"/>
              <a:gd name="connsiteY3" fmla="*/ 348288 h 538163"/>
              <a:gd name="connsiteX4" fmla="*/ 1359525 w 1549400"/>
              <a:gd name="connsiteY4" fmla="*/ 538163 h 538163"/>
              <a:gd name="connsiteX5" fmla="*/ 0 w 1549400"/>
              <a:gd name="connsiteY5" fmla="*/ 538163 h 538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9400" h="538163">
                <a:moveTo>
                  <a:pt x="0" y="0"/>
                </a:moveTo>
                <a:lnTo>
                  <a:pt x="1359525" y="0"/>
                </a:lnTo>
                <a:cubicBezTo>
                  <a:pt x="1464390" y="0"/>
                  <a:pt x="1549400" y="85010"/>
                  <a:pt x="1549400" y="189875"/>
                </a:cubicBezTo>
                <a:lnTo>
                  <a:pt x="1549400" y="348288"/>
                </a:lnTo>
                <a:cubicBezTo>
                  <a:pt x="1549400" y="453153"/>
                  <a:pt x="1464390" y="538163"/>
                  <a:pt x="1359525" y="538163"/>
                </a:cubicBezTo>
                <a:lnTo>
                  <a:pt x="0" y="538163"/>
                </a:lnTo>
                <a:close/>
              </a:path>
            </a:pathLst>
          </a:custGeom>
          <a:solidFill>
            <a:srgbClr val="A82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424617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034173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7F155-3AC9-74B8-182F-F78DE7AC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F9265-2FFD-0FDE-7AB6-CA2C24246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C91D0-81F3-C1DE-D627-0F15E6AA3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315266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CAEC-7662-442B-DE97-E02FBC40ADF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BB7E5-A757-F0A4-DCA3-4C3AA8BC32E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4206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4839405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1"/>
            <a:ext cx="11455400" cy="91440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8926340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C9F88-86E9-5CC4-3D6C-657D402BE1B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129D42-6E05-6030-F80E-A6FABF9DC6E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421876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CAEC-7662-442B-DE97-E02FBC40ADF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BB7E5-A757-F0A4-DCA3-4C3AA8BC32E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007645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E6725-11C7-8AC7-11E5-AAC81764F0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78B3E4-BD1E-2992-E55E-6E62206817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008392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A615A-0748-F8E8-2B93-7AC67AD50D2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89835-CA8A-4EF0-5B61-52276E32F0E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6D794-E860-6C81-5A60-35231154E1D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198342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A5897-1ECD-873E-84D3-41BFF8AF3F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ECCF8A-8FFE-B9BF-52CE-5454D38EEA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80B978-03DA-B019-265D-0BAE53546179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11E5E9-54B5-1CB7-85AA-72865A708F4F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48F26A-AB96-0F7E-6D39-692237F77A5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740176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2DE27-564F-909C-2474-F9B9D491ABE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10362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47205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C1298-7628-BFDD-D448-3ED5060CF3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5A0D2-6B79-78A9-264D-4051A8817D0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7D71C3-71E0-D242-A6AD-90036E7E37A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A37B5-D886-E370-2885-12BA7BE9BDE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FD2DA2-D24D-6A82-7B14-AE6FABFF30D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5E9A08-69FE-3525-F234-68C458DA827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E1850F8-7832-4952-B4BD-14C3E99DE1D8}" type="slidenum"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308088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382B1-7FB7-0AD0-C6A5-0AB70BAF62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F0B88E-3309-371B-8826-D39EB1724CD8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IN" sz="3200"/>
            </a:lvl1pPr>
          </a:lstStyle>
          <a:p>
            <a:pPr lvl="0"/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053A5-672B-38C1-1923-B1F2ACB1B65A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8569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1B396-7FE9-DBA8-015B-F373BB56C74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618F8A-332B-1E08-CA2B-8890CB0E4CFA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13308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45EEB9-6A47-2E58-EC44-0FA558BC00EC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367C5A-CAC2-FCA2-7F34-F582BBEE0267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1703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D53AEF42-15E7-649A-BE0F-3BDA462B102A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45512979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1745154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2">
            <a:extLst>
              <a:ext uri="{FF2B5EF4-FFF2-40B4-BE49-F238E27FC236}">
                <a16:creationId xmlns:a16="http://schemas.microsoft.com/office/drawing/2014/main" id="{3CC45D23-C112-4CD7-62D5-4A6E79A16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308985" cy="68580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36CA3EB-8B7D-F2D9-5F80-59E1BB9632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5064349" cy="2482852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F1AB2C8-8615-D21C-243F-5F34F55C769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3257550"/>
            <a:ext cx="5064349" cy="385767"/>
          </a:xfrm>
        </p:spPr>
        <p:txBody>
          <a:bodyPr>
            <a:noAutofit/>
          </a:bodyPr>
          <a:lstStyle>
            <a:lvl1pPr marL="0" indent="0">
              <a:buNone/>
              <a:defRPr b="1">
                <a:solidFill>
                  <a:srgbClr val="00667D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26EDFD50-C74E-C5A3-69E8-3B0FAC28230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3657600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13">
            <a:extLst>
              <a:ext uri="{FF2B5EF4-FFF2-40B4-BE49-F238E27FC236}">
                <a16:creationId xmlns:a16="http://schemas.microsoft.com/office/drawing/2014/main" id="{A1A0F650-68B9-562D-8D12-B3A867861C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4780122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6A1F6C06-3DAF-30D4-CED4-9CD4BC33DD72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4A21FE4-21AC-7C61-C60B-9B41566BD4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6416902" cy="1957849"/>
          </a:xfrm>
        </p:spPr>
        <p:txBody>
          <a:bodyPr anchor="b"/>
          <a:lstStyle>
            <a:lvl1pPr>
              <a:lnSpc>
                <a:spcPct val="85000"/>
              </a:lnSpc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8107EA4-A580-208A-18B3-1347912116A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2349495"/>
            <a:ext cx="6416902" cy="1847846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86B1D2C4-9FDE-0681-35D2-67C0F95881E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4458879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3211610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13006703-B28E-F11B-D929-1081890B8289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E34227F-2ACD-4335-5633-346161E3F3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6416902" cy="1957849"/>
          </a:xfrm>
        </p:spPr>
        <p:txBody>
          <a:bodyPr anchor="b"/>
          <a:lstStyle>
            <a:lvl1pPr>
              <a:lnSpc>
                <a:spcPct val="85000"/>
              </a:lnSpc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9332E11-87B4-67B6-3231-AF88218A36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2349495"/>
            <a:ext cx="6416902" cy="1847846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B59DD7D8-489B-89CE-AE41-0F432FA4A7E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4458879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6" name="Picture 15">
            <a:extLst>
              <a:ext uri="{FF2B5EF4-FFF2-40B4-BE49-F238E27FC236}">
                <a16:creationId xmlns:a16="http://schemas.microsoft.com/office/drawing/2014/main" id="{93571DC0-72B7-89C4-3E34-22F617D15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64537337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_Title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9A45FBA7-6C8A-BCA8-BC2D-72EADDA9C099}"/>
              </a:ext>
            </a:extLst>
          </p:cNvPr>
          <p:cNvSpPr/>
          <p:nvPr/>
        </p:nvSpPr>
        <p:spPr>
          <a:xfrm>
            <a:off x="0" y="0"/>
            <a:ext cx="7029449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4428"/>
              <a:gd name="f7" fmla="val 4320"/>
              <a:gd name="f8" fmla="val 4150"/>
              <a:gd name="f9" fmla="val 4333"/>
              <a:gd name="f10" fmla="val 3814"/>
              <a:gd name="f11" fmla="val 3278"/>
              <a:gd name="f12" fmla="val 2715"/>
              <a:gd name="f13" fmla="val 1447"/>
              <a:gd name="f14" fmla="val 3970"/>
              <a:gd name="f15" fmla="val 524"/>
              <a:gd name="f16" fmla="val 3271"/>
              <a:gd name="f17" fmla="+- 0 0 -90"/>
              <a:gd name="f18" fmla="*/ f3 1 4428"/>
              <a:gd name="f19" fmla="*/ f4 1 4320"/>
              <a:gd name="f20" fmla="+- f7 0 f5"/>
              <a:gd name="f21" fmla="+- f6 0 f5"/>
              <a:gd name="f22" fmla="*/ f17 f0 1"/>
              <a:gd name="f23" fmla="*/ f21 1 4428"/>
              <a:gd name="f24" fmla="*/ f20 1 4320"/>
              <a:gd name="f25" fmla="*/ 0 f21 1"/>
              <a:gd name="f26" fmla="*/ 4320 f20 1"/>
              <a:gd name="f27" fmla="*/ 4150 f21 1"/>
              <a:gd name="f28" fmla="*/ 4428 f21 1"/>
              <a:gd name="f29" fmla="*/ 2715 f20 1"/>
              <a:gd name="f30" fmla="*/ 3271 f21 1"/>
              <a:gd name="f31" fmla="*/ 0 f20 1"/>
              <a:gd name="f32" fmla="*/ f22 1 f2"/>
              <a:gd name="f33" fmla="*/ f25 1 4428"/>
              <a:gd name="f34" fmla="*/ f26 1 4320"/>
              <a:gd name="f35" fmla="*/ f27 1 4428"/>
              <a:gd name="f36" fmla="*/ f28 1 4428"/>
              <a:gd name="f37" fmla="*/ f29 1 4320"/>
              <a:gd name="f38" fmla="*/ f30 1 4428"/>
              <a:gd name="f39" fmla="*/ f31 1 4320"/>
              <a:gd name="f40" fmla="*/ 0 1 f23"/>
              <a:gd name="f41" fmla="*/ f6 1 f23"/>
              <a:gd name="f42" fmla="*/ 0 1 f24"/>
              <a:gd name="f43" fmla="*/ f7 1 f24"/>
              <a:gd name="f44" fmla="+- f32 0 f1"/>
              <a:gd name="f45" fmla="*/ f33 1 f23"/>
              <a:gd name="f46" fmla="*/ f34 1 f24"/>
              <a:gd name="f47" fmla="*/ f35 1 f23"/>
              <a:gd name="f48" fmla="*/ f36 1 f23"/>
              <a:gd name="f49" fmla="*/ f37 1 f24"/>
              <a:gd name="f50" fmla="*/ f38 1 f23"/>
              <a:gd name="f51" fmla="*/ f39 1 f24"/>
              <a:gd name="f52" fmla="*/ f40 f18 1"/>
              <a:gd name="f53" fmla="*/ f41 f18 1"/>
              <a:gd name="f54" fmla="*/ f43 f19 1"/>
              <a:gd name="f55" fmla="*/ f42 f19 1"/>
              <a:gd name="f56" fmla="*/ f45 f18 1"/>
              <a:gd name="f57" fmla="*/ f46 f19 1"/>
              <a:gd name="f58" fmla="*/ f47 f18 1"/>
              <a:gd name="f59" fmla="*/ f48 f18 1"/>
              <a:gd name="f60" fmla="*/ f49 f19 1"/>
              <a:gd name="f61" fmla="*/ f50 f18 1"/>
              <a:gd name="f62" fmla="*/ f51 f1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4">
                <a:pos x="f56" y="f57"/>
              </a:cxn>
              <a:cxn ang="f44">
                <a:pos x="f58" y="f57"/>
              </a:cxn>
              <a:cxn ang="f44">
                <a:pos x="f59" y="f60"/>
              </a:cxn>
              <a:cxn ang="f44">
                <a:pos x="f61" y="f62"/>
              </a:cxn>
              <a:cxn ang="f44">
                <a:pos x="f56" y="f62"/>
              </a:cxn>
              <a:cxn ang="f44">
                <a:pos x="f56" y="f57"/>
              </a:cxn>
            </a:cxnLst>
            <a:rect l="f52" t="f55" r="f53" b="f54"/>
            <a:pathLst>
              <a:path w="4428" h="4320">
                <a:moveTo>
                  <a:pt x="f5" y="f7"/>
                </a:move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6" y="f11"/>
                  <a:pt x="f6" y="f12"/>
                </a:cubicBezTo>
                <a:cubicBezTo>
                  <a:pt x="f6" y="f13"/>
                  <a:pt x="f14" y="f15"/>
                  <a:pt x="f16" y="f5"/>
                </a:cubicBezTo>
                <a:cubicBezTo>
                  <a:pt x="f5" y="f5"/>
                  <a:pt x="f5" y="f5"/>
                  <a:pt x="f5" y="f5"/>
                </a:cubicBezTo>
                <a:lnTo>
                  <a:pt x="f5" y="f7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DBF3618-DAA6-10EB-423C-97C038864E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1972854"/>
            <a:ext cx="5441539" cy="1401628"/>
          </a:xfrm>
        </p:spPr>
        <p:txBody>
          <a:bodyPr anchor="b"/>
          <a:lstStyle>
            <a:lvl1pPr>
              <a:lnSpc>
                <a:spcPct val="85000"/>
              </a:lnSpc>
              <a:defRPr sz="3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2C92BA2-A637-A4A9-3337-346AF856549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3281955"/>
            <a:ext cx="5441539" cy="1454179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3400">
                <a:solidFill>
                  <a:srgbClr val="00667D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122D4199-90D5-18E8-BD7B-13DA11943A3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5032372"/>
            <a:ext cx="3803017" cy="90169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500" b="1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7" name="Picture 17">
            <a:extLst>
              <a:ext uri="{FF2B5EF4-FFF2-40B4-BE49-F238E27FC236}">
                <a16:creationId xmlns:a16="http://schemas.microsoft.com/office/drawing/2014/main" id="{0493544F-A4AD-6882-0901-8CF58EC5EF5A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8" name="Picture 13">
            <a:extLst>
              <a:ext uri="{FF2B5EF4-FFF2-40B4-BE49-F238E27FC236}">
                <a16:creationId xmlns:a16="http://schemas.microsoft.com/office/drawing/2014/main" id="{AE8B770A-4B49-FE64-C2F6-C2E7ED80A0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11168092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3259E-702F-ED73-90BE-A6345F828FC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62A64-D988-C1C4-C8A2-8CC0BD6DDED8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39406648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A614C-625B-05B0-3B53-76601251CE6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966167-0D7E-D130-B4D9-B71C887CE15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31594" y="1904996"/>
            <a:ext cx="9115717" cy="4271967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9080217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Divider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>
            <a:extLst>
              <a:ext uri="{FF2B5EF4-FFF2-40B4-BE49-F238E27FC236}">
                <a16:creationId xmlns:a16="http://schemas.microsoft.com/office/drawing/2014/main" id="{E5B143AE-91AF-3B47-44FE-63325EE14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74204F10-954C-B383-07B0-27B2459E87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3505" y="358143"/>
            <a:ext cx="3940405" cy="1765935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1D64489-A629-32AD-A625-EE2CF20E4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33505" y="2151061"/>
            <a:ext cx="3940405" cy="150018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4B1766-6724-1A5E-0B3D-8BA201C10FF9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77831776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Divider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>
            <a:extLst>
              <a:ext uri="{FF2B5EF4-FFF2-40B4-BE49-F238E27FC236}">
                <a16:creationId xmlns:a16="http://schemas.microsoft.com/office/drawing/2014/main" id="{5A99B41E-A7F3-FFDA-7BE6-5CF5A0FFF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74370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8489F9FF-30CD-C651-42AB-BCE11C8AE2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86799" y="358143"/>
            <a:ext cx="3940405" cy="1765935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E2B0095-F0FC-5CB7-D504-4804E55950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986799" y="2151061"/>
            <a:ext cx="3940405" cy="150018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7D6655-6894-869A-86BC-2260156BB153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695478005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Divider Slide">
    <p:bg>
      <p:bgPr>
        <a:solidFill>
          <a:srgbClr val="0066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EC86076B-2C5A-8EAC-83E2-36529320FE2B}"/>
              </a:ext>
            </a:extLst>
          </p:cNvPr>
          <p:cNvSpPr/>
          <p:nvPr/>
        </p:nvSpPr>
        <p:spPr>
          <a:xfrm flipV="1">
            <a:off x="0" y="1693861"/>
            <a:ext cx="6199183" cy="516254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430"/>
              <a:gd name="f7" fmla="val 2856"/>
              <a:gd name="f8" fmla="val 2730"/>
              <a:gd name="f9" fmla="val 2244"/>
              <a:gd name="f10" fmla="val 3196"/>
              <a:gd name="f11" fmla="val 1836"/>
              <a:gd name="f12" fmla="val 1281"/>
              <a:gd name="f13" fmla="val 578"/>
              <a:gd name="f14" fmla="val 373"/>
              <a:gd name="f15" fmla="val 3410"/>
              <a:gd name="f16" fmla="val 181"/>
              <a:gd name="f17" fmla="val 3370"/>
              <a:gd name="f18" fmla="val 2664"/>
              <a:gd name="f19" fmla="val 311"/>
              <a:gd name="f20" fmla="val 2792"/>
              <a:gd name="f21" fmla="val 654"/>
              <a:gd name="f22" fmla="val 1029"/>
              <a:gd name="f23" fmla="val 1699"/>
              <a:gd name="f24" fmla="val 2266"/>
              <a:gd name="f25" fmla="val 2652"/>
              <a:gd name="f26" fmla="+- 0 0 -90"/>
              <a:gd name="f27" fmla="*/ f3 1 3430"/>
              <a:gd name="f28" fmla="*/ f4 1 2856"/>
              <a:gd name="f29" fmla="+- f7 0 f5"/>
              <a:gd name="f30" fmla="+- f6 0 f5"/>
              <a:gd name="f31" fmla="*/ f26 f0 1"/>
              <a:gd name="f32" fmla="*/ f30 1 3430"/>
              <a:gd name="f33" fmla="*/ f29 1 2856"/>
              <a:gd name="f34" fmla="*/ 2730 f30 1"/>
              <a:gd name="f35" fmla="*/ 2244 f29 1"/>
              <a:gd name="f36" fmla="*/ 3430 f30 1"/>
              <a:gd name="f37" fmla="*/ 578 f29 1"/>
              <a:gd name="f38" fmla="*/ 3370 f30 1"/>
              <a:gd name="f39" fmla="*/ 0 f29 1"/>
              <a:gd name="f40" fmla="*/ 0 f30 1"/>
              <a:gd name="f41" fmla="*/ 2664 f29 1"/>
              <a:gd name="f42" fmla="*/ 1029 f30 1"/>
              <a:gd name="f43" fmla="*/ 2856 f29 1"/>
              <a:gd name="f44" fmla="*/ f31 1 f2"/>
              <a:gd name="f45" fmla="*/ f34 1 3430"/>
              <a:gd name="f46" fmla="*/ f35 1 2856"/>
              <a:gd name="f47" fmla="*/ f36 1 3430"/>
              <a:gd name="f48" fmla="*/ f37 1 2856"/>
              <a:gd name="f49" fmla="*/ f38 1 3430"/>
              <a:gd name="f50" fmla="*/ f39 1 2856"/>
              <a:gd name="f51" fmla="*/ f40 1 3430"/>
              <a:gd name="f52" fmla="*/ f41 1 2856"/>
              <a:gd name="f53" fmla="*/ f42 1 3430"/>
              <a:gd name="f54" fmla="*/ f43 1 2856"/>
              <a:gd name="f55" fmla="*/ 0 1 f32"/>
              <a:gd name="f56" fmla="*/ f6 1 f32"/>
              <a:gd name="f57" fmla="*/ 0 1 f33"/>
              <a:gd name="f58" fmla="*/ f7 1 f33"/>
              <a:gd name="f59" fmla="+- f44 0 f1"/>
              <a:gd name="f60" fmla="*/ f45 1 f32"/>
              <a:gd name="f61" fmla="*/ f46 1 f33"/>
              <a:gd name="f62" fmla="*/ f47 1 f32"/>
              <a:gd name="f63" fmla="*/ f48 1 f33"/>
              <a:gd name="f64" fmla="*/ f49 1 f32"/>
              <a:gd name="f65" fmla="*/ f50 1 f33"/>
              <a:gd name="f66" fmla="*/ f51 1 f32"/>
              <a:gd name="f67" fmla="*/ f52 1 f33"/>
              <a:gd name="f68" fmla="*/ f53 1 f32"/>
              <a:gd name="f69" fmla="*/ f54 1 f33"/>
              <a:gd name="f70" fmla="*/ f55 f27 1"/>
              <a:gd name="f71" fmla="*/ f56 f27 1"/>
              <a:gd name="f72" fmla="*/ f58 f28 1"/>
              <a:gd name="f73" fmla="*/ f57 f28 1"/>
              <a:gd name="f74" fmla="*/ f60 f27 1"/>
              <a:gd name="f75" fmla="*/ f61 f28 1"/>
              <a:gd name="f76" fmla="*/ f62 f27 1"/>
              <a:gd name="f77" fmla="*/ f63 f28 1"/>
              <a:gd name="f78" fmla="*/ f64 f27 1"/>
              <a:gd name="f79" fmla="*/ f65 f28 1"/>
              <a:gd name="f80" fmla="*/ f66 f27 1"/>
              <a:gd name="f81" fmla="*/ f67 f28 1"/>
              <a:gd name="f82" fmla="*/ f68 f27 1"/>
              <a:gd name="f83" fmla="*/ f69 f28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9">
                <a:pos x="f74" y="f75"/>
              </a:cxn>
              <a:cxn ang="f59">
                <a:pos x="f76" y="f77"/>
              </a:cxn>
              <a:cxn ang="f59">
                <a:pos x="f78" y="f79"/>
              </a:cxn>
              <a:cxn ang="f59">
                <a:pos x="f80" y="f79"/>
              </a:cxn>
              <a:cxn ang="f59">
                <a:pos x="f80" y="f81"/>
              </a:cxn>
              <a:cxn ang="f59">
                <a:pos x="f82" y="f83"/>
              </a:cxn>
              <a:cxn ang="f59">
                <a:pos x="f74" y="f75"/>
              </a:cxn>
            </a:cxnLst>
            <a:rect l="f70" t="f73" r="f71" b="f72"/>
            <a:pathLst>
              <a:path w="3430" h="2856">
                <a:moveTo>
                  <a:pt x="f8" y="f9"/>
                </a:moveTo>
                <a:cubicBezTo>
                  <a:pt x="f10" y="f11"/>
                  <a:pt x="f6" y="f12"/>
                  <a:pt x="f6" y="f13"/>
                </a:cubicBezTo>
                <a:cubicBezTo>
                  <a:pt x="f6" y="f14"/>
                  <a:pt x="f15" y="f16"/>
                  <a:pt x="f17" y="f5"/>
                </a:cubicBezTo>
                <a:cubicBezTo>
                  <a:pt x="f5" y="f5"/>
                  <a:pt x="f5" y="f5"/>
                  <a:pt x="f5" y="f5"/>
                </a:cubicBezTo>
                <a:cubicBezTo>
                  <a:pt x="f5" y="f18"/>
                  <a:pt x="f5" y="f18"/>
                  <a:pt x="f5" y="f18"/>
                </a:cubicBezTo>
                <a:cubicBezTo>
                  <a:pt x="f19" y="f20"/>
                  <a:pt x="f21" y="f7"/>
                  <a:pt x="f22" y="f7"/>
                </a:cubicBezTo>
                <a:cubicBezTo>
                  <a:pt x="f23" y="f7"/>
                  <a:pt x="f24" y="f25"/>
                  <a:pt x="f8" y="f9"/>
                </a:cubicBez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7BEE4A8-6D71-8D3F-99C4-30E678509C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3285786"/>
            <a:ext cx="3940405" cy="1765935"/>
          </a:xfrm>
        </p:spPr>
        <p:txBody>
          <a:bodyPr anchor="ctr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7" name="Picture 13">
            <a:extLst>
              <a:ext uri="{FF2B5EF4-FFF2-40B4-BE49-F238E27FC236}">
                <a16:creationId xmlns:a16="http://schemas.microsoft.com/office/drawing/2014/main" id="{55EB8B96-1EC1-0D30-1AEA-B67C189C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610" y="667292"/>
            <a:ext cx="5029200" cy="1587416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97138179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_Divider slide">
    <p:bg>
      <p:bgPr>
        <a:solidFill>
          <a:srgbClr val="0066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4">
            <a:extLst>
              <a:ext uri="{FF2B5EF4-FFF2-40B4-BE49-F238E27FC236}">
                <a16:creationId xmlns:a16="http://schemas.microsoft.com/office/drawing/2014/main" id="{9FFE6A9D-9DFA-163F-0B05-B1A10BDCB0FE}"/>
              </a:ext>
            </a:extLst>
          </p:cNvPr>
          <p:cNvGrpSpPr/>
          <p:nvPr/>
        </p:nvGrpSpPr>
        <p:grpSpPr>
          <a:xfrm>
            <a:off x="9916997" y="301660"/>
            <a:ext cx="1940676" cy="3432063"/>
            <a:chOff x="9916997" y="301660"/>
            <a:chExt cx="1940676" cy="3432063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A68D608F-2C77-EBC3-000F-3688DEDE20BA}"/>
                </a:ext>
              </a:extLst>
            </p:cNvPr>
            <p:cNvSpPr/>
            <p:nvPr/>
          </p:nvSpPr>
          <p:spPr>
            <a:xfrm>
              <a:off x="10334100" y="301660"/>
              <a:ext cx="705459" cy="67058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22"/>
                <a:gd name="f7" fmla="val 211"/>
                <a:gd name="f8" fmla="val 32"/>
                <a:gd name="f9" fmla="val 183"/>
                <a:gd name="f10" fmla="val 54"/>
                <a:gd name="f11" fmla="val 202"/>
                <a:gd name="f12" fmla="val 80"/>
                <a:gd name="f13" fmla="val 111"/>
                <a:gd name="f14" fmla="val 142"/>
                <a:gd name="f15" fmla="val 168"/>
                <a:gd name="f16" fmla="val 190"/>
                <a:gd name="f17" fmla="val 164"/>
                <a:gd name="f18" fmla="val 139"/>
                <a:gd name="f19" fmla="val 106"/>
                <a:gd name="f20" fmla="val 74"/>
                <a:gd name="f21" fmla="val 48"/>
                <a:gd name="f22" fmla="val 29"/>
                <a:gd name="f23" fmla="val 10"/>
                <a:gd name="f24" fmla="val 11"/>
                <a:gd name="f25" fmla="+- 0 0 -90"/>
                <a:gd name="f26" fmla="*/ f3 1 222"/>
                <a:gd name="f27" fmla="*/ f4 1 211"/>
                <a:gd name="f28" fmla="+- f7 0 f5"/>
                <a:gd name="f29" fmla="+- f6 0 f5"/>
                <a:gd name="f30" fmla="*/ f25 f0 1"/>
                <a:gd name="f31" fmla="*/ f29 1 222"/>
                <a:gd name="f32" fmla="*/ f28 1 211"/>
                <a:gd name="f33" fmla="*/ 32 f29 1"/>
                <a:gd name="f34" fmla="*/ 183 f28 1"/>
                <a:gd name="f35" fmla="*/ 111 f29 1"/>
                <a:gd name="f36" fmla="*/ 211 f28 1"/>
                <a:gd name="f37" fmla="*/ 190 f29 1"/>
                <a:gd name="f38" fmla="*/ 222 f29 1"/>
                <a:gd name="f39" fmla="*/ 106 f28 1"/>
                <a:gd name="f40" fmla="*/ 29 f28 1"/>
                <a:gd name="f41" fmla="*/ 0 f28 1"/>
                <a:gd name="f42" fmla="*/ 0 f29 1"/>
                <a:gd name="f43" fmla="*/ f30 1 f2"/>
                <a:gd name="f44" fmla="*/ f33 1 222"/>
                <a:gd name="f45" fmla="*/ f34 1 211"/>
                <a:gd name="f46" fmla="*/ f35 1 222"/>
                <a:gd name="f47" fmla="*/ f36 1 211"/>
                <a:gd name="f48" fmla="*/ f37 1 222"/>
                <a:gd name="f49" fmla="*/ f38 1 222"/>
                <a:gd name="f50" fmla="*/ f39 1 211"/>
                <a:gd name="f51" fmla="*/ f40 1 211"/>
                <a:gd name="f52" fmla="*/ f41 1 211"/>
                <a:gd name="f53" fmla="*/ f42 1 222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222" h="211">
                  <a:moveTo>
                    <a:pt x="f8" y="f9"/>
                  </a:moveTo>
                  <a:cubicBezTo>
                    <a:pt x="f10" y="f11"/>
                    <a:pt x="f12" y="f7"/>
                    <a:pt x="f13" y="f7"/>
                  </a:cubicBezTo>
                  <a:cubicBezTo>
                    <a:pt x="f14" y="f7"/>
                    <a:pt x="f15" y="f11"/>
                    <a:pt x="f16" y="f9"/>
                  </a:cubicBezTo>
                  <a:cubicBezTo>
                    <a:pt x="f7" y="f17"/>
                    <a:pt x="f6" y="f18"/>
                    <a:pt x="f6" y="f19"/>
                  </a:cubicBezTo>
                  <a:cubicBezTo>
                    <a:pt x="f6" y="f20"/>
                    <a:pt x="f7" y="f21"/>
                    <a:pt x="f16" y="f22"/>
                  </a:cubicBezTo>
                  <a:cubicBezTo>
                    <a:pt x="f15" y="f23"/>
                    <a:pt x="f14" y="f5"/>
                    <a:pt x="f13" y="f5"/>
                  </a:cubicBezTo>
                  <a:cubicBezTo>
                    <a:pt x="f12" y="f5"/>
                    <a:pt x="f10" y="f23"/>
                    <a:pt x="f8" y="f22"/>
                  </a:cubicBezTo>
                  <a:cubicBezTo>
                    <a:pt x="f24" y="f21"/>
                    <a:pt x="f5" y="f20"/>
                    <a:pt x="f5" y="f19"/>
                  </a:cubicBezTo>
                  <a:cubicBezTo>
                    <a:pt x="f5" y="f18"/>
                    <a:pt x="f24" y="f1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A204BF0E-86B3-0AC7-86A5-76076993F1E8}"/>
                </a:ext>
              </a:extLst>
            </p:cNvPr>
            <p:cNvSpPr/>
            <p:nvPr/>
          </p:nvSpPr>
          <p:spPr>
            <a:xfrm>
              <a:off x="11240737" y="1162696"/>
              <a:ext cx="616936" cy="58743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4"/>
                <a:gd name="f7" fmla="val 185"/>
                <a:gd name="f8" fmla="val 166"/>
                <a:gd name="f9" fmla="val 26"/>
                <a:gd name="f10" fmla="val 147"/>
                <a:gd name="f11" fmla="val 9"/>
                <a:gd name="f12" fmla="val 124"/>
                <a:gd name="f13" fmla="val 97"/>
                <a:gd name="f14" fmla="val 70"/>
                <a:gd name="f15" fmla="val 47"/>
                <a:gd name="f16" fmla="val 29"/>
                <a:gd name="f17" fmla="val 10"/>
                <a:gd name="f18" fmla="val 42"/>
                <a:gd name="f19" fmla="val 65"/>
                <a:gd name="f20" fmla="val 93"/>
                <a:gd name="f21" fmla="val 122"/>
                <a:gd name="f22" fmla="val 144"/>
                <a:gd name="f23" fmla="val 161"/>
                <a:gd name="f24" fmla="val 177"/>
                <a:gd name="f25" fmla="+- 0 0 -90"/>
                <a:gd name="f26" fmla="*/ f3 1 194"/>
                <a:gd name="f27" fmla="*/ f4 1 185"/>
                <a:gd name="f28" fmla="+- f7 0 f5"/>
                <a:gd name="f29" fmla="+- f6 0 f5"/>
                <a:gd name="f30" fmla="*/ f25 f0 1"/>
                <a:gd name="f31" fmla="*/ f29 1 194"/>
                <a:gd name="f32" fmla="*/ f28 1 185"/>
                <a:gd name="f33" fmla="*/ 166 f29 1"/>
                <a:gd name="f34" fmla="*/ 26 f28 1"/>
                <a:gd name="f35" fmla="*/ 97 f29 1"/>
                <a:gd name="f36" fmla="*/ 0 f28 1"/>
                <a:gd name="f37" fmla="*/ 29 f29 1"/>
                <a:gd name="f38" fmla="*/ 0 f29 1"/>
                <a:gd name="f39" fmla="*/ 93 f28 1"/>
                <a:gd name="f40" fmla="*/ 161 f28 1"/>
                <a:gd name="f41" fmla="*/ 185 f28 1"/>
                <a:gd name="f42" fmla="*/ 194 f29 1"/>
                <a:gd name="f43" fmla="*/ f30 1 f2"/>
                <a:gd name="f44" fmla="*/ f33 1 194"/>
                <a:gd name="f45" fmla="*/ f34 1 185"/>
                <a:gd name="f46" fmla="*/ f35 1 194"/>
                <a:gd name="f47" fmla="*/ f36 1 185"/>
                <a:gd name="f48" fmla="*/ f37 1 194"/>
                <a:gd name="f49" fmla="*/ f38 1 194"/>
                <a:gd name="f50" fmla="*/ f39 1 185"/>
                <a:gd name="f51" fmla="*/ f40 1 185"/>
                <a:gd name="f52" fmla="*/ f41 1 185"/>
                <a:gd name="f53" fmla="*/ f42 1 194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194" h="185">
                  <a:moveTo>
                    <a:pt x="f8" y="f9"/>
                  </a:moveTo>
                  <a:cubicBezTo>
                    <a:pt x="f10" y="f11"/>
                    <a:pt x="f12" y="f5"/>
                    <a:pt x="f13" y="f5"/>
                  </a:cubicBezTo>
                  <a:cubicBezTo>
                    <a:pt x="f14" y="f5"/>
                    <a:pt x="f15" y="f11"/>
                    <a:pt x="f16" y="f9"/>
                  </a:cubicBezTo>
                  <a:cubicBezTo>
                    <a:pt x="f17" y="f18"/>
                    <a:pt x="f5" y="f19"/>
                    <a:pt x="f5" y="f20"/>
                  </a:cubicBezTo>
                  <a:cubicBezTo>
                    <a:pt x="f5" y="f21"/>
                    <a:pt x="f17" y="f22"/>
                    <a:pt x="f16" y="f23"/>
                  </a:cubicBezTo>
                  <a:cubicBezTo>
                    <a:pt x="f15" y="f24"/>
                    <a:pt x="f14" y="f7"/>
                    <a:pt x="f13" y="f7"/>
                  </a:cubicBezTo>
                  <a:cubicBezTo>
                    <a:pt x="f12" y="f7"/>
                    <a:pt x="f10" y="f24"/>
                    <a:pt x="f8" y="f23"/>
                  </a:cubicBezTo>
                  <a:cubicBezTo>
                    <a:pt x="f7" y="f22"/>
                    <a:pt x="f6" y="f21"/>
                    <a:pt x="f6" y="f20"/>
                  </a:cubicBezTo>
                  <a:cubicBezTo>
                    <a:pt x="f6" y="f19"/>
                    <a:pt x="f7" y="f18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F10875CF-F839-010B-6AA8-5B9A35A4E728}"/>
                </a:ext>
              </a:extLst>
            </p:cNvPr>
            <p:cNvSpPr/>
            <p:nvPr/>
          </p:nvSpPr>
          <p:spPr>
            <a:xfrm>
              <a:off x="11234034" y="1845350"/>
              <a:ext cx="611578" cy="985759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2"/>
                <a:gd name="f7" fmla="val 310"/>
                <a:gd name="f8" fmla="val 33"/>
                <a:gd name="f9" fmla="val 308"/>
                <a:gd name="f10" fmla="val 133"/>
                <a:gd name="f11" fmla="val 264"/>
                <a:gd name="f12" fmla="val 198"/>
                <a:gd name="f13" fmla="val 114"/>
                <a:gd name="f14" fmla="val 41"/>
                <a:gd name="f15" fmla="val 149"/>
                <a:gd name="f16" fmla="val 96"/>
                <a:gd name="f17" fmla="val 43"/>
                <a:gd name="f18" fmla="val 38"/>
                <a:gd name="f19" fmla="val 90"/>
                <a:gd name="f20" fmla="val 122"/>
                <a:gd name="f21" fmla="val 14"/>
                <a:gd name="f22" fmla="val 153"/>
                <a:gd name="f23" fmla="val 44"/>
                <a:gd name="f24" fmla="val 169"/>
                <a:gd name="f25" fmla="val 26"/>
                <a:gd name="f26" fmla="val 194"/>
                <a:gd name="f27" fmla="val 18"/>
                <a:gd name="f28" fmla="val 221"/>
                <a:gd name="f29" fmla="val 250"/>
                <a:gd name="f30" fmla="val 266"/>
                <a:gd name="f31" fmla="val 20"/>
                <a:gd name="f32" fmla="val 283"/>
                <a:gd name="f33" fmla="val 24"/>
                <a:gd name="f34" fmla="val 302"/>
                <a:gd name="f35" fmla="+- 0 0 -90"/>
                <a:gd name="f36" fmla="*/ f3 1 192"/>
                <a:gd name="f37" fmla="*/ f4 1 310"/>
                <a:gd name="f38" fmla="+- f7 0 f5"/>
                <a:gd name="f39" fmla="+- f6 0 f5"/>
                <a:gd name="f40" fmla="*/ f35 f0 1"/>
                <a:gd name="f41" fmla="*/ f39 1 192"/>
                <a:gd name="f42" fmla="*/ f38 1 310"/>
                <a:gd name="f43" fmla="*/ 33 f39 1"/>
                <a:gd name="f44" fmla="*/ 308 f38 1"/>
                <a:gd name="f45" fmla="*/ 192 f39 1"/>
                <a:gd name="f46" fmla="*/ 114 f38 1"/>
                <a:gd name="f47" fmla="*/ 96 f39 1"/>
                <a:gd name="f48" fmla="*/ 0 f38 1"/>
                <a:gd name="f49" fmla="*/ 0 f39 1"/>
                <a:gd name="f50" fmla="*/ 90 f38 1"/>
                <a:gd name="f51" fmla="*/ 44 f39 1"/>
                <a:gd name="f52" fmla="*/ 169 f38 1"/>
                <a:gd name="f53" fmla="*/ 18 f39 1"/>
                <a:gd name="f54" fmla="*/ 250 f38 1"/>
                <a:gd name="f55" fmla="*/ 24 f39 1"/>
                <a:gd name="f56" fmla="*/ 302 f38 1"/>
                <a:gd name="f57" fmla="*/ f40 1 f2"/>
                <a:gd name="f58" fmla="*/ f43 1 192"/>
                <a:gd name="f59" fmla="*/ f44 1 310"/>
                <a:gd name="f60" fmla="*/ f45 1 192"/>
                <a:gd name="f61" fmla="*/ f46 1 310"/>
                <a:gd name="f62" fmla="*/ f47 1 192"/>
                <a:gd name="f63" fmla="*/ f48 1 310"/>
                <a:gd name="f64" fmla="*/ f49 1 192"/>
                <a:gd name="f65" fmla="*/ f50 1 310"/>
                <a:gd name="f66" fmla="*/ f51 1 192"/>
                <a:gd name="f67" fmla="*/ f52 1 310"/>
                <a:gd name="f68" fmla="*/ f53 1 192"/>
                <a:gd name="f69" fmla="*/ f54 1 310"/>
                <a:gd name="f70" fmla="*/ f55 1 192"/>
                <a:gd name="f71" fmla="*/ f56 1 310"/>
                <a:gd name="f72" fmla="*/ 0 1 f41"/>
                <a:gd name="f73" fmla="*/ f6 1 f41"/>
                <a:gd name="f74" fmla="*/ 0 1 f42"/>
                <a:gd name="f75" fmla="*/ f7 1 f42"/>
                <a:gd name="f76" fmla="+- f57 0 f1"/>
                <a:gd name="f77" fmla="*/ f58 1 f41"/>
                <a:gd name="f78" fmla="*/ f59 1 f42"/>
                <a:gd name="f79" fmla="*/ f60 1 f41"/>
                <a:gd name="f80" fmla="*/ f61 1 f42"/>
                <a:gd name="f81" fmla="*/ f62 1 f41"/>
                <a:gd name="f82" fmla="*/ f63 1 f42"/>
                <a:gd name="f83" fmla="*/ f64 1 f41"/>
                <a:gd name="f84" fmla="*/ f65 1 f42"/>
                <a:gd name="f85" fmla="*/ f66 1 f41"/>
                <a:gd name="f86" fmla="*/ f67 1 f42"/>
                <a:gd name="f87" fmla="*/ f68 1 f41"/>
                <a:gd name="f88" fmla="*/ f69 1 f42"/>
                <a:gd name="f89" fmla="*/ f70 1 f41"/>
                <a:gd name="f90" fmla="*/ f71 1 f42"/>
                <a:gd name="f91" fmla="*/ f72 f36 1"/>
                <a:gd name="f92" fmla="*/ f73 f36 1"/>
                <a:gd name="f93" fmla="*/ f75 f37 1"/>
                <a:gd name="f94" fmla="*/ f74 f37 1"/>
                <a:gd name="f95" fmla="*/ f77 f36 1"/>
                <a:gd name="f96" fmla="*/ f78 f37 1"/>
                <a:gd name="f97" fmla="*/ f79 f36 1"/>
                <a:gd name="f98" fmla="*/ f80 f37 1"/>
                <a:gd name="f99" fmla="*/ f81 f36 1"/>
                <a:gd name="f100" fmla="*/ f82 f37 1"/>
                <a:gd name="f101" fmla="*/ f83 f36 1"/>
                <a:gd name="f102" fmla="*/ f84 f37 1"/>
                <a:gd name="f103" fmla="*/ f85 f36 1"/>
                <a:gd name="f104" fmla="*/ f86 f37 1"/>
                <a:gd name="f105" fmla="*/ f87 f36 1"/>
                <a:gd name="f106" fmla="*/ f88 f37 1"/>
                <a:gd name="f107" fmla="*/ f89 f36 1"/>
                <a:gd name="f108" fmla="*/ f90 f3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76">
                  <a:pos x="f95" y="f96"/>
                </a:cxn>
                <a:cxn ang="f76">
                  <a:pos x="f97" y="f98"/>
                </a:cxn>
                <a:cxn ang="f76">
                  <a:pos x="f99" y="f100"/>
                </a:cxn>
                <a:cxn ang="f76">
                  <a:pos x="f101" y="f102"/>
                </a:cxn>
                <a:cxn ang="f76">
                  <a:pos x="f103" y="f104"/>
                </a:cxn>
                <a:cxn ang="f76">
                  <a:pos x="f105" y="f106"/>
                </a:cxn>
                <a:cxn ang="f76">
                  <a:pos x="f107" y="f108"/>
                </a:cxn>
                <a:cxn ang="f76">
                  <a:pos x="f95" y="f96"/>
                </a:cxn>
              </a:cxnLst>
              <a:rect l="f91" t="f94" r="f92" b="f93"/>
              <a:pathLst>
                <a:path w="192" h="310">
                  <a:moveTo>
                    <a:pt x="f8" y="f9"/>
                  </a:moveTo>
                  <a:cubicBezTo>
                    <a:pt x="f10" y="f11"/>
                    <a:pt x="f6" y="f12"/>
                    <a:pt x="f6" y="f13"/>
                  </a:cubicBezTo>
                  <a:cubicBezTo>
                    <a:pt x="f6" y="f14"/>
                    <a:pt x="f15" y="f5"/>
                    <a:pt x="f16" y="f5"/>
                  </a:cubicBezTo>
                  <a:cubicBezTo>
                    <a:pt x="f17" y="f5"/>
                    <a:pt x="f5" y="f18"/>
                    <a:pt x="f5" y="f19"/>
                  </a:cubicBezTo>
                  <a:cubicBezTo>
                    <a:pt x="f5" y="f20"/>
                    <a:pt x="f21" y="f22"/>
                    <a:pt x="f23" y="f24"/>
                  </a:cubicBezTo>
                  <a:cubicBezTo>
                    <a:pt x="f25" y="f26"/>
                    <a:pt x="f27" y="f28"/>
                    <a:pt x="f27" y="f29"/>
                  </a:cubicBezTo>
                  <a:cubicBezTo>
                    <a:pt x="f27" y="f30"/>
                    <a:pt x="f31" y="f32"/>
                    <a:pt x="f33" y="f34"/>
                  </a:cubicBezTo>
                  <a:cubicBezTo>
                    <a:pt x="f33" y="f34"/>
                    <a:pt x="f25" y="f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F118CDCD-19D6-E720-96EB-8DF1FF08EBFD}"/>
                </a:ext>
              </a:extLst>
            </p:cNvPr>
            <p:cNvSpPr/>
            <p:nvPr/>
          </p:nvSpPr>
          <p:spPr>
            <a:xfrm>
              <a:off x="9916997" y="1109048"/>
              <a:ext cx="1173522" cy="2624675"/>
            </a:xfrm>
            <a:custGeom>
              <a:avLst/>
              <a:gdLst>
                <a:gd name="f0" fmla="val 10800000"/>
                <a:gd name="f1" fmla="val 5400000"/>
                <a:gd name="f2" fmla="val 360"/>
                <a:gd name="f3" fmla="val 180"/>
                <a:gd name="f4" fmla="val w"/>
                <a:gd name="f5" fmla="val h"/>
                <a:gd name="f6" fmla="val 0"/>
                <a:gd name="f7" fmla="val 369"/>
                <a:gd name="f8" fmla="val 826"/>
                <a:gd name="f9" fmla="val 294"/>
                <a:gd name="f10" fmla="val 28"/>
                <a:gd name="f11" fmla="val 203"/>
                <a:gd name="f12" fmla="val 146"/>
                <a:gd name="f13" fmla="val 26"/>
                <a:gd name="f14" fmla="val 141"/>
                <a:gd name="f15" fmla="val 29"/>
                <a:gd name="f16" fmla="val 137"/>
                <a:gd name="f17" fmla="val 34"/>
                <a:gd name="f18" fmla="val 40"/>
                <a:gd name="f19" fmla="val 246"/>
                <a:gd name="f20" fmla="val 247"/>
                <a:gd name="f21" fmla="val 552"/>
                <a:gd name="f22" fmla="val 569"/>
                <a:gd name="f23" fmla="val 135"/>
                <a:gd name="f24" fmla="val 584"/>
                <a:gd name="f25" fmla="val 132"/>
                <a:gd name="f26" fmla="val 598"/>
                <a:gd name="f27" fmla="val 129"/>
                <a:gd name="f28" fmla="val 612"/>
                <a:gd name="f29" fmla="val 124"/>
                <a:gd name="f30" fmla="val 624"/>
                <a:gd name="f31" fmla="val 115"/>
                <a:gd name="f32" fmla="val 635"/>
                <a:gd name="f33" fmla="val 107"/>
                <a:gd name="f34" fmla="val 645"/>
                <a:gd name="f35" fmla="val 95"/>
                <a:gd name="f36" fmla="val 654"/>
                <a:gd name="f37" fmla="val 80"/>
                <a:gd name="f38" fmla="val 661"/>
                <a:gd name="f39" fmla="val 55"/>
                <a:gd name="f40" fmla="val 672"/>
                <a:gd name="f41" fmla="val 15"/>
                <a:gd name="f42" fmla="val 675"/>
                <a:gd name="f43" fmla="val 5"/>
                <a:gd name="f44" fmla="val 676"/>
                <a:gd name="f45" fmla="val 4"/>
                <a:gd name="f46" fmla="val 686"/>
                <a:gd name="f47" fmla="val 758"/>
                <a:gd name="f48" fmla="val 781"/>
                <a:gd name="f49" fmla="val 6"/>
                <a:gd name="f50" fmla="val 824"/>
                <a:gd name="f51" fmla="val 148"/>
                <a:gd name="f52" fmla="val 167"/>
                <a:gd name="f53" fmla="val 821"/>
                <a:gd name="f54" fmla="val 189"/>
                <a:gd name="f55" fmla="val 816"/>
                <a:gd name="f56" fmla="val 210"/>
                <a:gd name="f57" fmla="val 811"/>
                <a:gd name="f58" fmla="val 232"/>
                <a:gd name="f59" fmla="val 802"/>
                <a:gd name="f60" fmla="val 253"/>
                <a:gd name="f61" fmla="val 789"/>
                <a:gd name="f62" fmla="val 275"/>
                <a:gd name="f63" fmla="val 777"/>
                <a:gd name="f64" fmla="val 760"/>
                <a:gd name="f65" fmla="val 311"/>
                <a:gd name="f66" fmla="val 740"/>
                <a:gd name="f67" fmla="val 329"/>
                <a:gd name="f68" fmla="val 720"/>
                <a:gd name="f69" fmla="val 341"/>
                <a:gd name="f70" fmla="val 694"/>
                <a:gd name="f71" fmla="val 350"/>
                <a:gd name="f72" fmla="val 664"/>
                <a:gd name="f73" fmla="val 355"/>
                <a:gd name="f74" fmla="val 358"/>
                <a:gd name="f75" fmla="val 623"/>
                <a:gd name="f76" fmla="val 361"/>
                <a:gd name="f77" fmla="val 574"/>
                <a:gd name="f78" fmla="val 362"/>
                <a:gd name="f79" fmla="val 553"/>
                <a:gd name="f80" fmla="val 536"/>
                <a:gd name="f81" fmla="val 51"/>
                <a:gd name="f82" fmla="+- 0 0 -90"/>
                <a:gd name="f83" fmla="*/ f4 1 369"/>
                <a:gd name="f84" fmla="*/ f5 1 826"/>
                <a:gd name="f85" fmla="+- f8 0 f6"/>
                <a:gd name="f86" fmla="+- f7 0 f6"/>
                <a:gd name="f87" fmla="*/ f82 f0 1"/>
                <a:gd name="f88" fmla="*/ f86 1 369"/>
                <a:gd name="f89" fmla="*/ f85 1 826"/>
                <a:gd name="f90" fmla="*/ 294 f86 1"/>
                <a:gd name="f91" fmla="*/ 28 f85 1"/>
                <a:gd name="f92" fmla="*/ 146 f86 1"/>
                <a:gd name="f93" fmla="*/ 26 f85 1"/>
                <a:gd name="f94" fmla="*/ 137 f86 1"/>
                <a:gd name="f95" fmla="*/ 40 f85 1"/>
                <a:gd name="f96" fmla="*/ 246 f85 1"/>
                <a:gd name="f97" fmla="*/ 247 f85 1"/>
                <a:gd name="f98" fmla="*/ 552 f85 1"/>
                <a:gd name="f99" fmla="*/ 132 f86 1"/>
                <a:gd name="f100" fmla="*/ 598 f85 1"/>
                <a:gd name="f101" fmla="*/ 115 f86 1"/>
                <a:gd name="f102" fmla="*/ 635 f85 1"/>
                <a:gd name="f103" fmla="*/ 80 f86 1"/>
                <a:gd name="f104" fmla="*/ 661 f85 1"/>
                <a:gd name="f105" fmla="*/ 15 f86 1"/>
                <a:gd name="f106" fmla="*/ 675 f85 1"/>
                <a:gd name="f107" fmla="*/ 4 f86 1"/>
                <a:gd name="f108" fmla="*/ 686 f85 1"/>
                <a:gd name="f109" fmla="*/ 781 f85 1"/>
                <a:gd name="f110" fmla="*/ 824 f85 1"/>
                <a:gd name="f111" fmla="*/ 189 f86 1"/>
                <a:gd name="f112" fmla="*/ 816 f85 1"/>
                <a:gd name="f113" fmla="*/ 253 f86 1"/>
                <a:gd name="f114" fmla="*/ 789 f85 1"/>
                <a:gd name="f115" fmla="*/ 311 f86 1"/>
                <a:gd name="f116" fmla="*/ 740 f85 1"/>
                <a:gd name="f117" fmla="*/ 350 f86 1"/>
                <a:gd name="f118" fmla="*/ 664 f85 1"/>
                <a:gd name="f119" fmla="*/ 360 f86 1"/>
                <a:gd name="f120" fmla="*/ 362 f86 1"/>
                <a:gd name="f121" fmla="*/ 536 f85 1"/>
                <a:gd name="f122" fmla="*/ 141 f85 1"/>
                <a:gd name="f123" fmla="*/ f87 1 f3"/>
                <a:gd name="f124" fmla="*/ f90 1 369"/>
                <a:gd name="f125" fmla="*/ f91 1 826"/>
                <a:gd name="f126" fmla="*/ f92 1 369"/>
                <a:gd name="f127" fmla="*/ f93 1 826"/>
                <a:gd name="f128" fmla="*/ f94 1 369"/>
                <a:gd name="f129" fmla="*/ f95 1 826"/>
                <a:gd name="f130" fmla="*/ f96 1 826"/>
                <a:gd name="f131" fmla="*/ f97 1 826"/>
                <a:gd name="f132" fmla="*/ f98 1 826"/>
                <a:gd name="f133" fmla="*/ f99 1 369"/>
                <a:gd name="f134" fmla="*/ f100 1 826"/>
                <a:gd name="f135" fmla="*/ f101 1 369"/>
                <a:gd name="f136" fmla="*/ f102 1 826"/>
                <a:gd name="f137" fmla="*/ f103 1 369"/>
                <a:gd name="f138" fmla="*/ f104 1 826"/>
                <a:gd name="f139" fmla="*/ f105 1 369"/>
                <a:gd name="f140" fmla="*/ f106 1 826"/>
                <a:gd name="f141" fmla="*/ f107 1 369"/>
                <a:gd name="f142" fmla="*/ f108 1 826"/>
                <a:gd name="f143" fmla="*/ f109 1 826"/>
                <a:gd name="f144" fmla="*/ f110 1 826"/>
                <a:gd name="f145" fmla="*/ f111 1 369"/>
                <a:gd name="f146" fmla="*/ f112 1 826"/>
                <a:gd name="f147" fmla="*/ f113 1 369"/>
                <a:gd name="f148" fmla="*/ f114 1 826"/>
                <a:gd name="f149" fmla="*/ f115 1 369"/>
                <a:gd name="f150" fmla="*/ f116 1 826"/>
                <a:gd name="f151" fmla="*/ f117 1 369"/>
                <a:gd name="f152" fmla="*/ f118 1 826"/>
                <a:gd name="f153" fmla="*/ f119 1 369"/>
                <a:gd name="f154" fmla="*/ f120 1 369"/>
                <a:gd name="f155" fmla="*/ f121 1 826"/>
                <a:gd name="f156" fmla="*/ f122 1 826"/>
                <a:gd name="f157" fmla="*/ 0 1 f88"/>
                <a:gd name="f158" fmla="*/ f7 1 f88"/>
                <a:gd name="f159" fmla="*/ 0 1 f89"/>
                <a:gd name="f160" fmla="*/ f8 1 f89"/>
                <a:gd name="f161" fmla="+- f123 0 f1"/>
                <a:gd name="f162" fmla="*/ f124 1 f88"/>
                <a:gd name="f163" fmla="*/ f125 1 f89"/>
                <a:gd name="f164" fmla="*/ f126 1 f88"/>
                <a:gd name="f165" fmla="*/ f127 1 f89"/>
                <a:gd name="f166" fmla="*/ f128 1 f88"/>
                <a:gd name="f167" fmla="*/ f129 1 f89"/>
                <a:gd name="f168" fmla="*/ f130 1 f89"/>
                <a:gd name="f169" fmla="*/ f131 1 f89"/>
                <a:gd name="f170" fmla="*/ f132 1 f89"/>
                <a:gd name="f171" fmla="*/ f133 1 f88"/>
                <a:gd name="f172" fmla="*/ f134 1 f89"/>
                <a:gd name="f173" fmla="*/ f135 1 f88"/>
                <a:gd name="f174" fmla="*/ f136 1 f89"/>
                <a:gd name="f175" fmla="*/ f137 1 f88"/>
                <a:gd name="f176" fmla="*/ f138 1 f89"/>
                <a:gd name="f177" fmla="*/ f139 1 f88"/>
                <a:gd name="f178" fmla="*/ f140 1 f89"/>
                <a:gd name="f179" fmla="*/ f141 1 f88"/>
                <a:gd name="f180" fmla="*/ f142 1 f89"/>
                <a:gd name="f181" fmla="*/ f143 1 f89"/>
                <a:gd name="f182" fmla="*/ f144 1 f89"/>
                <a:gd name="f183" fmla="*/ f145 1 f88"/>
                <a:gd name="f184" fmla="*/ f146 1 f89"/>
                <a:gd name="f185" fmla="*/ f147 1 f88"/>
                <a:gd name="f186" fmla="*/ f148 1 f89"/>
                <a:gd name="f187" fmla="*/ f149 1 f88"/>
                <a:gd name="f188" fmla="*/ f150 1 f89"/>
                <a:gd name="f189" fmla="*/ f151 1 f88"/>
                <a:gd name="f190" fmla="*/ f152 1 f89"/>
                <a:gd name="f191" fmla="*/ f153 1 f88"/>
                <a:gd name="f192" fmla="*/ f154 1 f88"/>
                <a:gd name="f193" fmla="*/ f155 1 f89"/>
                <a:gd name="f194" fmla="*/ f156 1 f89"/>
                <a:gd name="f195" fmla="*/ f157 f83 1"/>
                <a:gd name="f196" fmla="*/ f158 f83 1"/>
                <a:gd name="f197" fmla="*/ f160 f84 1"/>
                <a:gd name="f198" fmla="*/ f159 f84 1"/>
                <a:gd name="f199" fmla="*/ f162 f83 1"/>
                <a:gd name="f200" fmla="*/ f163 f84 1"/>
                <a:gd name="f201" fmla="*/ f164 f83 1"/>
                <a:gd name="f202" fmla="*/ f165 f84 1"/>
                <a:gd name="f203" fmla="*/ f166 f83 1"/>
                <a:gd name="f204" fmla="*/ f167 f84 1"/>
                <a:gd name="f205" fmla="*/ f168 f84 1"/>
                <a:gd name="f206" fmla="*/ f169 f84 1"/>
                <a:gd name="f207" fmla="*/ f170 f84 1"/>
                <a:gd name="f208" fmla="*/ f171 f83 1"/>
                <a:gd name="f209" fmla="*/ f172 f84 1"/>
                <a:gd name="f210" fmla="*/ f173 f83 1"/>
                <a:gd name="f211" fmla="*/ f174 f84 1"/>
                <a:gd name="f212" fmla="*/ f175 f83 1"/>
                <a:gd name="f213" fmla="*/ f176 f84 1"/>
                <a:gd name="f214" fmla="*/ f177 f83 1"/>
                <a:gd name="f215" fmla="*/ f178 f84 1"/>
                <a:gd name="f216" fmla="*/ f179 f83 1"/>
                <a:gd name="f217" fmla="*/ f180 f84 1"/>
                <a:gd name="f218" fmla="*/ f181 f84 1"/>
                <a:gd name="f219" fmla="*/ f182 f84 1"/>
                <a:gd name="f220" fmla="*/ f183 f83 1"/>
                <a:gd name="f221" fmla="*/ f184 f84 1"/>
                <a:gd name="f222" fmla="*/ f185 f83 1"/>
                <a:gd name="f223" fmla="*/ f186 f84 1"/>
                <a:gd name="f224" fmla="*/ f187 f83 1"/>
                <a:gd name="f225" fmla="*/ f188 f84 1"/>
                <a:gd name="f226" fmla="*/ f189 f83 1"/>
                <a:gd name="f227" fmla="*/ f190 f84 1"/>
                <a:gd name="f228" fmla="*/ f191 f83 1"/>
                <a:gd name="f229" fmla="*/ f192 f83 1"/>
                <a:gd name="f230" fmla="*/ f193 f84 1"/>
                <a:gd name="f231" fmla="*/ f194 f8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61">
                  <a:pos x="f199" y="f200"/>
                </a:cxn>
                <a:cxn ang="f161">
                  <a:pos x="f201" y="f202"/>
                </a:cxn>
                <a:cxn ang="f161">
                  <a:pos x="f203" y="f204"/>
                </a:cxn>
                <a:cxn ang="f161">
                  <a:pos x="f203" y="f204"/>
                </a:cxn>
                <a:cxn ang="f161">
                  <a:pos x="f203" y="f205"/>
                </a:cxn>
                <a:cxn ang="f161">
                  <a:pos x="f203" y="f206"/>
                </a:cxn>
                <a:cxn ang="f161">
                  <a:pos x="f203" y="f207"/>
                </a:cxn>
                <a:cxn ang="f161">
                  <a:pos x="f208" y="f209"/>
                </a:cxn>
                <a:cxn ang="f161">
                  <a:pos x="f210" y="f211"/>
                </a:cxn>
                <a:cxn ang="f161">
                  <a:pos x="f212" y="f213"/>
                </a:cxn>
                <a:cxn ang="f161">
                  <a:pos x="f214" y="f215"/>
                </a:cxn>
                <a:cxn ang="f161">
                  <a:pos x="f216" y="f217"/>
                </a:cxn>
                <a:cxn ang="f161">
                  <a:pos x="f216" y="f218"/>
                </a:cxn>
                <a:cxn ang="f161">
                  <a:pos x="f208" y="f219"/>
                </a:cxn>
                <a:cxn ang="f161">
                  <a:pos x="f220" y="f221"/>
                </a:cxn>
                <a:cxn ang="f161">
                  <a:pos x="f222" y="f223"/>
                </a:cxn>
                <a:cxn ang="f161">
                  <a:pos x="f224" y="f225"/>
                </a:cxn>
                <a:cxn ang="f161">
                  <a:pos x="f226" y="f227"/>
                </a:cxn>
                <a:cxn ang="f161">
                  <a:pos x="f228" y="f209"/>
                </a:cxn>
                <a:cxn ang="f161">
                  <a:pos x="f229" y="f230"/>
                </a:cxn>
                <a:cxn ang="f161">
                  <a:pos x="f229" y="f231"/>
                </a:cxn>
                <a:cxn ang="f161">
                  <a:pos x="f199" y="f200"/>
                </a:cxn>
              </a:cxnLst>
              <a:rect l="f195" t="f198" r="f196" b="f197"/>
              <a:pathLst>
                <a:path w="369" h="826">
                  <a:moveTo>
                    <a:pt x="f9" y="f10"/>
                  </a:moveTo>
                  <a:cubicBezTo>
                    <a:pt x="f11" y="f6"/>
                    <a:pt x="f12" y="f13"/>
                    <a:pt x="f12" y="f13"/>
                  </a:cubicBezTo>
                  <a:cubicBezTo>
                    <a:pt x="f14" y="f15"/>
                    <a:pt x="f16" y="f17"/>
                    <a:pt x="f16" y="f18"/>
                  </a:cubicBezTo>
                  <a:cubicBezTo>
                    <a:pt x="f16" y="f18"/>
                    <a:pt x="f16" y="f18"/>
                    <a:pt x="f16" y="f18"/>
                  </a:cubicBezTo>
                  <a:cubicBezTo>
                    <a:pt x="f16" y="f19"/>
                    <a:pt x="f16" y="f19"/>
                    <a:pt x="f16" y="f19"/>
                  </a:cubicBezTo>
                  <a:cubicBezTo>
                    <a:pt x="f16" y="f19"/>
                    <a:pt x="f16" y="f20"/>
                    <a:pt x="f16" y="f20"/>
                  </a:cubicBezTo>
                  <a:cubicBezTo>
                    <a:pt x="f16" y="f21"/>
                    <a:pt x="f16" y="f21"/>
                    <a:pt x="f16" y="f21"/>
                  </a:cubicBezTo>
                  <a:cubicBezTo>
                    <a:pt x="f16" y="f22"/>
                    <a:pt x="f23" y="f24"/>
                    <a:pt x="f25" y="f26"/>
                  </a:cubicBezTo>
                  <a:cubicBezTo>
                    <a:pt x="f27" y="f28"/>
                    <a:pt x="f29" y="f30"/>
                    <a:pt x="f31" y="f32"/>
                  </a:cubicBezTo>
                  <a:cubicBezTo>
                    <a:pt x="f33" y="f34"/>
                    <a:pt x="f35" y="f36"/>
                    <a:pt x="f37" y="f38"/>
                  </a:cubicBezTo>
                  <a:cubicBezTo>
                    <a:pt x="f37" y="f38"/>
                    <a:pt x="f39" y="f40"/>
                    <a:pt x="f41" y="f42"/>
                  </a:cubicBezTo>
                  <a:cubicBezTo>
                    <a:pt x="f41" y="f42"/>
                    <a:pt x="f43" y="f44"/>
                    <a:pt x="f45" y="f46"/>
                  </a:cubicBezTo>
                  <a:cubicBezTo>
                    <a:pt x="f45" y="f46"/>
                    <a:pt x="f6" y="f47"/>
                    <a:pt x="f45" y="f48"/>
                  </a:cubicBezTo>
                  <a:cubicBezTo>
                    <a:pt x="f49" y="f8"/>
                    <a:pt x="f25" y="f50"/>
                    <a:pt x="f25" y="f50"/>
                  </a:cubicBezTo>
                  <a:cubicBezTo>
                    <a:pt x="f51" y="f50"/>
                    <a:pt x="f52" y="f53"/>
                    <a:pt x="f54" y="f55"/>
                  </a:cubicBezTo>
                  <a:cubicBezTo>
                    <a:pt x="f56" y="f57"/>
                    <a:pt x="f58" y="f59"/>
                    <a:pt x="f60" y="f61"/>
                  </a:cubicBezTo>
                  <a:cubicBezTo>
                    <a:pt x="f62" y="f63"/>
                    <a:pt x="f9" y="f64"/>
                    <a:pt x="f65" y="f66"/>
                  </a:cubicBezTo>
                  <a:cubicBezTo>
                    <a:pt x="f67" y="f68"/>
                    <a:pt x="f69" y="f70"/>
                    <a:pt x="f71" y="f72"/>
                  </a:cubicBezTo>
                  <a:cubicBezTo>
                    <a:pt x="f73" y="f34"/>
                    <a:pt x="f74" y="f75"/>
                    <a:pt x="f2" y="f26"/>
                  </a:cubicBezTo>
                  <a:cubicBezTo>
                    <a:pt x="f76" y="f77"/>
                    <a:pt x="f78" y="f79"/>
                    <a:pt x="f78" y="f80"/>
                  </a:cubicBezTo>
                  <a:cubicBezTo>
                    <a:pt x="f78" y="f14"/>
                    <a:pt x="f78" y="f14"/>
                    <a:pt x="f78" y="f14"/>
                  </a:cubicBezTo>
                  <a:cubicBezTo>
                    <a:pt x="f78" y="f14"/>
                    <a:pt x="f7" y="f81"/>
                    <a:pt x="f9" y="f10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1" name="Title 1">
            <a:extLst>
              <a:ext uri="{FF2B5EF4-FFF2-40B4-BE49-F238E27FC236}">
                <a16:creationId xmlns:a16="http://schemas.microsoft.com/office/drawing/2014/main" id="{00BDEC53-67BB-37A8-A028-AF5FF912F1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5045302" cy="3155868"/>
          </a:xfrm>
        </p:spPr>
        <p:txBody>
          <a:bodyPr/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5835477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2F2FC-FFBC-C1E3-18D6-E053688A937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07037-7D5F-565C-C0EB-ADFC82C5C48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31594" y="1913638"/>
            <a:ext cx="4787999" cy="4263316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3D5277-586F-A06E-F63F-C11DA979440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772403" y="1913638"/>
            <a:ext cx="4787999" cy="4263316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1414985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469D256-C4E1-049F-70F6-F0FFC9F4BC8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594" y="2189649"/>
            <a:ext cx="4790971" cy="578714"/>
          </a:xfrm>
        </p:spPr>
        <p:txBody>
          <a:bodyPr bIns="0" anchor="b">
            <a:noAutofit/>
          </a:bodyPr>
          <a:lstStyle>
            <a:lvl1pPr marL="0" indent="0">
              <a:buNone/>
              <a:defRPr sz="2100"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3D6E9E0F-EFC3-2CA5-17F0-3361F00BF3CC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31594" y="2717797"/>
            <a:ext cx="4790971" cy="3236189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F3B4838F-7C3A-7342-A52D-D768DEE3524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749588" y="2189649"/>
            <a:ext cx="4810813" cy="578714"/>
          </a:xfrm>
        </p:spPr>
        <p:txBody>
          <a:bodyPr bIns="0" anchor="b">
            <a:noAutofit/>
          </a:bodyPr>
          <a:lstStyle>
            <a:lvl1pPr marL="0" indent="0">
              <a:buNone/>
              <a:defRPr sz="2100"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0745CC02-1B8D-B157-5C55-252A99719017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749588" y="2717797"/>
            <a:ext cx="4810813" cy="3236189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itle 9">
            <a:extLst>
              <a:ext uri="{FF2B5EF4-FFF2-40B4-BE49-F238E27FC236}">
                <a16:creationId xmlns:a16="http://schemas.microsoft.com/office/drawing/2014/main" id="{D665BB44-34F7-92F9-2ECE-83A2931589B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0620855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BC828-298E-6489-860F-5E7F6281628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522584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626766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xt &amp;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34454-F38F-ECD4-E78B-69E3A61C57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4911361" cy="111283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04DE0-7EEA-BB26-4322-A2231BF93FEB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31594" y="1913638"/>
            <a:ext cx="4911361" cy="4062953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  <a:lvl4pPr marL="1600200" lvl="3">
              <a:spcBef>
                <a:spcPts val="500"/>
              </a:spcBef>
              <a:defRPr sz="1400"/>
            </a:lvl4pPr>
            <a:lvl5pPr marL="2057400" lvl="4"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A84ECFE9-D713-73CD-3593-4C160BCBEAC7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6651400" y="577855"/>
            <a:ext cx="4908782" cy="539874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cxnSp>
        <p:nvCxnSpPr>
          <p:cNvPr id="8" name="Straight Connector 11">
            <a:extLst>
              <a:ext uri="{FF2B5EF4-FFF2-40B4-BE49-F238E27FC236}">
                <a16:creationId xmlns:a16="http://schemas.microsoft.com/office/drawing/2014/main" id="{7EE31EF4-70D1-765D-A02D-2B79972146C0}"/>
              </a:ext>
            </a:extLst>
          </p:cNvPr>
          <p:cNvCxnSpPr/>
          <p:nvPr/>
        </p:nvCxnSpPr>
        <p:spPr>
          <a:xfrm>
            <a:off x="631594" y="466728"/>
            <a:ext cx="4911370" cy="0"/>
          </a:xfrm>
          <a:prstGeom prst="straightConnector1">
            <a:avLst/>
          </a:prstGeom>
          <a:noFill/>
          <a:ln w="25402" cap="rnd">
            <a:solidFill>
              <a:srgbClr val="26CAD3"/>
            </a:solidFill>
            <a:custDash>
              <a:ds d="300000" sp="0"/>
            </a:custDash>
            <a:miter/>
          </a:ln>
        </p:spPr>
      </p:cxnSp>
    </p:spTree>
    <p:extLst>
      <p:ext uri="{BB962C8B-B14F-4D97-AF65-F5344CB8AC3E}">
        <p14:creationId xmlns:p14="http://schemas.microsoft.com/office/powerpoint/2010/main" val="3914998257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5A9289DC-0B5A-281E-F94C-3355F5FEA32D}"/>
              </a:ext>
            </a:extLst>
          </p:cNvPr>
          <p:cNvSpPr/>
          <p:nvPr/>
        </p:nvSpPr>
        <p:spPr>
          <a:xfrm>
            <a:off x="1591" y="0"/>
            <a:ext cx="614997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874"/>
              <a:gd name="f7" fmla="val 4320"/>
              <a:gd name="f8" fmla="val 3067"/>
              <a:gd name="f9" fmla="val 3147"/>
              <a:gd name="f10" fmla="val 4246"/>
              <a:gd name="f11" fmla="val 3224"/>
              <a:gd name="f12" fmla="val 4165"/>
              <a:gd name="f13" fmla="val 3298"/>
              <a:gd name="f14" fmla="val 4078"/>
              <a:gd name="f15" fmla="val 3494"/>
              <a:gd name="f16" fmla="val 3846"/>
              <a:gd name="f17" fmla="val 3640"/>
              <a:gd name="f18" fmla="val 3559"/>
              <a:gd name="f19" fmla="val 3733"/>
              <a:gd name="f20" fmla="val 3215"/>
              <a:gd name="f21" fmla="val 3792"/>
              <a:gd name="f22" fmla="val 2992"/>
              <a:gd name="f23" fmla="val 3832"/>
              <a:gd name="f24" fmla="val 2741"/>
              <a:gd name="f25" fmla="val 3848"/>
              <a:gd name="f26" fmla="val 2463"/>
              <a:gd name="f27" fmla="val 3866"/>
              <a:gd name="f28" fmla="val 2183"/>
              <a:gd name="f29" fmla="val 1949"/>
              <a:gd name="f30" fmla="val 1761"/>
              <a:gd name="f31" fmla="val 941"/>
              <a:gd name="f32" fmla="+- 0 0 -90"/>
              <a:gd name="f33" fmla="*/ f3 1 3874"/>
              <a:gd name="f34" fmla="*/ f4 1 4320"/>
              <a:gd name="f35" fmla="+- f7 0 f5"/>
              <a:gd name="f36" fmla="+- f6 0 f5"/>
              <a:gd name="f37" fmla="*/ f32 f0 1"/>
              <a:gd name="f38" fmla="*/ f36 1 3874"/>
              <a:gd name="f39" fmla="*/ f35 1 4320"/>
              <a:gd name="f40" fmla="*/ 0 f36 1"/>
              <a:gd name="f41" fmla="*/ 0 f35 1"/>
              <a:gd name="f42" fmla="*/ 4320 f35 1"/>
              <a:gd name="f43" fmla="*/ 3067 f36 1"/>
              <a:gd name="f44" fmla="*/ 3298 f36 1"/>
              <a:gd name="f45" fmla="*/ 4078 f35 1"/>
              <a:gd name="f46" fmla="*/ 3733 f36 1"/>
              <a:gd name="f47" fmla="*/ 3215 f35 1"/>
              <a:gd name="f48" fmla="*/ 3848 f36 1"/>
              <a:gd name="f49" fmla="*/ 2463 f35 1"/>
              <a:gd name="f50" fmla="*/ 3874 f36 1"/>
              <a:gd name="f51" fmla="*/ 1761 f35 1"/>
              <a:gd name="f52" fmla="*/ f37 1 f2"/>
              <a:gd name="f53" fmla="*/ f40 1 3874"/>
              <a:gd name="f54" fmla="*/ f41 1 4320"/>
              <a:gd name="f55" fmla="*/ f42 1 4320"/>
              <a:gd name="f56" fmla="*/ f43 1 3874"/>
              <a:gd name="f57" fmla="*/ f44 1 3874"/>
              <a:gd name="f58" fmla="*/ f45 1 4320"/>
              <a:gd name="f59" fmla="*/ f46 1 3874"/>
              <a:gd name="f60" fmla="*/ f47 1 4320"/>
              <a:gd name="f61" fmla="*/ f48 1 3874"/>
              <a:gd name="f62" fmla="*/ f49 1 4320"/>
              <a:gd name="f63" fmla="*/ f50 1 3874"/>
              <a:gd name="f64" fmla="*/ f51 1 4320"/>
              <a:gd name="f65" fmla="*/ 0 1 f38"/>
              <a:gd name="f66" fmla="*/ f6 1 f38"/>
              <a:gd name="f67" fmla="*/ 0 1 f39"/>
              <a:gd name="f68" fmla="*/ f7 1 f39"/>
              <a:gd name="f69" fmla="+- f52 0 f1"/>
              <a:gd name="f70" fmla="*/ f53 1 f38"/>
              <a:gd name="f71" fmla="*/ f54 1 f39"/>
              <a:gd name="f72" fmla="*/ f55 1 f39"/>
              <a:gd name="f73" fmla="*/ f56 1 f38"/>
              <a:gd name="f74" fmla="*/ f57 1 f38"/>
              <a:gd name="f75" fmla="*/ f58 1 f39"/>
              <a:gd name="f76" fmla="*/ f59 1 f38"/>
              <a:gd name="f77" fmla="*/ f60 1 f39"/>
              <a:gd name="f78" fmla="*/ f61 1 f38"/>
              <a:gd name="f79" fmla="*/ f62 1 f39"/>
              <a:gd name="f80" fmla="*/ f63 1 f38"/>
              <a:gd name="f81" fmla="*/ f64 1 f39"/>
              <a:gd name="f82" fmla="*/ f65 f33 1"/>
              <a:gd name="f83" fmla="*/ f66 f33 1"/>
              <a:gd name="f84" fmla="*/ f68 f34 1"/>
              <a:gd name="f85" fmla="*/ f67 f34 1"/>
              <a:gd name="f86" fmla="*/ f70 f33 1"/>
              <a:gd name="f87" fmla="*/ f71 f34 1"/>
              <a:gd name="f88" fmla="*/ f72 f34 1"/>
              <a:gd name="f89" fmla="*/ f73 f33 1"/>
              <a:gd name="f90" fmla="*/ f74 f33 1"/>
              <a:gd name="f91" fmla="*/ f75 f34 1"/>
              <a:gd name="f92" fmla="*/ f76 f33 1"/>
              <a:gd name="f93" fmla="*/ f77 f34 1"/>
              <a:gd name="f94" fmla="*/ f78 f33 1"/>
              <a:gd name="f95" fmla="*/ f79 f34 1"/>
              <a:gd name="f96" fmla="*/ f80 f33 1"/>
              <a:gd name="f97" fmla="*/ f81 f3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69">
                <a:pos x="f86" y="f87"/>
              </a:cxn>
              <a:cxn ang="f69">
                <a:pos x="f86" y="f88"/>
              </a:cxn>
              <a:cxn ang="f69">
                <a:pos x="f89" y="f88"/>
              </a:cxn>
              <a:cxn ang="f69">
                <a:pos x="f90" y="f91"/>
              </a:cxn>
              <a:cxn ang="f69">
                <a:pos x="f92" y="f93"/>
              </a:cxn>
              <a:cxn ang="f69">
                <a:pos x="f94" y="f95"/>
              </a:cxn>
              <a:cxn ang="f69">
                <a:pos x="f96" y="f97"/>
              </a:cxn>
              <a:cxn ang="f69">
                <a:pos x="f96" y="f87"/>
              </a:cxn>
              <a:cxn ang="f69">
                <a:pos x="f86" y="f87"/>
              </a:cxn>
            </a:cxnLst>
            <a:rect l="f82" t="f85" r="f83" b="f84"/>
            <a:pathLst>
              <a:path w="3874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25" y="f26"/>
                </a:cubicBezTo>
                <a:cubicBezTo>
                  <a:pt x="f27" y="f28"/>
                  <a:pt x="f6" y="f29"/>
                  <a:pt x="f6" y="f30"/>
                </a:cubicBezTo>
                <a:cubicBezTo>
                  <a:pt x="f6" y="f30"/>
                  <a:pt x="f6" y="f31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D29F10A4-3003-6A8E-DD2F-1AC50675CF7D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868859" y="0"/>
            <a:ext cx="732313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9CB1E31-AAEB-FCC2-1024-CFCA573A68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0695" y="1793238"/>
            <a:ext cx="5003797" cy="3032763"/>
          </a:xfrm>
        </p:spPr>
        <p:txBody>
          <a:bodyPr/>
          <a:lstStyle>
            <a:lvl1pPr marL="227008" indent="-227008">
              <a:lnSpc>
                <a:spcPct val="85000"/>
              </a:lnSpc>
              <a:defRPr sz="3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80EE6758-3401-5374-CC7F-8A973E9B3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48761246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7">
            <a:extLst>
              <a:ext uri="{FF2B5EF4-FFF2-40B4-BE49-F238E27FC236}">
                <a16:creationId xmlns:a16="http://schemas.microsoft.com/office/drawing/2014/main" id="{E8B6C1FA-66B6-92FE-5021-22E90DEBBD7C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0" y="0"/>
            <a:ext cx="1219199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pic>
        <p:nvPicPr>
          <p:cNvPr id="3" name="Picture 8">
            <a:extLst>
              <a:ext uri="{FF2B5EF4-FFF2-40B4-BE49-F238E27FC236}">
                <a16:creationId xmlns:a16="http://schemas.microsoft.com/office/drawing/2014/main" id="{4CEA8223-8919-EF0F-97FB-5DC948C27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8D63489-052E-D675-230C-DFDDA36604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0695" y="574042"/>
            <a:ext cx="4053206" cy="2219962"/>
          </a:xfrm>
        </p:spPr>
        <p:txBody>
          <a:bodyPr/>
          <a:lstStyle>
            <a:lvl1pPr marL="177795" indent="-177795">
              <a:lnSpc>
                <a:spcPct val="85000"/>
              </a:lnSpc>
              <a:defRPr sz="2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0F25E0D5-B7A9-79AF-63C3-DA97BEE62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7783026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With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5E1BE3A0-6E9C-FAE2-4937-F29181B7DF1B}"/>
              </a:ext>
            </a:extLst>
          </p:cNvPr>
          <p:cNvSpPr/>
          <p:nvPr/>
        </p:nvSpPr>
        <p:spPr>
          <a:xfrm>
            <a:off x="1591" y="0"/>
            <a:ext cx="614997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874"/>
              <a:gd name="f7" fmla="val 4320"/>
              <a:gd name="f8" fmla="val 3067"/>
              <a:gd name="f9" fmla="val 3147"/>
              <a:gd name="f10" fmla="val 4246"/>
              <a:gd name="f11" fmla="val 3224"/>
              <a:gd name="f12" fmla="val 4165"/>
              <a:gd name="f13" fmla="val 3298"/>
              <a:gd name="f14" fmla="val 4078"/>
              <a:gd name="f15" fmla="val 3494"/>
              <a:gd name="f16" fmla="val 3846"/>
              <a:gd name="f17" fmla="val 3640"/>
              <a:gd name="f18" fmla="val 3559"/>
              <a:gd name="f19" fmla="val 3733"/>
              <a:gd name="f20" fmla="val 3215"/>
              <a:gd name="f21" fmla="val 3792"/>
              <a:gd name="f22" fmla="val 2992"/>
              <a:gd name="f23" fmla="val 3832"/>
              <a:gd name="f24" fmla="val 2741"/>
              <a:gd name="f25" fmla="val 3848"/>
              <a:gd name="f26" fmla="val 2463"/>
              <a:gd name="f27" fmla="val 3866"/>
              <a:gd name="f28" fmla="val 2183"/>
              <a:gd name="f29" fmla="val 1949"/>
              <a:gd name="f30" fmla="val 1761"/>
              <a:gd name="f31" fmla="val 941"/>
              <a:gd name="f32" fmla="+- 0 0 -90"/>
              <a:gd name="f33" fmla="*/ f3 1 3874"/>
              <a:gd name="f34" fmla="*/ f4 1 4320"/>
              <a:gd name="f35" fmla="+- f7 0 f5"/>
              <a:gd name="f36" fmla="+- f6 0 f5"/>
              <a:gd name="f37" fmla="*/ f32 f0 1"/>
              <a:gd name="f38" fmla="*/ f36 1 3874"/>
              <a:gd name="f39" fmla="*/ f35 1 4320"/>
              <a:gd name="f40" fmla="*/ 0 f36 1"/>
              <a:gd name="f41" fmla="*/ 0 f35 1"/>
              <a:gd name="f42" fmla="*/ 4320 f35 1"/>
              <a:gd name="f43" fmla="*/ 3067 f36 1"/>
              <a:gd name="f44" fmla="*/ 3298 f36 1"/>
              <a:gd name="f45" fmla="*/ 4078 f35 1"/>
              <a:gd name="f46" fmla="*/ 3733 f36 1"/>
              <a:gd name="f47" fmla="*/ 3215 f35 1"/>
              <a:gd name="f48" fmla="*/ 3848 f36 1"/>
              <a:gd name="f49" fmla="*/ 2463 f35 1"/>
              <a:gd name="f50" fmla="*/ 3874 f36 1"/>
              <a:gd name="f51" fmla="*/ 1761 f35 1"/>
              <a:gd name="f52" fmla="*/ f37 1 f2"/>
              <a:gd name="f53" fmla="*/ f40 1 3874"/>
              <a:gd name="f54" fmla="*/ f41 1 4320"/>
              <a:gd name="f55" fmla="*/ f42 1 4320"/>
              <a:gd name="f56" fmla="*/ f43 1 3874"/>
              <a:gd name="f57" fmla="*/ f44 1 3874"/>
              <a:gd name="f58" fmla="*/ f45 1 4320"/>
              <a:gd name="f59" fmla="*/ f46 1 3874"/>
              <a:gd name="f60" fmla="*/ f47 1 4320"/>
              <a:gd name="f61" fmla="*/ f48 1 3874"/>
              <a:gd name="f62" fmla="*/ f49 1 4320"/>
              <a:gd name="f63" fmla="*/ f50 1 3874"/>
              <a:gd name="f64" fmla="*/ f51 1 4320"/>
              <a:gd name="f65" fmla="*/ 0 1 f38"/>
              <a:gd name="f66" fmla="*/ f6 1 f38"/>
              <a:gd name="f67" fmla="*/ 0 1 f39"/>
              <a:gd name="f68" fmla="*/ f7 1 f39"/>
              <a:gd name="f69" fmla="+- f52 0 f1"/>
              <a:gd name="f70" fmla="*/ f53 1 f38"/>
              <a:gd name="f71" fmla="*/ f54 1 f39"/>
              <a:gd name="f72" fmla="*/ f55 1 f39"/>
              <a:gd name="f73" fmla="*/ f56 1 f38"/>
              <a:gd name="f74" fmla="*/ f57 1 f38"/>
              <a:gd name="f75" fmla="*/ f58 1 f39"/>
              <a:gd name="f76" fmla="*/ f59 1 f38"/>
              <a:gd name="f77" fmla="*/ f60 1 f39"/>
              <a:gd name="f78" fmla="*/ f61 1 f38"/>
              <a:gd name="f79" fmla="*/ f62 1 f39"/>
              <a:gd name="f80" fmla="*/ f63 1 f38"/>
              <a:gd name="f81" fmla="*/ f64 1 f39"/>
              <a:gd name="f82" fmla="*/ f65 f33 1"/>
              <a:gd name="f83" fmla="*/ f66 f33 1"/>
              <a:gd name="f84" fmla="*/ f68 f34 1"/>
              <a:gd name="f85" fmla="*/ f67 f34 1"/>
              <a:gd name="f86" fmla="*/ f70 f33 1"/>
              <a:gd name="f87" fmla="*/ f71 f34 1"/>
              <a:gd name="f88" fmla="*/ f72 f34 1"/>
              <a:gd name="f89" fmla="*/ f73 f33 1"/>
              <a:gd name="f90" fmla="*/ f74 f33 1"/>
              <a:gd name="f91" fmla="*/ f75 f34 1"/>
              <a:gd name="f92" fmla="*/ f76 f33 1"/>
              <a:gd name="f93" fmla="*/ f77 f34 1"/>
              <a:gd name="f94" fmla="*/ f78 f33 1"/>
              <a:gd name="f95" fmla="*/ f79 f34 1"/>
              <a:gd name="f96" fmla="*/ f80 f33 1"/>
              <a:gd name="f97" fmla="*/ f81 f3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69">
                <a:pos x="f86" y="f87"/>
              </a:cxn>
              <a:cxn ang="f69">
                <a:pos x="f86" y="f88"/>
              </a:cxn>
              <a:cxn ang="f69">
                <a:pos x="f89" y="f88"/>
              </a:cxn>
              <a:cxn ang="f69">
                <a:pos x="f90" y="f91"/>
              </a:cxn>
              <a:cxn ang="f69">
                <a:pos x="f92" y="f93"/>
              </a:cxn>
              <a:cxn ang="f69">
                <a:pos x="f94" y="f95"/>
              </a:cxn>
              <a:cxn ang="f69">
                <a:pos x="f96" y="f97"/>
              </a:cxn>
              <a:cxn ang="f69">
                <a:pos x="f96" y="f87"/>
              </a:cxn>
              <a:cxn ang="f69">
                <a:pos x="f86" y="f87"/>
              </a:cxn>
            </a:cxnLst>
            <a:rect l="f82" t="f85" r="f83" b="f84"/>
            <a:pathLst>
              <a:path w="3874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25" y="f26"/>
                </a:cubicBezTo>
                <a:cubicBezTo>
                  <a:pt x="f27" y="f28"/>
                  <a:pt x="f6" y="f29"/>
                  <a:pt x="f6" y="f30"/>
                </a:cubicBezTo>
                <a:cubicBezTo>
                  <a:pt x="f6" y="f30"/>
                  <a:pt x="f6" y="f31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14FC6A02-07D4-7F1D-8CAB-077859045BAB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868859" y="0"/>
            <a:ext cx="732313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pic>
        <p:nvPicPr>
          <p:cNvPr id="8" name="Picture 11">
            <a:extLst>
              <a:ext uri="{FF2B5EF4-FFF2-40B4-BE49-F238E27FC236}">
                <a16:creationId xmlns:a16="http://schemas.microsoft.com/office/drawing/2014/main" id="{2B7DC527-6DCA-2DAC-BE3B-B0952A844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ED799A8-5F08-E0C5-B3F8-448FE509079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594" y="1593131"/>
            <a:ext cx="4505550" cy="3723409"/>
          </a:xfrm>
        </p:spPr>
        <p:txBody>
          <a:bodyPr>
            <a:noAutofit/>
          </a:bodyPr>
          <a:lstStyle>
            <a:lvl1pPr marL="0" indent="0">
              <a:spcBef>
                <a:spcPts val="3600"/>
              </a:spcBef>
              <a:buNone/>
              <a:defRPr sz="2600" b="1">
                <a:solidFill>
                  <a:srgbClr val="26CAD3"/>
                </a:solidFill>
              </a:defRPr>
            </a:lvl1pPr>
            <a:lvl2pPr marL="0" lvl="1" indent="0">
              <a:spcBef>
                <a:spcPts val="500"/>
              </a:spcBef>
              <a:buNone/>
              <a:defRPr sz="2600"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76944314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Only Layou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>
            <a:extLst>
              <a:ext uri="{FF2B5EF4-FFF2-40B4-BE49-F238E27FC236}">
                <a16:creationId xmlns:a16="http://schemas.microsoft.com/office/drawing/2014/main" id="{CAE90E54-69EA-62F1-6B19-0B1D7DC459BE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  <p:grpSp>
        <p:nvGrpSpPr>
          <p:cNvPr id="6" name="Group 4">
            <a:extLst>
              <a:ext uri="{FF2B5EF4-FFF2-40B4-BE49-F238E27FC236}">
                <a16:creationId xmlns:a16="http://schemas.microsoft.com/office/drawing/2014/main" id="{C1175AAB-B76C-9555-1B1F-6FE700AB7398}"/>
              </a:ext>
            </a:extLst>
          </p:cNvPr>
          <p:cNvGrpSpPr/>
          <p:nvPr/>
        </p:nvGrpSpPr>
        <p:grpSpPr>
          <a:xfrm>
            <a:off x="9916997" y="301660"/>
            <a:ext cx="1940676" cy="3432063"/>
            <a:chOff x="9916997" y="301660"/>
            <a:chExt cx="1940676" cy="3432063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EF5BEFEE-49C1-6470-3BEC-ED28DBDD5962}"/>
                </a:ext>
              </a:extLst>
            </p:cNvPr>
            <p:cNvSpPr/>
            <p:nvPr/>
          </p:nvSpPr>
          <p:spPr>
            <a:xfrm>
              <a:off x="10334100" y="301660"/>
              <a:ext cx="705459" cy="67058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22"/>
                <a:gd name="f7" fmla="val 211"/>
                <a:gd name="f8" fmla="val 32"/>
                <a:gd name="f9" fmla="val 183"/>
                <a:gd name="f10" fmla="val 54"/>
                <a:gd name="f11" fmla="val 202"/>
                <a:gd name="f12" fmla="val 80"/>
                <a:gd name="f13" fmla="val 111"/>
                <a:gd name="f14" fmla="val 142"/>
                <a:gd name="f15" fmla="val 168"/>
                <a:gd name="f16" fmla="val 190"/>
                <a:gd name="f17" fmla="val 164"/>
                <a:gd name="f18" fmla="val 139"/>
                <a:gd name="f19" fmla="val 106"/>
                <a:gd name="f20" fmla="val 74"/>
                <a:gd name="f21" fmla="val 48"/>
                <a:gd name="f22" fmla="val 29"/>
                <a:gd name="f23" fmla="val 10"/>
                <a:gd name="f24" fmla="val 11"/>
                <a:gd name="f25" fmla="+- 0 0 -90"/>
                <a:gd name="f26" fmla="*/ f3 1 222"/>
                <a:gd name="f27" fmla="*/ f4 1 211"/>
                <a:gd name="f28" fmla="+- f7 0 f5"/>
                <a:gd name="f29" fmla="+- f6 0 f5"/>
                <a:gd name="f30" fmla="*/ f25 f0 1"/>
                <a:gd name="f31" fmla="*/ f29 1 222"/>
                <a:gd name="f32" fmla="*/ f28 1 211"/>
                <a:gd name="f33" fmla="*/ 32 f29 1"/>
                <a:gd name="f34" fmla="*/ 183 f28 1"/>
                <a:gd name="f35" fmla="*/ 111 f29 1"/>
                <a:gd name="f36" fmla="*/ 211 f28 1"/>
                <a:gd name="f37" fmla="*/ 190 f29 1"/>
                <a:gd name="f38" fmla="*/ 222 f29 1"/>
                <a:gd name="f39" fmla="*/ 106 f28 1"/>
                <a:gd name="f40" fmla="*/ 29 f28 1"/>
                <a:gd name="f41" fmla="*/ 0 f28 1"/>
                <a:gd name="f42" fmla="*/ 0 f29 1"/>
                <a:gd name="f43" fmla="*/ f30 1 f2"/>
                <a:gd name="f44" fmla="*/ f33 1 222"/>
                <a:gd name="f45" fmla="*/ f34 1 211"/>
                <a:gd name="f46" fmla="*/ f35 1 222"/>
                <a:gd name="f47" fmla="*/ f36 1 211"/>
                <a:gd name="f48" fmla="*/ f37 1 222"/>
                <a:gd name="f49" fmla="*/ f38 1 222"/>
                <a:gd name="f50" fmla="*/ f39 1 211"/>
                <a:gd name="f51" fmla="*/ f40 1 211"/>
                <a:gd name="f52" fmla="*/ f41 1 211"/>
                <a:gd name="f53" fmla="*/ f42 1 222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222" h="211">
                  <a:moveTo>
                    <a:pt x="f8" y="f9"/>
                  </a:moveTo>
                  <a:cubicBezTo>
                    <a:pt x="f10" y="f11"/>
                    <a:pt x="f12" y="f7"/>
                    <a:pt x="f13" y="f7"/>
                  </a:cubicBezTo>
                  <a:cubicBezTo>
                    <a:pt x="f14" y="f7"/>
                    <a:pt x="f15" y="f11"/>
                    <a:pt x="f16" y="f9"/>
                  </a:cubicBezTo>
                  <a:cubicBezTo>
                    <a:pt x="f7" y="f17"/>
                    <a:pt x="f6" y="f18"/>
                    <a:pt x="f6" y="f19"/>
                  </a:cubicBezTo>
                  <a:cubicBezTo>
                    <a:pt x="f6" y="f20"/>
                    <a:pt x="f7" y="f21"/>
                    <a:pt x="f16" y="f22"/>
                  </a:cubicBezTo>
                  <a:cubicBezTo>
                    <a:pt x="f15" y="f23"/>
                    <a:pt x="f14" y="f5"/>
                    <a:pt x="f13" y="f5"/>
                  </a:cubicBezTo>
                  <a:cubicBezTo>
                    <a:pt x="f12" y="f5"/>
                    <a:pt x="f10" y="f23"/>
                    <a:pt x="f8" y="f22"/>
                  </a:cubicBezTo>
                  <a:cubicBezTo>
                    <a:pt x="f24" y="f21"/>
                    <a:pt x="f5" y="f20"/>
                    <a:pt x="f5" y="f19"/>
                  </a:cubicBezTo>
                  <a:cubicBezTo>
                    <a:pt x="f5" y="f18"/>
                    <a:pt x="f24" y="f1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BCEC27E2-C79F-C54B-E6E1-51961365F8D8}"/>
                </a:ext>
              </a:extLst>
            </p:cNvPr>
            <p:cNvSpPr/>
            <p:nvPr/>
          </p:nvSpPr>
          <p:spPr>
            <a:xfrm>
              <a:off x="11240737" y="1162696"/>
              <a:ext cx="616936" cy="58743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4"/>
                <a:gd name="f7" fmla="val 185"/>
                <a:gd name="f8" fmla="val 166"/>
                <a:gd name="f9" fmla="val 26"/>
                <a:gd name="f10" fmla="val 147"/>
                <a:gd name="f11" fmla="val 9"/>
                <a:gd name="f12" fmla="val 124"/>
                <a:gd name="f13" fmla="val 97"/>
                <a:gd name="f14" fmla="val 70"/>
                <a:gd name="f15" fmla="val 47"/>
                <a:gd name="f16" fmla="val 29"/>
                <a:gd name="f17" fmla="val 10"/>
                <a:gd name="f18" fmla="val 42"/>
                <a:gd name="f19" fmla="val 65"/>
                <a:gd name="f20" fmla="val 93"/>
                <a:gd name="f21" fmla="val 122"/>
                <a:gd name="f22" fmla="val 144"/>
                <a:gd name="f23" fmla="val 161"/>
                <a:gd name="f24" fmla="val 177"/>
                <a:gd name="f25" fmla="+- 0 0 -90"/>
                <a:gd name="f26" fmla="*/ f3 1 194"/>
                <a:gd name="f27" fmla="*/ f4 1 185"/>
                <a:gd name="f28" fmla="+- f7 0 f5"/>
                <a:gd name="f29" fmla="+- f6 0 f5"/>
                <a:gd name="f30" fmla="*/ f25 f0 1"/>
                <a:gd name="f31" fmla="*/ f29 1 194"/>
                <a:gd name="f32" fmla="*/ f28 1 185"/>
                <a:gd name="f33" fmla="*/ 166 f29 1"/>
                <a:gd name="f34" fmla="*/ 26 f28 1"/>
                <a:gd name="f35" fmla="*/ 97 f29 1"/>
                <a:gd name="f36" fmla="*/ 0 f28 1"/>
                <a:gd name="f37" fmla="*/ 29 f29 1"/>
                <a:gd name="f38" fmla="*/ 0 f29 1"/>
                <a:gd name="f39" fmla="*/ 93 f28 1"/>
                <a:gd name="f40" fmla="*/ 161 f28 1"/>
                <a:gd name="f41" fmla="*/ 185 f28 1"/>
                <a:gd name="f42" fmla="*/ 194 f29 1"/>
                <a:gd name="f43" fmla="*/ f30 1 f2"/>
                <a:gd name="f44" fmla="*/ f33 1 194"/>
                <a:gd name="f45" fmla="*/ f34 1 185"/>
                <a:gd name="f46" fmla="*/ f35 1 194"/>
                <a:gd name="f47" fmla="*/ f36 1 185"/>
                <a:gd name="f48" fmla="*/ f37 1 194"/>
                <a:gd name="f49" fmla="*/ f38 1 194"/>
                <a:gd name="f50" fmla="*/ f39 1 185"/>
                <a:gd name="f51" fmla="*/ f40 1 185"/>
                <a:gd name="f52" fmla="*/ f41 1 185"/>
                <a:gd name="f53" fmla="*/ f42 1 194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194" h="185">
                  <a:moveTo>
                    <a:pt x="f8" y="f9"/>
                  </a:moveTo>
                  <a:cubicBezTo>
                    <a:pt x="f10" y="f11"/>
                    <a:pt x="f12" y="f5"/>
                    <a:pt x="f13" y="f5"/>
                  </a:cubicBezTo>
                  <a:cubicBezTo>
                    <a:pt x="f14" y="f5"/>
                    <a:pt x="f15" y="f11"/>
                    <a:pt x="f16" y="f9"/>
                  </a:cubicBezTo>
                  <a:cubicBezTo>
                    <a:pt x="f17" y="f18"/>
                    <a:pt x="f5" y="f19"/>
                    <a:pt x="f5" y="f20"/>
                  </a:cubicBezTo>
                  <a:cubicBezTo>
                    <a:pt x="f5" y="f21"/>
                    <a:pt x="f17" y="f22"/>
                    <a:pt x="f16" y="f23"/>
                  </a:cubicBezTo>
                  <a:cubicBezTo>
                    <a:pt x="f15" y="f24"/>
                    <a:pt x="f14" y="f7"/>
                    <a:pt x="f13" y="f7"/>
                  </a:cubicBezTo>
                  <a:cubicBezTo>
                    <a:pt x="f12" y="f7"/>
                    <a:pt x="f10" y="f24"/>
                    <a:pt x="f8" y="f23"/>
                  </a:cubicBezTo>
                  <a:cubicBezTo>
                    <a:pt x="f7" y="f22"/>
                    <a:pt x="f6" y="f21"/>
                    <a:pt x="f6" y="f20"/>
                  </a:cubicBezTo>
                  <a:cubicBezTo>
                    <a:pt x="f6" y="f19"/>
                    <a:pt x="f7" y="f18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F9F138A5-2143-004F-52E2-51EAB00A116C}"/>
                </a:ext>
              </a:extLst>
            </p:cNvPr>
            <p:cNvSpPr/>
            <p:nvPr/>
          </p:nvSpPr>
          <p:spPr>
            <a:xfrm>
              <a:off x="11234034" y="1845350"/>
              <a:ext cx="611578" cy="985759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2"/>
                <a:gd name="f7" fmla="val 310"/>
                <a:gd name="f8" fmla="val 33"/>
                <a:gd name="f9" fmla="val 308"/>
                <a:gd name="f10" fmla="val 133"/>
                <a:gd name="f11" fmla="val 264"/>
                <a:gd name="f12" fmla="val 198"/>
                <a:gd name="f13" fmla="val 114"/>
                <a:gd name="f14" fmla="val 41"/>
                <a:gd name="f15" fmla="val 149"/>
                <a:gd name="f16" fmla="val 96"/>
                <a:gd name="f17" fmla="val 43"/>
                <a:gd name="f18" fmla="val 38"/>
                <a:gd name="f19" fmla="val 90"/>
                <a:gd name="f20" fmla="val 122"/>
                <a:gd name="f21" fmla="val 14"/>
                <a:gd name="f22" fmla="val 153"/>
                <a:gd name="f23" fmla="val 44"/>
                <a:gd name="f24" fmla="val 169"/>
                <a:gd name="f25" fmla="val 26"/>
                <a:gd name="f26" fmla="val 194"/>
                <a:gd name="f27" fmla="val 18"/>
                <a:gd name="f28" fmla="val 221"/>
                <a:gd name="f29" fmla="val 250"/>
                <a:gd name="f30" fmla="val 266"/>
                <a:gd name="f31" fmla="val 20"/>
                <a:gd name="f32" fmla="val 283"/>
                <a:gd name="f33" fmla="val 24"/>
                <a:gd name="f34" fmla="val 302"/>
                <a:gd name="f35" fmla="+- 0 0 -90"/>
                <a:gd name="f36" fmla="*/ f3 1 192"/>
                <a:gd name="f37" fmla="*/ f4 1 310"/>
                <a:gd name="f38" fmla="+- f7 0 f5"/>
                <a:gd name="f39" fmla="+- f6 0 f5"/>
                <a:gd name="f40" fmla="*/ f35 f0 1"/>
                <a:gd name="f41" fmla="*/ f39 1 192"/>
                <a:gd name="f42" fmla="*/ f38 1 310"/>
                <a:gd name="f43" fmla="*/ 33 f39 1"/>
                <a:gd name="f44" fmla="*/ 308 f38 1"/>
                <a:gd name="f45" fmla="*/ 192 f39 1"/>
                <a:gd name="f46" fmla="*/ 114 f38 1"/>
                <a:gd name="f47" fmla="*/ 96 f39 1"/>
                <a:gd name="f48" fmla="*/ 0 f38 1"/>
                <a:gd name="f49" fmla="*/ 0 f39 1"/>
                <a:gd name="f50" fmla="*/ 90 f38 1"/>
                <a:gd name="f51" fmla="*/ 44 f39 1"/>
                <a:gd name="f52" fmla="*/ 169 f38 1"/>
                <a:gd name="f53" fmla="*/ 18 f39 1"/>
                <a:gd name="f54" fmla="*/ 250 f38 1"/>
                <a:gd name="f55" fmla="*/ 24 f39 1"/>
                <a:gd name="f56" fmla="*/ 302 f38 1"/>
                <a:gd name="f57" fmla="*/ f40 1 f2"/>
                <a:gd name="f58" fmla="*/ f43 1 192"/>
                <a:gd name="f59" fmla="*/ f44 1 310"/>
                <a:gd name="f60" fmla="*/ f45 1 192"/>
                <a:gd name="f61" fmla="*/ f46 1 310"/>
                <a:gd name="f62" fmla="*/ f47 1 192"/>
                <a:gd name="f63" fmla="*/ f48 1 310"/>
                <a:gd name="f64" fmla="*/ f49 1 192"/>
                <a:gd name="f65" fmla="*/ f50 1 310"/>
                <a:gd name="f66" fmla="*/ f51 1 192"/>
                <a:gd name="f67" fmla="*/ f52 1 310"/>
                <a:gd name="f68" fmla="*/ f53 1 192"/>
                <a:gd name="f69" fmla="*/ f54 1 310"/>
                <a:gd name="f70" fmla="*/ f55 1 192"/>
                <a:gd name="f71" fmla="*/ f56 1 310"/>
                <a:gd name="f72" fmla="*/ 0 1 f41"/>
                <a:gd name="f73" fmla="*/ f6 1 f41"/>
                <a:gd name="f74" fmla="*/ 0 1 f42"/>
                <a:gd name="f75" fmla="*/ f7 1 f42"/>
                <a:gd name="f76" fmla="+- f57 0 f1"/>
                <a:gd name="f77" fmla="*/ f58 1 f41"/>
                <a:gd name="f78" fmla="*/ f59 1 f42"/>
                <a:gd name="f79" fmla="*/ f60 1 f41"/>
                <a:gd name="f80" fmla="*/ f61 1 f42"/>
                <a:gd name="f81" fmla="*/ f62 1 f41"/>
                <a:gd name="f82" fmla="*/ f63 1 f42"/>
                <a:gd name="f83" fmla="*/ f64 1 f41"/>
                <a:gd name="f84" fmla="*/ f65 1 f42"/>
                <a:gd name="f85" fmla="*/ f66 1 f41"/>
                <a:gd name="f86" fmla="*/ f67 1 f42"/>
                <a:gd name="f87" fmla="*/ f68 1 f41"/>
                <a:gd name="f88" fmla="*/ f69 1 f42"/>
                <a:gd name="f89" fmla="*/ f70 1 f41"/>
                <a:gd name="f90" fmla="*/ f71 1 f42"/>
                <a:gd name="f91" fmla="*/ f72 f36 1"/>
                <a:gd name="f92" fmla="*/ f73 f36 1"/>
                <a:gd name="f93" fmla="*/ f75 f37 1"/>
                <a:gd name="f94" fmla="*/ f74 f37 1"/>
                <a:gd name="f95" fmla="*/ f77 f36 1"/>
                <a:gd name="f96" fmla="*/ f78 f37 1"/>
                <a:gd name="f97" fmla="*/ f79 f36 1"/>
                <a:gd name="f98" fmla="*/ f80 f37 1"/>
                <a:gd name="f99" fmla="*/ f81 f36 1"/>
                <a:gd name="f100" fmla="*/ f82 f37 1"/>
                <a:gd name="f101" fmla="*/ f83 f36 1"/>
                <a:gd name="f102" fmla="*/ f84 f37 1"/>
                <a:gd name="f103" fmla="*/ f85 f36 1"/>
                <a:gd name="f104" fmla="*/ f86 f37 1"/>
                <a:gd name="f105" fmla="*/ f87 f36 1"/>
                <a:gd name="f106" fmla="*/ f88 f37 1"/>
                <a:gd name="f107" fmla="*/ f89 f36 1"/>
                <a:gd name="f108" fmla="*/ f90 f3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76">
                  <a:pos x="f95" y="f96"/>
                </a:cxn>
                <a:cxn ang="f76">
                  <a:pos x="f97" y="f98"/>
                </a:cxn>
                <a:cxn ang="f76">
                  <a:pos x="f99" y="f100"/>
                </a:cxn>
                <a:cxn ang="f76">
                  <a:pos x="f101" y="f102"/>
                </a:cxn>
                <a:cxn ang="f76">
                  <a:pos x="f103" y="f104"/>
                </a:cxn>
                <a:cxn ang="f76">
                  <a:pos x="f105" y="f106"/>
                </a:cxn>
                <a:cxn ang="f76">
                  <a:pos x="f107" y="f108"/>
                </a:cxn>
                <a:cxn ang="f76">
                  <a:pos x="f95" y="f96"/>
                </a:cxn>
              </a:cxnLst>
              <a:rect l="f91" t="f94" r="f92" b="f93"/>
              <a:pathLst>
                <a:path w="192" h="310">
                  <a:moveTo>
                    <a:pt x="f8" y="f9"/>
                  </a:moveTo>
                  <a:cubicBezTo>
                    <a:pt x="f10" y="f11"/>
                    <a:pt x="f6" y="f12"/>
                    <a:pt x="f6" y="f13"/>
                  </a:cubicBezTo>
                  <a:cubicBezTo>
                    <a:pt x="f6" y="f14"/>
                    <a:pt x="f15" y="f5"/>
                    <a:pt x="f16" y="f5"/>
                  </a:cubicBezTo>
                  <a:cubicBezTo>
                    <a:pt x="f17" y="f5"/>
                    <a:pt x="f5" y="f18"/>
                    <a:pt x="f5" y="f19"/>
                  </a:cubicBezTo>
                  <a:cubicBezTo>
                    <a:pt x="f5" y="f20"/>
                    <a:pt x="f21" y="f22"/>
                    <a:pt x="f23" y="f24"/>
                  </a:cubicBezTo>
                  <a:cubicBezTo>
                    <a:pt x="f25" y="f26"/>
                    <a:pt x="f27" y="f28"/>
                    <a:pt x="f27" y="f29"/>
                  </a:cubicBezTo>
                  <a:cubicBezTo>
                    <a:pt x="f27" y="f30"/>
                    <a:pt x="f31" y="f32"/>
                    <a:pt x="f33" y="f34"/>
                  </a:cubicBezTo>
                  <a:cubicBezTo>
                    <a:pt x="f33" y="f34"/>
                    <a:pt x="f25" y="f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1711B4FB-BD90-EB99-4785-7E15FF910D7A}"/>
                </a:ext>
              </a:extLst>
            </p:cNvPr>
            <p:cNvSpPr/>
            <p:nvPr/>
          </p:nvSpPr>
          <p:spPr>
            <a:xfrm>
              <a:off x="9916997" y="1109048"/>
              <a:ext cx="1173522" cy="2624675"/>
            </a:xfrm>
            <a:custGeom>
              <a:avLst/>
              <a:gdLst>
                <a:gd name="f0" fmla="val 10800000"/>
                <a:gd name="f1" fmla="val 5400000"/>
                <a:gd name="f2" fmla="val 360"/>
                <a:gd name="f3" fmla="val 180"/>
                <a:gd name="f4" fmla="val w"/>
                <a:gd name="f5" fmla="val h"/>
                <a:gd name="f6" fmla="val 0"/>
                <a:gd name="f7" fmla="val 369"/>
                <a:gd name="f8" fmla="val 826"/>
                <a:gd name="f9" fmla="val 294"/>
                <a:gd name="f10" fmla="val 28"/>
                <a:gd name="f11" fmla="val 203"/>
                <a:gd name="f12" fmla="val 146"/>
                <a:gd name="f13" fmla="val 26"/>
                <a:gd name="f14" fmla="val 141"/>
                <a:gd name="f15" fmla="val 29"/>
                <a:gd name="f16" fmla="val 137"/>
                <a:gd name="f17" fmla="val 34"/>
                <a:gd name="f18" fmla="val 40"/>
                <a:gd name="f19" fmla="val 246"/>
                <a:gd name="f20" fmla="val 247"/>
                <a:gd name="f21" fmla="val 552"/>
                <a:gd name="f22" fmla="val 569"/>
                <a:gd name="f23" fmla="val 135"/>
                <a:gd name="f24" fmla="val 584"/>
                <a:gd name="f25" fmla="val 132"/>
                <a:gd name="f26" fmla="val 598"/>
                <a:gd name="f27" fmla="val 129"/>
                <a:gd name="f28" fmla="val 612"/>
                <a:gd name="f29" fmla="val 124"/>
                <a:gd name="f30" fmla="val 624"/>
                <a:gd name="f31" fmla="val 115"/>
                <a:gd name="f32" fmla="val 635"/>
                <a:gd name="f33" fmla="val 107"/>
                <a:gd name="f34" fmla="val 645"/>
                <a:gd name="f35" fmla="val 95"/>
                <a:gd name="f36" fmla="val 654"/>
                <a:gd name="f37" fmla="val 80"/>
                <a:gd name="f38" fmla="val 661"/>
                <a:gd name="f39" fmla="val 55"/>
                <a:gd name="f40" fmla="val 672"/>
                <a:gd name="f41" fmla="val 15"/>
                <a:gd name="f42" fmla="val 675"/>
                <a:gd name="f43" fmla="val 5"/>
                <a:gd name="f44" fmla="val 676"/>
                <a:gd name="f45" fmla="val 4"/>
                <a:gd name="f46" fmla="val 686"/>
                <a:gd name="f47" fmla="val 758"/>
                <a:gd name="f48" fmla="val 781"/>
                <a:gd name="f49" fmla="val 6"/>
                <a:gd name="f50" fmla="val 824"/>
                <a:gd name="f51" fmla="val 148"/>
                <a:gd name="f52" fmla="val 167"/>
                <a:gd name="f53" fmla="val 821"/>
                <a:gd name="f54" fmla="val 189"/>
                <a:gd name="f55" fmla="val 816"/>
                <a:gd name="f56" fmla="val 210"/>
                <a:gd name="f57" fmla="val 811"/>
                <a:gd name="f58" fmla="val 232"/>
                <a:gd name="f59" fmla="val 802"/>
                <a:gd name="f60" fmla="val 253"/>
                <a:gd name="f61" fmla="val 789"/>
                <a:gd name="f62" fmla="val 275"/>
                <a:gd name="f63" fmla="val 777"/>
                <a:gd name="f64" fmla="val 760"/>
                <a:gd name="f65" fmla="val 311"/>
                <a:gd name="f66" fmla="val 740"/>
                <a:gd name="f67" fmla="val 329"/>
                <a:gd name="f68" fmla="val 720"/>
                <a:gd name="f69" fmla="val 341"/>
                <a:gd name="f70" fmla="val 694"/>
                <a:gd name="f71" fmla="val 350"/>
                <a:gd name="f72" fmla="val 664"/>
                <a:gd name="f73" fmla="val 355"/>
                <a:gd name="f74" fmla="val 358"/>
                <a:gd name="f75" fmla="val 623"/>
                <a:gd name="f76" fmla="val 361"/>
                <a:gd name="f77" fmla="val 574"/>
                <a:gd name="f78" fmla="val 362"/>
                <a:gd name="f79" fmla="val 553"/>
                <a:gd name="f80" fmla="val 536"/>
                <a:gd name="f81" fmla="val 51"/>
                <a:gd name="f82" fmla="+- 0 0 -90"/>
                <a:gd name="f83" fmla="*/ f4 1 369"/>
                <a:gd name="f84" fmla="*/ f5 1 826"/>
                <a:gd name="f85" fmla="+- f8 0 f6"/>
                <a:gd name="f86" fmla="+- f7 0 f6"/>
                <a:gd name="f87" fmla="*/ f82 f0 1"/>
                <a:gd name="f88" fmla="*/ f86 1 369"/>
                <a:gd name="f89" fmla="*/ f85 1 826"/>
                <a:gd name="f90" fmla="*/ 294 f86 1"/>
                <a:gd name="f91" fmla="*/ 28 f85 1"/>
                <a:gd name="f92" fmla="*/ 146 f86 1"/>
                <a:gd name="f93" fmla="*/ 26 f85 1"/>
                <a:gd name="f94" fmla="*/ 137 f86 1"/>
                <a:gd name="f95" fmla="*/ 40 f85 1"/>
                <a:gd name="f96" fmla="*/ 246 f85 1"/>
                <a:gd name="f97" fmla="*/ 247 f85 1"/>
                <a:gd name="f98" fmla="*/ 552 f85 1"/>
                <a:gd name="f99" fmla="*/ 132 f86 1"/>
                <a:gd name="f100" fmla="*/ 598 f85 1"/>
                <a:gd name="f101" fmla="*/ 115 f86 1"/>
                <a:gd name="f102" fmla="*/ 635 f85 1"/>
                <a:gd name="f103" fmla="*/ 80 f86 1"/>
                <a:gd name="f104" fmla="*/ 661 f85 1"/>
                <a:gd name="f105" fmla="*/ 15 f86 1"/>
                <a:gd name="f106" fmla="*/ 675 f85 1"/>
                <a:gd name="f107" fmla="*/ 4 f86 1"/>
                <a:gd name="f108" fmla="*/ 686 f85 1"/>
                <a:gd name="f109" fmla="*/ 781 f85 1"/>
                <a:gd name="f110" fmla="*/ 824 f85 1"/>
                <a:gd name="f111" fmla="*/ 189 f86 1"/>
                <a:gd name="f112" fmla="*/ 816 f85 1"/>
                <a:gd name="f113" fmla="*/ 253 f86 1"/>
                <a:gd name="f114" fmla="*/ 789 f85 1"/>
                <a:gd name="f115" fmla="*/ 311 f86 1"/>
                <a:gd name="f116" fmla="*/ 740 f85 1"/>
                <a:gd name="f117" fmla="*/ 350 f86 1"/>
                <a:gd name="f118" fmla="*/ 664 f85 1"/>
                <a:gd name="f119" fmla="*/ 360 f86 1"/>
                <a:gd name="f120" fmla="*/ 362 f86 1"/>
                <a:gd name="f121" fmla="*/ 536 f85 1"/>
                <a:gd name="f122" fmla="*/ 141 f85 1"/>
                <a:gd name="f123" fmla="*/ f87 1 f3"/>
                <a:gd name="f124" fmla="*/ f90 1 369"/>
                <a:gd name="f125" fmla="*/ f91 1 826"/>
                <a:gd name="f126" fmla="*/ f92 1 369"/>
                <a:gd name="f127" fmla="*/ f93 1 826"/>
                <a:gd name="f128" fmla="*/ f94 1 369"/>
                <a:gd name="f129" fmla="*/ f95 1 826"/>
                <a:gd name="f130" fmla="*/ f96 1 826"/>
                <a:gd name="f131" fmla="*/ f97 1 826"/>
                <a:gd name="f132" fmla="*/ f98 1 826"/>
                <a:gd name="f133" fmla="*/ f99 1 369"/>
                <a:gd name="f134" fmla="*/ f100 1 826"/>
                <a:gd name="f135" fmla="*/ f101 1 369"/>
                <a:gd name="f136" fmla="*/ f102 1 826"/>
                <a:gd name="f137" fmla="*/ f103 1 369"/>
                <a:gd name="f138" fmla="*/ f104 1 826"/>
                <a:gd name="f139" fmla="*/ f105 1 369"/>
                <a:gd name="f140" fmla="*/ f106 1 826"/>
                <a:gd name="f141" fmla="*/ f107 1 369"/>
                <a:gd name="f142" fmla="*/ f108 1 826"/>
                <a:gd name="f143" fmla="*/ f109 1 826"/>
                <a:gd name="f144" fmla="*/ f110 1 826"/>
                <a:gd name="f145" fmla="*/ f111 1 369"/>
                <a:gd name="f146" fmla="*/ f112 1 826"/>
                <a:gd name="f147" fmla="*/ f113 1 369"/>
                <a:gd name="f148" fmla="*/ f114 1 826"/>
                <a:gd name="f149" fmla="*/ f115 1 369"/>
                <a:gd name="f150" fmla="*/ f116 1 826"/>
                <a:gd name="f151" fmla="*/ f117 1 369"/>
                <a:gd name="f152" fmla="*/ f118 1 826"/>
                <a:gd name="f153" fmla="*/ f119 1 369"/>
                <a:gd name="f154" fmla="*/ f120 1 369"/>
                <a:gd name="f155" fmla="*/ f121 1 826"/>
                <a:gd name="f156" fmla="*/ f122 1 826"/>
                <a:gd name="f157" fmla="*/ 0 1 f88"/>
                <a:gd name="f158" fmla="*/ f7 1 f88"/>
                <a:gd name="f159" fmla="*/ 0 1 f89"/>
                <a:gd name="f160" fmla="*/ f8 1 f89"/>
                <a:gd name="f161" fmla="+- f123 0 f1"/>
                <a:gd name="f162" fmla="*/ f124 1 f88"/>
                <a:gd name="f163" fmla="*/ f125 1 f89"/>
                <a:gd name="f164" fmla="*/ f126 1 f88"/>
                <a:gd name="f165" fmla="*/ f127 1 f89"/>
                <a:gd name="f166" fmla="*/ f128 1 f88"/>
                <a:gd name="f167" fmla="*/ f129 1 f89"/>
                <a:gd name="f168" fmla="*/ f130 1 f89"/>
                <a:gd name="f169" fmla="*/ f131 1 f89"/>
                <a:gd name="f170" fmla="*/ f132 1 f89"/>
                <a:gd name="f171" fmla="*/ f133 1 f88"/>
                <a:gd name="f172" fmla="*/ f134 1 f89"/>
                <a:gd name="f173" fmla="*/ f135 1 f88"/>
                <a:gd name="f174" fmla="*/ f136 1 f89"/>
                <a:gd name="f175" fmla="*/ f137 1 f88"/>
                <a:gd name="f176" fmla="*/ f138 1 f89"/>
                <a:gd name="f177" fmla="*/ f139 1 f88"/>
                <a:gd name="f178" fmla="*/ f140 1 f89"/>
                <a:gd name="f179" fmla="*/ f141 1 f88"/>
                <a:gd name="f180" fmla="*/ f142 1 f89"/>
                <a:gd name="f181" fmla="*/ f143 1 f89"/>
                <a:gd name="f182" fmla="*/ f144 1 f89"/>
                <a:gd name="f183" fmla="*/ f145 1 f88"/>
                <a:gd name="f184" fmla="*/ f146 1 f89"/>
                <a:gd name="f185" fmla="*/ f147 1 f88"/>
                <a:gd name="f186" fmla="*/ f148 1 f89"/>
                <a:gd name="f187" fmla="*/ f149 1 f88"/>
                <a:gd name="f188" fmla="*/ f150 1 f89"/>
                <a:gd name="f189" fmla="*/ f151 1 f88"/>
                <a:gd name="f190" fmla="*/ f152 1 f89"/>
                <a:gd name="f191" fmla="*/ f153 1 f88"/>
                <a:gd name="f192" fmla="*/ f154 1 f88"/>
                <a:gd name="f193" fmla="*/ f155 1 f89"/>
                <a:gd name="f194" fmla="*/ f156 1 f89"/>
                <a:gd name="f195" fmla="*/ f157 f83 1"/>
                <a:gd name="f196" fmla="*/ f158 f83 1"/>
                <a:gd name="f197" fmla="*/ f160 f84 1"/>
                <a:gd name="f198" fmla="*/ f159 f84 1"/>
                <a:gd name="f199" fmla="*/ f162 f83 1"/>
                <a:gd name="f200" fmla="*/ f163 f84 1"/>
                <a:gd name="f201" fmla="*/ f164 f83 1"/>
                <a:gd name="f202" fmla="*/ f165 f84 1"/>
                <a:gd name="f203" fmla="*/ f166 f83 1"/>
                <a:gd name="f204" fmla="*/ f167 f84 1"/>
                <a:gd name="f205" fmla="*/ f168 f84 1"/>
                <a:gd name="f206" fmla="*/ f169 f84 1"/>
                <a:gd name="f207" fmla="*/ f170 f84 1"/>
                <a:gd name="f208" fmla="*/ f171 f83 1"/>
                <a:gd name="f209" fmla="*/ f172 f84 1"/>
                <a:gd name="f210" fmla="*/ f173 f83 1"/>
                <a:gd name="f211" fmla="*/ f174 f84 1"/>
                <a:gd name="f212" fmla="*/ f175 f83 1"/>
                <a:gd name="f213" fmla="*/ f176 f84 1"/>
                <a:gd name="f214" fmla="*/ f177 f83 1"/>
                <a:gd name="f215" fmla="*/ f178 f84 1"/>
                <a:gd name="f216" fmla="*/ f179 f83 1"/>
                <a:gd name="f217" fmla="*/ f180 f84 1"/>
                <a:gd name="f218" fmla="*/ f181 f84 1"/>
                <a:gd name="f219" fmla="*/ f182 f84 1"/>
                <a:gd name="f220" fmla="*/ f183 f83 1"/>
                <a:gd name="f221" fmla="*/ f184 f84 1"/>
                <a:gd name="f222" fmla="*/ f185 f83 1"/>
                <a:gd name="f223" fmla="*/ f186 f84 1"/>
                <a:gd name="f224" fmla="*/ f187 f83 1"/>
                <a:gd name="f225" fmla="*/ f188 f84 1"/>
                <a:gd name="f226" fmla="*/ f189 f83 1"/>
                <a:gd name="f227" fmla="*/ f190 f84 1"/>
                <a:gd name="f228" fmla="*/ f191 f83 1"/>
                <a:gd name="f229" fmla="*/ f192 f83 1"/>
                <a:gd name="f230" fmla="*/ f193 f84 1"/>
                <a:gd name="f231" fmla="*/ f194 f8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61">
                  <a:pos x="f199" y="f200"/>
                </a:cxn>
                <a:cxn ang="f161">
                  <a:pos x="f201" y="f202"/>
                </a:cxn>
                <a:cxn ang="f161">
                  <a:pos x="f203" y="f204"/>
                </a:cxn>
                <a:cxn ang="f161">
                  <a:pos x="f203" y="f204"/>
                </a:cxn>
                <a:cxn ang="f161">
                  <a:pos x="f203" y="f205"/>
                </a:cxn>
                <a:cxn ang="f161">
                  <a:pos x="f203" y="f206"/>
                </a:cxn>
                <a:cxn ang="f161">
                  <a:pos x="f203" y="f207"/>
                </a:cxn>
                <a:cxn ang="f161">
                  <a:pos x="f208" y="f209"/>
                </a:cxn>
                <a:cxn ang="f161">
                  <a:pos x="f210" y="f211"/>
                </a:cxn>
                <a:cxn ang="f161">
                  <a:pos x="f212" y="f213"/>
                </a:cxn>
                <a:cxn ang="f161">
                  <a:pos x="f214" y="f215"/>
                </a:cxn>
                <a:cxn ang="f161">
                  <a:pos x="f216" y="f217"/>
                </a:cxn>
                <a:cxn ang="f161">
                  <a:pos x="f216" y="f218"/>
                </a:cxn>
                <a:cxn ang="f161">
                  <a:pos x="f208" y="f219"/>
                </a:cxn>
                <a:cxn ang="f161">
                  <a:pos x="f220" y="f221"/>
                </a:cxn>
                <a:cxn ang="f161">
                  <a:pos x="f222" y="f223"/>
                </a:cxn>
                <a:cxn ang="f161">
                  <a:pos x="f224" y="f225"/>
                </a:cxn>
                <a:cxn ang="f161">
                  <a:pos x="f226" y="f227"/>
                </a:cxn>
                <a:cxn ang="f161">
                  <a:pos x="f228" y="f209"/>
                </a:cxn>
                <a:cxn ang="f161">
                  <a:pos x="f229" y="f230"/>
                </a:cxn>
                <a:cxn ang="f161">
                  <a:pos x="f229" y="f231"/>
                </a:cxn>
                <a:cxn ang="f161">
                  <a:pos x="f199" y="f200"/>
                </a:cxn>
              </a:cxnLst>
              <a:rect l="f195" t="f198" r="f196" b="f197"/>
              <a:pathLst>
                <a:path w="369" h="826">
                  <a:moveTo>
                    <a:pt x="f9" y="f10"/>
                  </a:moveTo>
                  <a:cubicBezTo>
                    <a:pt x="f11" y="f6"/>
                    <a:pt x="f12" y="f13"/>
                    <a:pt x="f12" y="f13"/>
                  </a:cubicBezTo>
                  <a:cubicBezTo>
                    <a:pt x="f14" y="f15"/>
                    <a:pt x="f16" y="f17"/>
                    <a:pt x="f16" y="f18"/>
                  </a:cubicBezTo>
                  <a:cubicBezTo>
                    <a:pt x="f16" y="f18"/>
                    <a:pt x="f16" y="f18"/>
                    <a:pt x="f16" y="f18"/>
                  </a:cubicBezTo>
                  <a:cubicBezTo>
                    <a:pt x="f16" y="f19"/>
                    <a:pt x="f16" y="f19"/>
                    <a:pt x="f16" y="f19"/>
                  </a:cubicBezTo>
                  <a:cubicBezTo>
                    <a:pt x="f16" y="f19"/>
                    <a:pt x="f16" y="f20"/>
                    <a:pt x="f16" y="f20"/>
                  </a:cubicBezTo>
                  <a:cubicBezTo>
                    <a:pt x="f16" y="f21"/>
                    <a:pt x="f16" y="f21"/>
                    <a:pt x="f16" y="f21"/>
                  </a:cubicBezTo>
                  <a:cubicBezTo>
                    <a:pt x="f16" y="f22"/>
                    <a:pt x="f23" y="f24"/>
                    <a:pt x="f25" y="f26"/>
                  </a:cubicBezTo>
                  <a:cubicBezTo>
                    <a:pt x="f27" y="f28"/>
                    <a:pt x="f29" y="f30"/>
                    <a:pt x="f31" y="f32"/>
                  </a:cubicBezTo>
                  <a:cubicBezTo>
                    <a:pt x="f33" y="f34"/>
                    <a:pt x="f35" y="f36"/>
                    <a:pt x="f37" y="f38"/>
                  </a:cubicBezTo>
                  <a:cubicBezTo>
                    <a:pt x="f37" y="f38"/>
                    <a:pt x="f39" y="f40"/>
                    <a:pt x="f41" y="f42"/>
                  </a:cubicBezTo>
                  <a:cubicBezTo>
                    <a:pt x="f41" y="f42"/>
                    <a:pt x="f43" y="f44"/>
                    <a:pt x="f45" y="f46"/>
                  </a:cubicBezTo>
                  <a:cubicBezTo>
                    <a:pt x="f45" y="f46"/>
                    <a:pt x="f6" y="f47"/>
                    <a:pt x="f45" y="f48"/>
                  </a:cubicBezTo>
                  <a:cubicBezTo>
                    <a:pt x="f49" y="f8"/>
                    <a:pt x="f25" y="f50"/>
                    <a:pt x="f25" y="f50"/>
                  </a:cubicBezTo>
                  <a:cubicBezTo>
                    <a:pt x="f51" y="f50"/>
                    <a:pt x="f52" y="f53"/>
                    <a:pt x="f54" y="f55"/>
                  </a:cubicBezTo>
                  <a:cubicBezTo>
                    <a:pt x="f56" y="f57"/>
                    <a:pt x="f58" y="f59"/>
                    <a:pt x="f60" y="f61"/>
                  </a:cubicBezTo>
                  <a:cubicBezTo>
                    <a:pt x="f62" y="f63"/>
                    <a:pt x="f9" y="f64"/>
                    <a:pt x="f65" y="f66"/>
                  </a:cubicBezTo>
                  <a:cubicBezTo>
                    <a:pt x="f67" y="f68"/>
                    <a:pt x="f69" y="f70"/>
                    <a:pt x="f71" y="f72"/>
                  </a:cubicBezTo>
                  <a:cubicBezTo>
                    <a:pt x="f73" y="f34"/>
                    <a:pt x="f74" y="f75"/>
                    <a:pt x="f2" y="f26"/>
                  </a:cubicBezTo>
                  <a:cubicBezTo>
                    <a:pt x="f76" y="f77"/>
                    <a:pt x="f78" y="f79"/>
                    <a:pt x="f78" y="f80"/>
                  </a:cubicBezTo>
                  <a:cubicBezTo>
                    <a:pt x="f78" y="f14"/>
                    <a:pt x="f78" y="f14"/>
                    <a:pt x="f78" y="f14"/>
                  </a:cubicBezTo>
                  <a:cubicBezTo>
                    <a:pt x="f78" y="f14"/>
                    <a:pt x="f7" y="f81"/>
                    <a:pt x="f9" y="f10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1" name="TextBox 15">
            <a:extLst>
              <a:ext uri="{FF2B5EF4-FFF2-40B4-BE49-F238E27FC236}">
                <a16:creationId xmlns:a16="http://schemas.microsoft.com/office/drawing/2014/main" id="{3C705C6F-1E94-3D54-BA75-6A38868350CE}"/>
              </a:ext>
            </a:extLst>
          </p:cNvPr>
          <p:cNvSpPr txBox="1"/>
          <p:nvPr/>
        </p:nvSpPr>
        <p:spPr>
          <a:xfrm>
            <a:off x="12191996" y="3410556"/>
            <a:ext cx="2480803" cy="646334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Use Format Background </a:t>
            </a:r>
            <a:b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</a:b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to change the image fill</a:t>
            </a: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0466501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B3623-D522-4E76-FEA3-00B921A81F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9939" y="2435678"/>
            <a:ext cx="5036460" cy="4240895"/>
          </a:xfrm>
        </p:spPr>
        <p:txBody>
          <a:bodyPr anchor="b"/>
          <a:lstStyle>
            <a:lvl1pPr>
              <a:lnSpc>
                <a:spcPct val="70000"/>
              </a:lnSpc>
              <a:defRPr sz="9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32968148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 Boing Fon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769A3222-84FF-96B0-E72C-804C528BB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939" y="4492127"/>
            <a:ext cx="3398157" cy="187451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92570240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419930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96C6A-F3B0-333C-0042-2D427A3AE04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F3E4A1-B078-DC24-5252-0722F585E2F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471886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" y="0"/>
            <a:ext cx="12192903" cy="6858000"/>
            <a:chOff x="0" y="0"/>
            <a:chExt cx="9144677" cy="6858000"/>
          </a:xfrm>
        </p:grpSpPr>
        <p:pic>
          <p:nvPicPr>
            <p:cNvPr id="8" name="Picture 7" descr="SD-PanelTitle-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1515532" y="1520422"/>
              <a:ext cx="6112935" cy="3818468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 sz="1800"/>
            </a:p>
          </p:txBody>
        </p:sp>
        <p:pic>
          <p:nvPicPr>
            <p:cNvPr id="12" name="Picture 11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0" y="3128434"/>
              <a:ext cx="1664208" cy="612648"/>
            </a:xfrm>
            <a:prstGeom prst="rect">
              <a:avLst/>
            </a:prstGeom>
          </p:spPr>
        </p:pic>
        <p:pic>
          <p:nvPicPr>
            <p:cNvPr id="13" name="Picture 12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7480469" y="3128434"/>
              <a:ext cx="1664208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2579" y="1811864"/>
            <a:ext cx="7078488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62579" y="3598328"/>
            <a:ext cx="7078488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87223" y="5054602"/>
            <a:ext cx="897701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62579" y="5054602"/>
            <a:ext cx="5419813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89757" y="5054602"/>
            <a:ext cx="551311" cy="279400"/>
          </a:xfrm>
        </p:spPr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3101" y="3471329"/>
            <a:ext cx="681744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666158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704620" y="235626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080299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4620" y="1641413"/>
            <a:ext cx="8794045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4620" y="3734860"/>
            <a:ext cx="8794045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31" name="Straight Connector 30"/>
          <p:cNvCxnSpPr/>
          <p:nvPr/>
        </p:nvCxnSpPr>
        <p:spPr>
          <a:xfrm>
            <a:off x="1704622" y="3599392"/>
            <a:ext cx="879404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28663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704620" y="235626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915338"/>
            <a:ext cx="906497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69155" y="2487168"/>
            <a:ext cx="445008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3536" y="2487168"/>
            <a:ext cx="445008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86850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7" y="2658533"/>
            <a:ext cx="44500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69157" y="3243263"/>
            <a:ext cx="445008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9109" y="2658533"/>
            <a:ext cx="44500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9109" y="3243263"/>
            <a:ext cx="445008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41" name="Straight Connector 40"/>
          <p:cNvCxnSpPr/>
          <p:nvPr/>
        </p:nvCxnSpPr>
        <p:spPr>
          <a:xfrm>
            <a:off x="1704622" y="235467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6330814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4" y="915338"/>
            <a:ext cx="9064980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704622" y="235467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023176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048428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1388534"/>
            <a:ext cx="3382397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93417" y="982133"/>
            <a:ext cx="5140719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3" y="3031065"/>
            <a:ext cx="3382397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6" name="Straight Connector 15"/>
          <p:cNvCxnSpPr/>
          <p:nvPr/>
        </p:nvCxnSpPr>
        <p:spPr>
          <a:xfrm>
            <a:off x="1704621" y="2912533"/>
            <a:ext cx="3111459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4143206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1883832"/>
            <a:ext cx="4842936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10759" y="1032933"/>
            <a:ext cx="3905951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4" y="3255432"/>
            <a:ext cx="4842935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5523813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4815415"/>
            <a:ext cx="9064979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8347" y="1032934"/>
            <a:ext cx="9455309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5" y="5382153"/>
            <a:ext cx="9064979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4084421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906873"/>
            <a:ext cx="9064979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4275666"/>
            <a:ext cx="9064981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04621" y="4140199"/>
            <a:ext cx="8808567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952933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9111" y="982132"/>
            <a:ext cx="8533667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133600" y="3352800"/>
            <a:ext cx="7857064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1" y="4343401"/>
            <a:ext cx="9064984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1133293" y="905362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78005" y="2827870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704622" y="4140199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2523681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9" y="3308581"/>
            <a:ext cx="9064971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8" y="4777381"/>
            <a:ext cx="9064973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48631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79222" y="982132"/>
            <a:ext cx="8433557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2"/>
          <p:cNvSpPr>
            <a:spLocks noGrp="1"/>
          </p:cNvSpPr>
          <p:nvPr>
            <p:ph type="body" idx="13"/>
          </p:nvPr>
        </p:nvSpPr>
        <p:spPr>
          <a:xfrm>
            <a:off x="1569158" y="3639312"/>
            <a:ext cx="9064973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4529667"/>
            <a:ext cx="9064981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1170747" y="896895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9729" y="2607728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704622" y="342900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944392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982132"/>
            <a:ext cx="9064979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569158" y="3566160"/>
            <a:ext cx="9064973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5" y="4470401"/>
            <a:ext cx="9064979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04626" y="3429000"/>
            <a:ext cx="8808561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7458647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69154" y="2490136"/>
            <a:ext cx="9064981" cy="338573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704622" y="2354670"/>
            <a:ext cx="880856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906993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75556" y="906874"/>
            <a:ext cx="2158573" cy="496899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69157" y="906874"/>
            <a:ext cx="6554012" cy="496899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8327349" y="906874"/>
            <a:ext cx="0" cy="4968993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8318147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CB273-FA87-7A3F-8C65-8D399BFA2E4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14400" y="2130423"/>
            <a:ext cx="10363196" cy="147002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5A9A9B-6743-C0A9-B8D4-45ECC3738A8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396" cy="1752603"/>
          </a:xfrm>
        </p:spPr>
        <p:txBody>
          <a:bodyPr anchorCtr="1"/>
          <a:lstStyle>
            <a:lvl1pPr marL="0" indent="0" algn="ctr">
              <a:buNone/>
              <a:defRPr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94728433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04DB2-AEF5-FA68-AD5D-DC416CEA438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4DD38-7548-CB47-0457-718913B0282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4353597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D2C6-324D-E87D-F770-C0A370B85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3082" y="4406905"/>
            <a:ext cx="10363196" cy="1362071"/>
          </a:xfrm>
        </p:spPr>
        <p:txBody>
          <a:bodyPr anchor="t" anchorCtr="0"/>
          <a:lstStyle>
            <a:lvl1pPr algn="l">
              <a:defRPr sz="4000" b="1" cap="all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7D7232-1988-7A6A-FF97-767830DD65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63082" y="2906713"/>
            <a:ext cx="10363196" cy="1500182"/>
          </a:xfrm>
        </p:spPr>
        <p:txBody>
          <a:bodyPr anchor="b"/>
          <a:lstStyle>
            <a:lvl1pPr marL="0" indent="0">
              <a:spcBef>
                <a:spcPts val="500"/>
              </a:spcBef>
              <a:buNone/>
              <a:defRPr sz="20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05969502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8CAA4-EB8A-3861-65E8-BF5305451CA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9538D-76A6-D3DB-5612-4089D86A77A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3" y="1600200"/>
            <a:ext cx="5384801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BD446-9109-6665-3EC0-E3A9E4D5654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97602" y="1600200"/>
            <a:ext cx="5384801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8085968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969AD-071B-1607-48F6-6463F68FFB3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B15351-E1A6-9C65-E50E-D7B6E6AA44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3" y="1535113"/>
            <a:ext cx="5386913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A91B4C-7C3D-872D-FD33-890988AFC59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09603" y="2174872"/>
            <a:ext cx="5386913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C72F5C-9483-95D4-D9B6-93E41141E1EA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9034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561FBE-8B77-B88A-0989-D02209167070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93368" y="2174872"/>
            <a:ext cx="5389034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2905397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74CD3-F78C-5C0E-5F9D-DE90B2840D1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66027250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624680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BE841-3D85-E398-AC91-63A45AFD25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3" y="273048"/>
            <a:ext cx="4011079" cy="1162046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C1C70-843B-E9CF-0B74-9824E4CA97E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766730" y="273048"/>
            <a:ext cx="6815672" cy="585311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2E528C-1978-18AC-ECD6-E6EDF8409A23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09603" y="1435105"/>
            <a:ext cx="4011079" cy="46910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2376950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20E22-186E-04EB-DC96-C7F137F515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89720" y="4800600"/>
            <a:ext cx="7315200" cy="566735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1E461D-F8D9-F0F4-31FF-D616AE1332A2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2389720" y="612776"/>
            <a:ext cx="7315200" cy="4114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B2458D-0CBF-9501-DA6E-EB4E5768761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389720" y="5367335"/>
            <a:ext cx="7315200" cy="8048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966322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5A22C-8BF9-576D-C7CB-D2909D55EED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4C73B-7C24-F600-9C21-B4F1AF72096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56533402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D9E81D-45BD-1469-2436-CE0B6C554BD8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839203" y="274640"/>
            <a:ext cx="2743200" cy="5851529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2D4A7-4F02-CD87-649F-A6E810AAA1C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609603" y="274640"/>
            <a:ext cx="8026402" cy="5851529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3116413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65E47FBA-8F3D-E2D7-86B5-096785FDB1E2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val f5"/>
              <a:gd name="f29" fmla="val f6"/>
              <a:gd name="f30" fmla="val f7"/>
              <a:gd name="f31" fmla="*/ f25 f0 1"/>
              <a:gd name="f32" fmla="+- f30 0 f28"/>
              <a:gd name="f33" fmla="+- f29 0 f28"/>
              <a:gd name="f34" fmla="*/ f31 1 f2"/>
              <a:gd name="f35" fmla="*/ f33 1 5867"/>
              <a:gd name="f36" fmla="*/ f32 1 4320"/>
              <a:gd name="f37" fmla="*/ 0 f33 1"/>
              <a:gd name="f38" fmla="*/ 0 f32 1"/>
              <a:gd name="f39" fmla="*/ 4320 f32 1"/>
              <a:gd name="f40" fmla="*/ 3187 f33 1"/>
              <a:gd name="f41" fmla="*/ 4630 f33 1"/>
              <a:gd name="f42" fmla="*/ 3063 f32 1"/>
              <a:gd name="f43" fmla="*/ 5669 f33 1"/>
              <a:gd name="f44" fmla="*/ 1003 f32 1"/>
              <a:gd name="f45" fmla="*/ 5867 f33 1"/>
              <a:gd name="f46" fmla="+- f34 0 f1"/>
              <a:gd name="f47" fmla="*/ f37 1 5867"/>
              <a:gd name="f48" fmla="*/ f38 1 4320"/>
              <a:gd name="f49" fmla="*/ f39 1 4320"/>
              <a:gd name="f50" fmla="*/ f40 1 5867"/>
              <a:gd name="f51" fmla="*/ f41 1 5867"/>
              <a:gd name="f52" fmla="*/ f42 1 4320"/>
              <a:gd name="f53" fmla="*/ f43 1 5867"/>
              <a:gd name="f54" fmla="*/ f44 1 4320"/>
              <a:gd name="f55" fmla="*/ f45 1 5867"/>
              <a:gd name="f56" fmla="*/ 0 1 f35"/>
              <a:gd name="f57" fmla="*/ f29 1 f35"/>
              <a:gd name="f58" fmla="*/ 0 1 f36"/>
              <a:gd name="f59" fmla="*/ f30 1 f36"/>
              <a:gd name="f60" fmla="*/ f47 1 f35"/>
              <a:gd name="f61" fmla="*/ f48 1 f36"/>
              <a:gd name="f62" fmla="*/ f49 1 f36"/>
              <a:gd name="f63" fmla="*/ f50 1 f35"/>
              <a:gd name="f64" fmla="*/ f51 1 f35"/>
              <a:gd name="f65" fmla="*/ f52 1 f36"/>
              <a:gd name="f66" fmla="*/ f53 1 f35"/>
              <a:gd name="f67" fmla="*/ f54 1 f36"/>
              <a:gd name="f68" fmla="*/ f55 1 f35"/>
              <a:gd name="f69" fmla="*/ f56 f26 1"/>
              <a:gd name="f70" fmla="*/ f57 f26 1"/>
              <a:gd name="f71" fmla="*/ f59 f27 1"/>
              <a:gd name="f72" fmla="*/ f58 f27 1"/>
              <a:gd name="f73" fmla="*/ f60 f26 1"/>
              <a:gd name="f74" fmla="*/ f61 f27 1"/>
              <a:gd name="f75" fmla="*/ f62 f27 1"/>
              <a:gd name="f76" fmla="*/ f63 f26 1"/>
              <a:gd name="f77" fmla="*/ f64 f26 1"/>
              <a:gd name="f78" fmla="*/ f65 f27 1"/>
              <a:gd name="f79" fmla="*/ f66 f26 1"/>
              <a:gd name="f80" fmla="*/ f67 f27 1"/>
              <a:gd name="f81" fmla="*/ f68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6">
                <a:pos x="f73" y="f74"/>
              </a:cxn>
              <a:cxn ang="f46">
                <a:pos x="f73" y="f75"/>
              </a:cxn>
              <a:cxn ang="f46">
                <a:pos x="f76" y="f75"/>
              </a:cxn>
              <a:cxn ang="f46">
                <a:pos x="f77" y="f78"/>
              </a:cxn>
              <a:cxn ang="f46">
                <a:pos x="f79" y="f80"/>
              </a:cxn>
              <a:cxn ang="f46">
                <a:pos x="f81" y="f74"/>
              </a:cxn>
              <a:cxn ang="f46">
                <a:pos x="f73" y="f74"/>
              </a:cxn>
            </a:cxnLst>
            <a:rect l="f69" t="f72" r="f70" b="f71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85587" tIns="42793" rIns="85587" bIns="42793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216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39859137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410DACD-8814-0719-1B69-9449D528892C}"/>
              </a:ext>
            </a:extLst>
          </p:cNvPr>
          <p:cNvSpPr txBox="1"/>
          <p:nvPr userDrawn="1"/>
        </p:nvSpPr>
        <p:spPr>
          <a:xfrm>
            <a:off x="0" y="0"/>
            <a:ext cx="12192000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endParaRPr lang="en-GB" sz="4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140549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9B3DB-352F-706E-8396-0711973F3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E9CEE-9788-9CFC-0336-41C2CB077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E4505C-8BFE-C23C-2BE8-8711C164B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0CA3FC-B7B5-E571-025A-6EDC9BF2F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13495-7196-BF3A-8E94-4A35AF044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135464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C883E-B324-7614-E832-C8FA2D5A5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9B83D1-CFEB-F699-FF61-2316C10D9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B53EF-1B82-5CE0-D770-2336D9576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D1C29-FB7A-BB28-E384-E661FFB55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6A9A7-1A6F-0DEF-01C0-8B7B83A4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1333262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52047-70A9-2D03-B647-5755581C3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D41D4-1C56-BDF8-CE04-C033D2CD3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2F20ED-6B10-8F9B-AE53-52CD7841A7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D7184-18A0-6EC7-844C-686E30267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5511A2-4C74-9DA0-018F-0C795015B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253FAE-C6F5-C793-AD81-1CA00D35F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1787985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A29F0-653F-18E0-7165-5BA5CBD70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3531B5-C7D5-3028-F0DE-22D69F8F49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3AE1F-7338-7490-95D4-33B43B8D0D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59247F-082A-4DFF-738D-532D897478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3DC79B-5F2E-88CD-B76C-26C869E5AA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C74FD9-C453-092D-9379-790EB54BB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FE4956-089C-EEE1-ED87-881BAC043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61FA7B-C31E-8DD6-BE30-38EFB4E90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5722873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EFEC7-FF5F-613C-8EB4-03C7D28FB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C07DA-2C83-3C92-FD27-8C2CBFCAC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0AE1B4-7E6D-3D72-9F28-4F589DB42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1D5769-5FED-8793-7595-C4E066367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18619314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05C7F6-48E4-6E5F-449C-B03F87DBD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61A2DD-00B4-3FB2-E6AF-B353EED32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FDF081-2407-6DEE-130A-E934151F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409762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7CFD-9EDB-36E2-FCBA-EE29ACA3A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02714-CC7D-A7DB-195D-7D2A3456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E1C133-6122-3853-524C-1458A27EDC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CC213-218B-DDB2-F22F-BDE4BC501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64279-F92D-0D8A-0360-CE20484CE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B332DB-71CF-DB6A-F8B6-9852B35F6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960614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9EE78-AB8B-956C-3C03-ADF393494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7CD64F-E49D-6173-6DE6-ABF43C437A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74FFCF-DFE5-7E94-53DF-C626B0B8A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2489CA-698D-AC35-07C6-A26CF27E5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43135-74F2-4FFE-96BB-ED357421E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2BCDAC-B253-7FC6-1E11-7C77EB46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5746133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D9922-FA9D-383D-A19C-1670E04BF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710FFC-07BA-368E-8BEF-5F9AD4558E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EFD48-A5EE-EB7B-2461-575DDF3EF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E48C6-ED81-B3B2-92AE-AF25ECBC6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1B257-1A5B-C712-6D80-E569B0558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8234492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57DC50-9430-8F55-3F8C-079680426C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9CD0E4-FF02-5A2E-BCCE-E5DEEEB295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2E451A-2FD6-F62A-87A7-402F00CBB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E098B-CA21-3CC7-B4DE-2D294CBAF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4A002-EF22-9AD8-50CB-BDE5AB8FA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97815791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736097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901078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7336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161927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200207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320077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135214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3243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451265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755894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26875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5.xml"/><Relationship Id="rId8" Type="http://schemas.openxmlformats.org/officeDocument/2006/relationships/slideLayout" Target="../slideLayouts/slideLayout36.xml"/><Relationship Id="rId9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2.xml"/><Relationship Id="rId15" Type="http://schemas.openxmlformats.org/officeDocument/2006/relationships/slideLayout" Target="../slideLayouts/slideLayout43.xml"/><Relationship Id="rId16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8.xml"/><Relationship Id="rId6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6.xml"/><Relationship Id="rId9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1.xml"/><Relationship Id="rId14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<Relationship Id="rId14" Type="http://schemas.openxmlformats.org/officeDocument/2006/relationships/slideLayout" Target="../slideLayouts/slideLayout75.xml"/><Relationship Id="rId15" Type="http://schemas.openxmlformats.org/officeDocument/2006/relationships/slideLayout" Target="../slideLayouts/slideLayout76.xml"/><Relationship Id="rId16" Type="http://schemas.openxmlformats.org/officeDocument/2006/relationships/slideLayout" Target="../slideLayouts/slideLayout77.xml"/><Relationship Id="rId17" Type="http://schemas.openxmlformats.org/officeDocument/2006/relationships/slideLayout" Target="../slideLayouts/slideLayout78.xml"/><Relationship Id="rId18" Type="http://schemas.openxmlformats.org/officeDocument/2006/relationships/slideLayout" Target="../slideLayouts/slideLayout79.xml"/><Relationship Id="rId19" Type="http://schemas.openxmlformats.org/officeDocument/2006/relationships/slideLayout" Target="../slideLayouts/slideLayout80.xml"/><Relationship Id="rId20" Type="http://schemas.openxmlformats.org/officeDocument/2006/relationships/slideLayout" Target="../slideLayouts/slideLayout81.xml"/><Relationship Id="rId21" Type="http://schemas.openxmlformats.org/officeDocument/2006/relationships/slideLayout" Target="../slideLayouts/slideLayout82.xml"/><Relationship Id="rId22" Type="http://schemas.openxmlformats.org/officeDocument/2006/relationships/slideLayout" Target="../slideLayouts/slideLayout83.xml"/><Relationship Id="rId23" Type="http://schemas.openxmlformats.org/officeDocument/2006/relationships/slideLayout" Target="../slideLayouts/slideLayout84.xml"/><Relationship Id="rId2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slideLayout" Target="../slideLayouts/slideLayout86.xml"/><Relationship Id="rId3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0.xml"/><Relationship Id="rId7" Type="http://schemas.openxmlformats.org/officeDocument/2006/relationships/slideLayout" Target="../slideLayouts/slideLayout91.xml"/><Relationship Id="rId8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95.xml"/><Relationship Id="rId12" Type="http://schemas.openxmlformats.org/officeDocument/2006/relationships/slideLayout" Target="../slideLayouts/slideLayout96.xml"/><Relationship Id="rId13" Type="http://schemas.openxmlformats.org/officeDocument/2006/relationships/slideLayout" Target="../slideLayouts/slideLayout97.xml"/><Relationship Id="rId14" Type="http://schemas.openxmlformats.org/officeDocument/2006/relationships/slideLayout" Target="../slideLayouts/slideLayout98.xml"/><Relationship Id="rId15" Type="http://schemas.openxmlformats.org/officeDocument/2006/relationships/slideLayout" Target="../slideLayouts/slideLayout99.xml"/><Relationship Id="rId16" Type="http://schemas.openxmlformats.org/officeDocument/2006/relationships/slideLayout" Target="../slideLayouts/slideLayout100.xml"/><Relationship Id="rId17" Type="http://schemas.openxmlformats.org/officeDocument/2006/relationships/slideLayout" Target="../slideLayouts/slideLayout101.xml"/><Relationship Id="rId18" Type="http://schemas.openxmlformats.org/officeDocument/2006/relationships/theme" Target="../theme/theme7.xml"/><Relationship Id="rId19" Type="http://schemas.openxmlformats.org/officeDocument/2006/relationships/image" Target="../media/image17.png"/><Relationship Id="rId20" Type="http://schemas.openxmlformats.org/officeDocument/2006/relationships/image" Target="../media/image18.pn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slideLayout" Target="../slideLayouts/slideLayout103.xml"/><Relationship Id="rId3" Type="http://schemas.openxmlformats.org/officeDocument/2006/relationships/slideLayout" Target="../slideLayouts/slideLayout104.xml"/><Relationship Id="rId4" Type="http://schemas.openxmlformats.org/officeDocument/2006/relationships/slideLayout" Target="../slideLayouts/slideLayout105.xml"/><Relationship Id="rId5" Type="http://schemas.openxmlformats.org/officeDocument/2006/relationships/slideLayout" Target="../slideLayouts/slideLayout106.xml"/><Relationship Id="rId6" Type="http://schemas.openxmlformats.org/officeDocument/2006/relationships/slideLayout" Target="../slideLayouts/slideLayout107.xml"/><Relationship Id="rId7" Type="http://schemas.openxmlformats.org/officeDocument/2006/relationships/slideLayout" Target="../slideLayouts/slideLayout108.xml"/><Relationship Id="rId8" Type="http://schemas.openxmlformats.org/officeDocument/2006/relationships/slideLayout" Target="../slideLayouts/slideLayout109.xml"/><Relationship Id="rId9" Type="http://schemas.openxmlformats.org/officeDocument/2006/relationships/slideLayout" Target="../slideLayouts/slideLayout110.xml"/><Relationship Id="rId10" Type="http://schemas.openxmlformats.org/officeDocument/2006/relationships/slideLayout" Target="../slideLayouts/slideLayout111.xml"/><Relationship Id="rId11" Type="http://schemas.openxmlformats.org/officeDocument/2006/relationships/slideLayout" Target="../slideLayouts/slideLayout112.xml"/><Relationship Id="rId12" Type="http://schemas.openxmlformats.org/officeDocument/2006/relationships/slideLayout" Target="../slideLayouts/slideLayout113.xml"/><Relationship Id="rId13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slideLayout" Target="../slideLayouts/slideLayout115.xml"/><Relationship Id="rId3" Type="http://schemas.openxmlformats.org/officeDocument/2006/relationships/slideLayout" Target="../slideLayouts/slideLayout116.xml"/><Relationship Id="rId4" Type="http://schemas.openxmlformats.org/officeDocument/2006/relationships/slideLayout" Target="../slideLayouts/slideLayout117.xml"/><Relationship Id="rId5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19.xml"/><Relationship Id="rId7" Type="http://schemas.openxmlformats.org/officeDocument/2006/relationships/slideLayout" Target="../slideLayouts/slideLayout120.xml"/><Relationship Id="rId8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2.xml"/><Relationship Id="rId10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4.xml"/><Relationship Id="rId1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slideLayout" Target="../slideLayouts/slideLayout126.xml"/><Relationship Id="rId3" Type="http://schemas.openxmlformats.org/officeDocument/2006/relationships/slideLayout" Target="../slideLayouts/slideLayout127.xml"/><Relationship Id="rId4" Type="http://schemas.openxmlformats.org/officeDocument/2006/relationships/slideLayout" Target="../slideLayouts/slideLayout128.xml"/><Relationship Id="rId5" Type="http://schemas.openxmlformats.org/officeDocument/2006/relationships/slideLayout" Target="../slideLayouts/slideLayout129.xml"/><Relationship Id="rId6" Type="http://schemas.openxmlformats.org/officeDocument/2006/relationships/slideLayout" Target="../slideLayouts/slideLayout130.xml"/><Relationship Id="rId7" Type="http://schemas.openxmlformats.org/officeDocument/2006/relationships/slideLayout" Target="../slideLayouts/slideLayout131.xml"/><Relationship Id="rId8" Type="http://schemas.openxmlformats.org/officeDocument/2006/relationships/slideLayout" Target="../slideLayouts/slideLayout132.xml"/><Relationship Id="rId9" Type="http://schemas.openxmlformats.org/officeDocument/2006/relationships/slideLayout" Target="../slideLayouts/slideLayout133.xml"/><Relationship Id="rId10" Type="http://schemas.openxmlformats.org/officeDocument/2006/relationships/slideLayout" Target="../slideLayouts/slideLayout134.xml"/><Relationship Id="rId11" Type="http://schemas.openxmlformats.org/officeDocument/2006/relationships/slideLayout" Target="../slideLayouts/slideLayout135.xml"/><Relationship Id="rId12" Type="http://schemas.openxmlformats.org/officeDocument/2006/relationships/theme" Target="../theme/theme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360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600201"/>
            <a:ext cx="8231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75366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EDC453-280C-4DD0-B691-565117EA1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6CAEDA-7F8E-5DD1-5615-9122A76CB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F4B92-0338-8496-2BC9-D78BC35A9F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1C1FB-97D8-32C1-4E03-B90A99350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0F0401-86B8-B0E1-5F2E-8EFCFE719B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A026B6-5CDD-4028-AFCB-F4401504FF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7216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470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845" r:id="rId3"/>
    <p:sldLayoutId id="2147483846" r:id="rId4"/>
    <p:sldLayoutId id="2147483847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B38B0F-09FD-DDC6-3B63-8AF09C35E36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9EAB06-2AFE-2C12-1BB4-384FC380BC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F2E60-03D8-275F-2BA8-6EFAE3CF267E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E721A0-E937-50F8-C798-8EB0BC6D85A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6C06C-A904-8DD7-8829-D1021B6DFDE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8B930FF2-ADD6-48BA-B740-C81F3D772E11}" type="slidenum"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394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56" r:id="rId8"/>
    <p:sldLayoutId id="2147483757" r:id="rId9"/>
    <p:sldLayoutId id="2147483758" r:id="rId10"/>
    <p:sldLayoutId id="2147483759" r:id="rId11"/>
    <p:sldLayoutId id="2147483760" r:id="rId12"/>
    <p:sldLayoutId id="2147483761" r:id="rId13"/>
  </p:sldLayoutIdLst>
  <p:hf sldNum="0"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F3E944-12FC-1DA6-1A82-9D447DBA04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10928808" cy="111283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45720" rIns="0" bIns="45720" anchor="t" anchorCtr="0" compatLnSpc="1">
            <a:noAutofit/>
          </a:bodyPr>
          <a:lstStyle/>
          <a:p>
            <a:pPr lvl="0"/>
            <a:r>
              <a:rPr lang="en-US"/>
              <a:t>Project objectives 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742FB-3438-9D79-D6FF-4410846F7C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31594" y="1904996"/>
            <a:ext cx="7521799" cy="427196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45720" rIns="0" bIns="45720" anchor="t" anchorCtr="0" compatLnSpc="1">
            <a:normAutofit/>
          </a:bodyPr>
          <a:lstStyle/>
          <a:p>
            <a:pPr lvl="0"/>
            <a:r>
              <a:rPr lang="en-US"/>
              <a:t>Bullet Tier 1: Lorum Ipsum lluptatem qui rectas event, conseni maximi, quo iur suntionse pos estrum,</a:t>
            </a:r>
          </a:p>
          <a:p>
            <a:pPr lvl="0"/>
            <a:r>
              <a:rPr lang="en-US"/>
              <a:t>Bullet Tier 1: Lorum Ipsum lluptatem qui rectas event, conseni maximi, quo iur suntionse pos estrum,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8" name="Straight Connector 9">
            <a:extLst>
              <a:ext uri="{FF2B5EF4-FFF2-40B4-BE49-F238E27FC236}">
                <a16:creationId xmlns:a16="http://schemas.microsoft.com/office/drawing/2014/main" id="{052D5BE6-22DB-72DF-3E35-DA9381B8BD4C}"/>
              </a:ext>
            </a:extLst>
          </p:cNvPr>
          <p:cNvCxnSpPr/>
          <p:nvPr/>
        </p:nvCxnSpPr>
        <p:spPr>
          <a:xfrm>
            <a:off x="631594" y="540465"/>
            <a:ext cx="10928808" cy="0"/>
          </a:xfrm>
          <a:prstGeom prst="straightConnector1">
            <a:avLst/>
          </a:prstGeom>
          <a:noFill/>
          <a:ln w="25402" cap="rnd">
            <a:solidFill>
              <a:srgbClr val="26CAD3"/>
            </a:solidFill>
            <a:custDash>
              <a:ds d="300000" sp="0"/>
            </a:custDash>
            <a:miter/>
          </a:ln>
        </p:spPr>
      </p:cxnSp>
    </p:spTree>
    <p:extLst>
      <p:ext uri="{BB962C8B-B14F-4D97-AF65-F5344CB8AC3E}">
        <p14:creationId xmlns:p14="http://schemas.microsoft.com/office/powerpoint/2010/main" val="2055019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7" r:id="rId1"/>
    <p:sldLayoutId id="2147483768" r:id="rId2"/>
    <p:sldLayoutId id="2147483769" r:id="rId3"/>
    <p:sldLayoutId id="2147483770" r:id="rId4"/>
    <p:sldLayoutId id="2147483771" r:id="rId5"/>
    <p:sldLayoutId id="2147483772" r:id="rId6"/>
    <p:sldLayoutId id="2147483773" r:id="rId7"/>
    <p:sldLayoutId id="2147483774" r:id="rId8"/>
    <p:sldLayoutId id="2147483775" r:id="rId9"/>
    <p:sldLayoutId id="2147483776" r:id="rId10"/>
    <p:sldLayoutId id="2147483777" r:id="rId11"/>
    <p:sldLayoutId id="2147483778" r:id="rId12"/>
    <p:sldLayoutId id="2147483779" r:id="rId13"/>
    <p:sldLayoutId id="2147483780" r:id="rId14"/>
    <p:sldLayoutId id="2147483781" r:id="rId15"/>
    <p:sldLayoutId id="2147483782" r:id="rId16"/>
    <p:sldLayoutId id="2147483783" r:id="rId17"/>
    <p:sldLayoutId id="2147483784" r:id="rId18"/>
    <p:sldLayoutId id="2147483785" r:id="rId19"/>
    <p:sldLayoutId id="2147483786" r:id="rId20"/>
    <p:sldLayoutId id="2147483787" r:id="rId21"/>
    <p:sldLayoutId id="2147483788" r:id="rId22"/>
    <p:sldLayoutId id="2147483789" r:id="rId23"/>
  </p:sldLayoutIdLst>
  <p:hf sldNum="0"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3300" b="1" i="0" u="none" strike="noStrike" kern="1200" cap="none" spc="0" baseline="0">
          <a:solidFill>
            <a:srgbClr val="00667D"/>
          </a:solidFill>
          <a:uFillTx/>
          <a:latin typeface="Calibri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1pPr>
      <a:lvl2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2pPr>
      <a:lvl3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3pPr>
      <a:lvl4pPr marL="228600" marR="0" lvl="1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4pPr>
      <a:lvl5pPr marL="228600" marR="0" lvl="2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" y="0"/>
            <a:ext cx="12203289" cy="6858000"/>
            <a:chOff x="0" y="0"/>
            <a:chExt cx="9152467" cy="6858000"/>
          </a:xfrm>
        </p:grpSpPr>
        <p:pic>
          <p:nvPicPr>
            <p:cNvPr id="8" name="Picture 7" descr="S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553888" y="542807"/>
              <a:ext cx="8039776" cy="5756392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 sz="1800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0" y="3128434"/>
              <a:ext cx="68580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8466667" y="3128434"/>
              <a:ext cx="68580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69155" y="915338"/>
            <a:ext cx="9064979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2490136"/>
            <a:ext cx="9064981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475561" y="5960533"/>
            <a:ext cx="1531044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69154" y="5960533"/>
            <a:ext cx="680622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06788" y="5960533"/>
            <a:ext cx="52734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9195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1" r:id="rId1"/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  <p:sldLayoutId id="2147483804" r:id="rId14"/>
    <p:sldLayoutId id="2147483805" r:id="rId15"/>
    <p:sldLayoutId id="2147483806" r:id="rId16"/>
    <p:sldLayoutId id="2147483807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3F1F9C-7792-BD09-4C73-B4A1A4E789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3" y="27464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1CB9-F3C8-E76B-9B8A-09616928C9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3" y="1600200"/>
            <a:ext cx="10972800" cy="45259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D8D3E-1A37-301F-3BC2-E33102DFC5F0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609603" y="6356351"/>
            <a:ext cx="2844798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E8C35-9AE9-964C-69AE-27F457B2CA8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165604" y="6356351"/>
            <a:ext cx="3860797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4B10F-C4BA-27CE-B2D2-A397B9B92D2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737604" y="6356351"/>
            <a:ext cx="2844798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7C0417AA-12A0-48A3-8BAE-748AB937367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405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9" r:id="rId1"/>
    <p:sldLayoutId id="2147483810" r:id="rId2"/>
    <p:sldLayoutId id="2147483811" r:id="rId3"/>
    <p:sldLayoutId id="2147483812" r:id="rId4"/>
    <p:sldLayoutId id="2147483813" r:id="rId5"/>
    <p:sldLayoutId id="2147483814" r:id="rId6"/>
    <p:sldLayoutId id="2147483815" r:id="rId7"/>
    <p:sldLayoutId id="2147483816" r:id="rId8"/>
    <p:sldLayoutId id="2147483817" r:id="rId9"/>
    <p:sldLayoutId id="2147483818" r:id="rId10"/>
    <p:sldLayoutId id="2147483819" r:id="rId11"/>
    <p:sldLayoutId id="2147483820" r:id="rId12"/>
  </p:sldLayoutIdLst>
  <p:hf sldNum="0" hdr="0" ftr="0" dt="0"/>
  <p:txStyles>
    <p:titleStyle>
      <a:lvl1pPr marL="0" marR="0" lvl="0" indent="0" algn="ctr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</p:titleStyle>
    <p:bodyStyle>
      <a:lvl1pPr marL="342900" marR="0" lvl="0" indent="-342900" algn="l" defTabSz="914400" rtl="0" fontAlgn="auto" hangingPunct="1">
        <a:lnSpc>
          <a:spcPct val="100000"/>
        </a:lnSpc>
        <a:spcBef>
          <a:spcPts val="800"/>
        </a:spcBef>
        <a:spcAft>
          <a:spcPts val="0"/>
        </a:spcAft>
        <a:buSzPct val="100000"/>
        <a:buFont typeface="Arial" pitchFamily="34"/>
        <a:buChar char="•"/>
        <a:tabLst/>
        <a:defRPr lang="en-US" sz="32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742950" marR="0" lvl="1" indent="-285750" algn="l" defTabSz="914400" rtl="0" fontAlgn="auto" hangingPunct="1">
        <a:lnSpc>
          <a:spcPct val="100000"/>
        </a:lnSpc>
        <a:spcBef>
          <a:spcPts val="700"/>
        </a:spcBef>
        <a:spcAft>
          <a:spcPts val="0"/>
        </a:spcAft>
        <a:buSzPct val="100000"/>
        <a:buFont typeface="Arial" pitchFamily="34"/>
        <a:buChar char="–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100000"/>
        </a:lnSpc>
        <a:spcBef>
          <a:spcPts val="6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–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»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97F74F-2C97-CAAE-BFFE-4AB59C9B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8AF5D8-44DC-3827-A81A-50B2DBA02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2394A-11AC-CA11-C367-46C0A3EB20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4EDFE8-6F24-013F-2D13-36B268B2DF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4227F-37C6-3D08-364F-3CB3C3C6EC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6269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  <p:sldLayoutId id="214748383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920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eg"/><Relationship Id="rId3" Type="http://schemas.openxmlformats.org/officeDocument/2006/relationships/image" Target="../media/image2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DAEF0BB-8B14-41B5-AFD2-E0803BB1AD6D}"/>
              </a:ext>
            </a:extLst>
          </p:cNvPr>
          <p:cNvSpPr txBox="1">
            <a:spLocks/>
          </p:cNvSpPr>
          <p:nvPr/>
        </p:nvSpPr>
        <p:spPr>
          <a:xfrm>
            <a:off x="457200" y="2357211"/>
            <a:ext cx="5442857" cy="132556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Hypertensive Disorders of Pregnancy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E8EF66-F705-3578-94FE-772CDC981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01" y="0"/>
            <a:ext cx="64008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F30E49B-843B-16E5-F9CE-9382F9565CB2}"/>
              </a:ext>
            </a:extLst>
          </p:cNvPr>
          <p:cNvSpPr txBox="1"/>
          <p:nvPr/>
        </p:nvSpPr>
        <p:spPr>
          <a:xfrm>
            <a:off x="880754" y="4119749"/>
            <a:ext cx="41900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Topic 1</a:t>
            </a:r>
          </a:p>
        </p:txBody>
      </p:sp>
    </p:spTree>
    <p:extLst>
      <p:ext uri="{BB962C8B-B14F-4D97-AF65-F5344CB8AC3E}">
        <p14:creationId xmlns:p14="http://schemas.microsoft.com/office/powerpoint/2010/main" val="40110266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0" y="125413"/>
            <a:ext cx="11049000" cy="985837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en-IN" sz="3600" dirty="0">
                <a:solidFill>
                  <a:schemeClr val="accent1">
                    <a:lumMod val="75000"/>
                  </a:schemeClr>
                </a:solidFill>
                <a:latin typeface="Calibri"/>
              </a:rPr>
              <a:t>Importance of diagnosing hypertensive disorders of pregnancy</a:t>
            </a:r>
            <a:endParaRPr 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413359" y="1622738"/>
            <a:ext cx="6491595" cy="4356822"/>
          </a:xfrm>
          <a:prstGeom prst="roundRect">
            <a:avLst>
              <a:gd name="adj" fmla="val 9603"/>
            </a:avLst>
          </a:prstGeom>
          <a:solidFill>
            <a:srgbClr val="DEF4F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en-IN" sz="2000" kern="0" dirty="0">
                <a:solidFill>
                  <a:prstClr val="black"/>
                </a:solidFill>
              </a:rPr>
              <a:t>Hypertensive disorders increase the </a:t>
            </a:r>
            <a:r>
              <a:rPr lang="en-IN" sz="2000" kern="0" dirty="0">
                <a:solidFill>
                  <a:srgbClr val="FF0000"/>
                </a:solidFill>
              </a:rPr>
              <a:t>risk of complications </a:t>
            </a:r>
            <a:r>
              <a:rPr lang="en-IN" sz="2000" kern="0" dirty="0">
                <a:solidFill>
                  <a:prstClr val="black"/>
                </a:solidFill>
              </a:rPr>
              <a:t>in pregnant women, her foetus and new born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endParaRPr lang="en-IN" sz="2000" kern="0" dirty="0">
              <a:solidFill>
                <a:prstClr val="black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en-IN" sz="2000" kern="0" dirty="0">
                <a:solidFill>
                  <a:prstClr val="black"/>
                </a:solidFill>
              </a:rPr>
              <a:t>Accurate measurement and recording of pregnant mother’s BP and urine examination helps in </a:t>
            </a:r>
            <a:r>
              <a:rPr lang="en-IN" sz="2000" kern="0" dirty="0">
                <a:solidFill>
                  <a:srgbClr val="FF0000"/>
                </a:solidFill>
              </a:rPr>
              <a:t>timely diagnosis </a:t>
            </a:r>
            <a:r>
              <a:rPr lang="en-IN" sz="2000" kern="0" dirty="0">
                <a:solidFill>
                  <a:prstClr val="black"/>
                </a:solidFill>
              </a:rPr>
              <a:t>of at risk mothers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endParaRPr lang="en-IN" sz="2000" kern="0" dirty="0">
              <a:solidFill>
                <a:prstClr val="black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en-IN" sz="2000" kern="0" dirty="0">
                <a:solidFill>
                  <a:srgbClr val="FF0000"/>
                </a:solidFill>
              </a:rPr>
              <a:t>Early diagnosis and timely management and/or referral</a:t>
            </a:r>
            <a:r>
              <a:rPr lang="en-IN" sz="2000" kern="0" dirty="0">
                <a:solidFill>
                  <a:prstClr val="black"/>
                </a:solidFill>
              </a:rPr>
              <a:t> helps in reducing the risk of complications in such cases</a:t>
            </a:r>
          </a:p>
          <a:p>
            <a:pPr marL="285750" indent="-285750"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000" kern="0" dirty="0">
                <a:solidFill>
                  <a:prstClr val="black"/>
                </a:solidFill>
              </a:rPr>
              <a:t>During pregnancy </a:t>
            </a:r>
            <a:r>
              <a:rPr lang="en-US" altLang="en-US" sz="2000" kern="0" dirty="0">
                <a:solidFill>
                  <a:srgbClr val="FF0000"/>
                </a:solidFill>
              </a:rPr>
              <a:t>Calcium supplements </a:t>
            </a:r>
            <a:r>
              <a:rPr lang="en-US" altLang="en-US" sz="2000" kern="0" dirty="0">
                <a:solidFill>
                  <a:prstClr val="black"/>
                </a:solidFill>
              </a:rPr>
              <a:t>can help in prevention of hypertensive disorder during pregnancy</a:t>
            </a:r>
            <a:endParaRPr lang="en-IN" sz="2000" kern="0" dirty="0">
              <a:solidFill>
                <a:prstClr val="black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991340" y="1246136"/>
            <a:ext cx="4122051" cy="984682"/>
          </a:xfrm>
          <a:prstGeom prst="roundRect">
            <a:avLst/>
          </a:prstGeom>
          <a:solidFill>
            <a:srgbClr val="A72959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>
              <a:defRPr/>
            </a:pPr>
            <a:r>
              <a:rPr lang="en-IN" sz="2000" kern="0" dirty="0">
                <a:solidFill>
                  <a:schemeClr val="bg1"/>
                </a:solidFill>
              </a:rPr>
              <a:t>Hypertensive disorders are the second leading cause of maternal mortality in India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FF626E91-016B-12E4-635F-15D6598502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47565968"/>
              </p:ext>
            </p:extLst>
          </p:nvPr>
        </p:nvGraphicFramePr>
        <p:xfrm>
          <a:off x="287045" y="2355635"/>
          <a:ext cx="5126314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942352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838200" y="3298155"/>
            <a:ext cx="5491394" cy="1938992"/>
          </a:xfrm>
          <a:prstGeom prst="rect">
            <a:avLst/>
          </a:prstGeom>
          <a:solidFill>
            <a:srgbClr val="DEF4F5"/>
          </a:solidFill>
          <a:ln>
            <a:solidFill>
              <a:srgbClr val="DEF4F5"/>
            </a:solidFill>
          </a:ln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Effects on mother:</a:t>
            </a:r>
          </a:p>
          <a:p>
            <a:pPr marL="457200" marR="0" lvl="0" indent="-4572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en-IN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Antepartum Haemorrhage</a:t>
            </a:r>
          </a:p>
          <a:p>
            <a:pPr marL="457200" marR="0" lvl="0" indent="-4572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en-IN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Postpartum Haemorrhage </a:t>
            </a:r>
          </a:p>
          <a:p>
            <a:pPr marL="457200" marR="0" lvl="0" indent="-4572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en-IN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Preterm labour</a:t>
            </a:r>
          </a:p>
          <a:p>
            <a:pPr marL="457200" marR="0" lvl="0" indent="-4572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en-IN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Maternal Death</a:t>
            </a:r>
            <a:endParaRPr lang="en-IN" sz="2400" kern="0" dirty="0">
              <a:solidFill>
                <a:prstClr val="black"/>
              </a:solidFill>
              <a:latin typeface="Kruti Dev 016" pitchFamily="2" charset="0"/>
            </a:endParaRPr>
          </a:p>
        </p:txBody>
      </p:sp>
      <p:sp>
        <p:nvSpPr>
          <p:cNvPr id="9" name="Free-form: Shape 8">
            <a:extLst>
              <a:ext uri="{FF2B5EF4-FFF2-40B4-BE49-F238E27FC236}">
                <a16:creationId xmlns:a16="http://schemas.microsoft.com/office/drawing/2014/main" id="{C1D78A4D-FEB7-709C-47D4-CE6018AB169D}"/>
              </a:ext>
            </a:extLst>
          </p:cNvPr>
          <p:cNvSpPr/>
          <p:nvPr/>
        </p:nvSpPr>
        <p:spPr>
          <a:xfrm>
            <a:off x="239486" y="1620853"/>
            <a:ext cx="10826638" cy="1283305"/>
          </a:xfrm>
          <a:custGeom>
            <a:avLst/>
            <a:gdLst>
              <a:gd name="connsiteX0" fmla="*/ 0 w 9873343"/>
              <a:gd name="connsiteY0" fmla="*/ 126637 h 759806"/>
              <a:gd name="connsiteX1" fmla="*/ 126637 w 9873343"/>
              <a:gd name="connsiteY1" fmla="*/ 0 h 759806"/>
              <a:gd name="connsiteX2" fmla="*/ 9746706 w 9873343"/>
              <a:gd name="connsiteY2" fmla="*/ 0 h 759806"/>
              <a:gd name="connsiteX3" fmla="*/ 9873343 w 9873343"/>
              <a:gd name="connsiteY3" fmla="*/ 126637 h 759806"/>
              <a:gd name="connsiteX4" fmla="*/ 9873343 w 9873343"/>
              <a:gd name="connsiteY4" fmla="*/ 633169 h 759806"/>
              <a:gd name="connsiteX5" fmla="*/ 9746706 w 9873343"/>
              <a:gd name="connsiteY5" fmla="*/ 759806 h 759806"/>
              <a:gd name="connsiteX6" fmla="*/ 126637 w 9873343"/>
              <a:gd name="connsiteY6" fmla="*/ 759806 h 759806"/>
              <a:gd name="connsiteX7" fmla="*/ 0 w 9873343"/>
              <a:gd name="connsiteY7" fmla="*/ 633169 h 759806"/>
              <a:gd name="connsiteX8" fmla="*/ 0 w 9873343"/>
              <a:gd name="connsiteY8" fmla="*/ 126637 h 7598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73343" h="759806">
                <a:moveTo>
                  <a:pt x="0" y="126637"/>
                </a:moveTo>
                <a:cubicBezTo>
                  <a:pt x="0" y="56697"/>
                  <a:pt x="56697" y="0"/>
                  <a:pt x="126637" y="0"/>
                </a:cubicBezTo>
                <a:lnTo>
                  <a:pt x="9746706" y="0"/>
                </a:lnTo>
                <a:cubicBezTo>
                  <a:pt x="9816646" y="0"/>
                  <a:pt x="9873343" y="56697"/>
                  <a:pt x="9873343" y="126637"/>
                </a:cubicBezTo>
                <a:lnTo>
                  <a:pt x="9873343" y="633169"/>
                </a:lnTo>
                <a:cubicBezTo>
                  <a:pt x="9873343" y="703109"/>
                  <a:pt x="9816646" y="759806"/>
                  <a:pt x="9746706" y="759806"/>
                </a:cubicBezTo>
                <a:lnTo>
                  <a:pt x="126637" y="759806"/>
                </a:lnTo>
                <a:cubicBezTo>
                  <a:pt x="56697" y="759806"/>
                  <a:pt x="0" y="703109"/>
                  <a:pt x="0" y="633169"/>
                </a:cubicBezTo>
                <a:lnTo>
                  <a:pt x="0" y="126637"/>
                </a:lnTo>
                <a:close/>
              </a:path>
            </a:pathLst>
          </a:custGeom>
          <a:solidFill>
            <a:srgbClr val="A72959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43771" tIns="143771" rIns="143771" bIns="143771" numCol="1" spcCol="1270" anchor="ctr" anchorCtr="0">
            <a:noAutofit/>
          </a:bodyPr>
          <a:lstStyle/>
          <a:p>
            <a:pPr marL="0" indent="0">
              <a:spcBef>
                <a:spcPts val="900"/>
              </a:spcBef>
              <a:buNone/>
            </a:pPr>
            <a:endParaRPr lang="en-US" sz="3600" b="1" dirty="0">
              <a:latin typeface="Kruti Dev 016" pitchFamily="2" charset="0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>
          <a:xfrm>
            <a:off x="0" y="1789113"/>
            <a:ext cx="10321925" cy="1114425"/>
          </a:xfrm>
          <a:prstGeom prst="rect">
            <a:avLst/>
          </a:prstGeom>
        </p:spPr>
        <p:txBody>
          <a:bodyPr>
            <a:normAutofit fontScale="92500"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Hypertensive disorders increase the chances of death in both mother, foetus and newborn. Early diagnosis and referral helps in reducing this risk.</a:t>
            </a:r>
          </a:p>
          <a:p>
            <a:endParaRPr lang="en-US" sz="2800" b="1" dirty="0">
              <a:solidFill>
                <a:schemeClr val="bg1"/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0" y="236538"/>
            <a:ext cx="10515600" cy="979487"/>
          </a:xfrm>
          <a:prstGeom prst="rect">
            <a:avLst/>
          </a:prstGeom>
        </p:spPr>
        <p:txBody>
          <a:bodyPr>
            <a:noAutofit/>
          </a:bodyPr>
          <a:lstStyle/>
          <a:p>
            <a:pPr algn="ctr"/>
            <a:r>
              <a:rPr lang="en-IN" sz="3600" dirty="0">
                <a:solidFill>
                  <a:schemeClr val="accent2">
                    <a:lumMod val="50000"/>
                  </a:schemeClr>
                </a:solidFill>
                <a:latin typeface="Calibri"/>
                <a:ea typeface="+mn-ea"/>
                <a:cs typeface="+mn-cs"/>
              </a:rPr>
              <a:t>Effects of high BP on mother  and child during pregnancy</a:t>
            </a:r>
            <a:endParaRPr lang="en-US" sz="36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24001" y="3839820"/>
            <a:ext cx="4114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endParaRPr lang="en-IN" sz="2400" dirty="0">
              <a:solidFill>
                <a:prstClr val="black"/>
              </a:solidFill>
              <a:latin typeface="Kruti Dev 016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0458AE-4EA2-8F6A-98BA-334AE5657265}"/>
              </a:ext>
            </a:extLst>
          </p:cNvPr>
          <p:cNvSpPr txBox="1"/>
          <p:nvPr/>
        </p:nvSpPr>
        <p:spPr>
          <a:xfrm>
            <a:off x="6440558" y="3298155"/>
            <a:ext cx="4913242" cy="1938992"/>
          </a:xfrm>
          <a:prstGeom prst="rect">
            <a:avLst/>
          </a:prstGeom>
          <a:solidFill>
            <a:srgbClr val="DEF4F5"/>
          </a:solidFill>
          <a:ln>
            <a:solidFill>
              <a:srgbClr val="DEF4F5"/>
            </a:solidFill>
          </a:ln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Effects on </a:t>
            </a:r>
            <a:r>
              <a:rPr kumimoji="0" lang="en-US" sz="24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foetus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and Newborn</a:t>
            </a:r>
          </a:p>
          <a:p>
            <a:pPr marL="457200" marR="0" lvl="0" indent="-4572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en-IN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Intrauterine Growth Restriction</a:t>
            </a:r>
          </a:p>
          <a:p>
            <a:pPr marL="457200" marR="0" lvl="0" indent="-4572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en-IN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Intrauterine Death</a:t>
            </a:r>
          </a:p>
          <a:p>
            <a:pPr marL="457200" marR="0" lvl="0" indent="-4572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en-IN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Prematurity</a:t>
            </a:r>
          </a:p>
          <a:p>
            <a:pPr marL="457200" marR="0" lvl="0" indent="-4572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kumimoji="0" lang="en-IN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Low birth weight</a:t>
            </a:r>
            <a:endParaRPr lang="fr-FR" sz="2400" kern="0" dirty="0">
              <a:solidFill>
                <a:prstClr val="black"/>
              </a:solidFill>
              <a:latin typeface="Kruti Dev 016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9475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F6140019-D8E9-45F7-D672-9452061F8D85}"/>
              </a:ext>
            </a:extLst>
          </p:cNvPr>
          <p:cNvSpPr txBox="1"/>
          <p:nvPr/>
        </p:nvSpPr>
        <p:spPr>
          <a:xfrm>
            <a:off x="1031969" y="1387166"/>
            <a:ext cx="18995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bg1"/>
                </a:solidFill>
                <a:latin typeface="+mj-lt"/>
              </a:rPr>
              <a:t>Before 20 weeks of pregnancy</a:t>
            </a:r>
            <a:endParaRPr lang="en-IN" sz="2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2CF5082-D826-4A14-A919-B9E274423B99}"/>
              </a:ext>
            </a:extLst>
          </p:cNvPr>
          <p:cNvSpPr/>
          <p:nvPr/>
        </p:nvSpPr>
        <p:spPr>
          <a:xfrm>
            <a:off x="821060" y="127359"/>
            <a:ext cx="4472315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4400" b="1" dirty="0">
                <a:solidFill>
                  <a:srgbClr val="00667D"/>
                </a:solidFill>
              </a:rPr>
              <a:t>Diagnostic Criteria</a:t>
            </a:r>
            <a:endParaRPr lang="hi-IN" sz="4400" b="1" dirty="0">
              <a:solidFill>
                <a:srgbClr val="00667D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6CFA394-0125-8A91-CE9D-C2B691B8BAC1}"/>
              </a:ext>
            </a:extLst>
          </p:cNvPr>
          <p:cNvGrpSpPr/>
          <p:nvPr/>
        </p:nvGrpSpPr>
        <p:grpSpPr>
          <a:xfrm>
            <a:off x="223441" y="820579"/>
            <a:ext cx="11309052" cy="6521492"/>
            <a:chOff x="223441" y="812112"/>
            <a:chExt cx="11309052" cy="6521492"/>
          </a:xfrm>
        </p:grpSpPr>
        <p:graphicFrame>
          <p:nvGraphicFramePr>
            <p:cNvPr id="5" name="Content Placeholder 3">
              <a:extLst>
                <a:ext uri="{FF2B5EF4-FFF2-40B4-BE49-F238E27FC236}">
                  <a16:creationId xmlns:a16="http://schemas.microsoft.com/office/drawing/2014/main" id="{929DE72B-6D7E-628C-E9CF-429DD7F63E12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659507" y="2376630"/>
            <a:ext cx="10872986" cy="4956974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BB341FD-856B-D2D5-22BE-76FE09315D44}"/>
                </a:ext>
              </a:extLst>
            </p:cNvPr>
            <p:cNvSpPr/>
            <p:nvPr/>
          </p:nvSpPr>
          <p:spPr>
            <a:xfrm>
              <a:off x="3378598" y="1889606"/>
              <a:ext cx="7626226" cy="366288"/>
            </a:xfrm>
            <a:prstGeom prst="rect">
              <a:avLst/>
            </a:prstGeom>
            <a:gradFill>
              <a:gsLst>
                <a:gs pos="0">
                  <a:srgbClr val="92D050"/>
                </a:gs>
                <a:gs pos="35000">
                  <a:srgbClr val="4BACC6">
                    <a:lumMod val="20000"/>
                    <a:lumOff val="80000"/>
                  </a:srgbClr>
                </a:gs>
                <a:gs pos="100000">
                  <a:srgbClr val="4BACC6">
                    <a:tint val="15000"/>
                    <a:satMod val="350000"/>
                  </a:srgbClr>
                </a:gs>
              </a:gsLst>
              <a:lin ang="0" scaled="0"/>
            </a:gradFill>
            <a:ln w="25400" cap="flat" cmpd="sng" algn="ctr">
              <a:solidFill>
                <a:srgbClr val="4BACC6">
                  <a:shade val="5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Pregnancy Induced Hypertension</a:t>
              </a:r>
            </a:p>
          </p:txBody>
        </p:sp>
        <p:sp>
          <p:nvSpPr>
            <p:cNvPr id="16" name="Left Arrow 10">
              <a:extLst>
                <a:ext uri="{FF2B5EF4-FFF2-40B4-BE49-F238E27FC236}">
                  <a16:creationId xmlns:a16="http://schemas.microsoft.com/office/drawing/2014/main" id="{788584D0-0525-8064-428F-A07778B337A0}"/>
                </a:ext>
              </a:extLst>
            </p:cNvPr>
            <p:cNvSpPr/>
            <p:nvPr/>
          </p:nvSpPr>
          <p:spPr>
            <a:xfrm>
              <a:off x="223441" y="869780"/>
              <a:ext cx="2774500" cy="1446482"/>
            </a:xfrm>
            <a:prstGeom prst="lef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b="1" dirty="0">
                  <a:solidFill>
                    <a:schemeClr val="bg1"/>
                  </a:solidFill>
                </a:rPr>
                <a:t>Before 20 weeks of</a:t>
              </a:r>
              <a:endParaRPr lang="en-US" b="1" dirty="0">
                <a:solidFill>
                  <a:schemeClr val="bg1"/>
                </a:solidFill>
              </a:endParaRPr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1A70759-B17F-9496-D1B8-E847D5633235}"/>
                </a:ext>
              </a:extLst>
            </p:cNvPr>
            <p:cNvGrpSpPr/>
            <p:nvPr/>
          </p:nvGrpSpPr>
          <p:grpSpPr>
            <a:xfrm>
              <a:off x="3312212" y="812112"/>
              <a:ext cx="7608127" cy="1333301"/>
              <a:chOff x="3613246" y="1101020"/>
              <a:chExt cx="7227469" cy="1333301"/>
            </a:xfrm>
          </p:grpSpPr>
          <p:sp>
            <p:nvSpPr>
              <p:cNvPr id="24" name="Right Arrow 11">
                <a:extLst>
                  <a:ext uri="{FF2B5EF4-FFF2-40B4-BE49-F238E27FC236}">
                    <a16:creationId xmlns:a16="http://schemas.microsoft.com/office/drawing/2014/main" id="{4976A6A2-D6C5-C1B0-C959-6D607BBC7EAF}"/>
                  </a:ext>
                </a:extLst>
              </p:cNvPr>
              <p:cNvSpPr/>
              <p:nvPr/>
            </p:nvSpPr>
            <p:spPr>
              <a:xfrm>
                <a:off x="3613246" y="1101020"/>
                <a:ext cx="7227469" cy="1333301"/>
              </a:xfrm>
              <a:prstGeom prst="right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b="1" dirty="0">
                  <a:solidFill>
                    <a:schemeClr val="bg1"/>
                  </a:solidFill>
                  <a:latin typeface="Kruti Dev 016" pitchFamily="2" charset="0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38F1904-E5D4-C626-0463-EE108A07D7DE}"/>
                  </a:ext>
                </a:extLst>
              </p:cNvPr>
              <p:cNvSpPr txBox="1"/>
              <p:nvPr/>
            </p:nvSpPr>
            <p:spPr>
              <a:xfrm>
                <a:off x="3765463" y="1506061"/>
                <a:ext cx="625269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N" sz="2800" b="1" dirty="0">
                    <a:solidFill>
                      <a:schemeClr val="bg1"/>
                    </a:solidFill>
                    <a:latin typeface="+mj-lt"/>
                  </a:rPr>
                  <a:t>After 20 weeks of Pregnancy</a:t>
                </a:r>
                <a:endParaRPr lang="en-US" sz="2800" dirty="0">
                  <a:solidFill>
                    <a:schemeClr val="bg1"/>
                  </a:solidFill>
                  <a:latin typeface="+mj-lt"/>
                </a:endParaRPr>
              </a:p>
            </p:txBody>
          </p:sp>
        </p:grpSp>
      </p:grp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62B9B5F-6C3C-66FF-7FDB-6AEE3E7671DD}"/>
              </a:ext>
            </a:extLst>
          </p:cNvPr>
          <p:cNvCxnSpPr/>
          <p:nvPr/>
        </p:nvCxnSpPr>
        <p:spPr>
          <a:xfrm>
            <a:off x="3116494" y="1067919"/>
            <a:ext cx="0" cy="552450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1421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roup 91">
            <a:extLst>
              <a:ext uri="{FF2B5EF4-FFF2-40B4-BE49-F238E27FC236}">
                <a16:creationId xmlns:a16="http://schemas.microsoft.com/office/drawing/2014/main" id="{A3C5E3DB-FD76-0293-44B9-6A498883F5C3}"/>
              </a:ext>
            </a:extLst>
          </p:cNvPr>
          <p:cNvGrpSpPr/>
          <p:nvPr/>
        </p:nvGrpSpPr>
        <p:grpSpPr>
          <a:xfrm>
            <a:off x="1186607" y="486088"/>
            <a:ext cx="10176464" cy="6075579"/>
            <a:chOff x="1152740" y="782421"/>
            <a:chExt cx="10176464" cy="6075579"/>
          </a:xfrm>
        </p:grpSpPr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36AE8294-BD2A-6D46-6EB8-44BEB47D03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01352" y="5441001"/>
              <a:ext cx="350" cy="316332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85D5A1B6-EF0A-9740-1E2C-D37C755D4A1A}"/>
                </a:ext>
              </a:extLst>
            </p:cNvPr>
            <p:cNvGrpSpPr/>
            <p:nvPr/>
          </p:nvGrpSpPr>
          <p:grpSpPr>
            <a:xfrm>
              <a:off x="1152740" y="782421"/>
              <a:ext cx="10176464" cy="6075579"/>
              <a:chOff x="1068073" y="788151"/>
              <a:chExt cx="10176464" cy="6075579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F79D4859-35F1-360C-BBD3-626E863BA2DD}"/>
                  </a:ext>
                </a:extLst>
              </p:cNvPr>
              <p:cNvGrpSpPr/>
              <p:nvPr/>
            </p:nvGrpSpPr>
            <p:grpSpPr>
              <a:xfrm>
                <a:off x="2919736" y="2017484"/>
                <a:ext cx="4637190" cy="710010"/>
                <a:chOff x="2954871" y="1067990"/>
                <a:chExt cx="4637190" cy="710010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11868D5C-E16E-F663-AD44-1432E94FFC1E}"/>
                    </a:ext>
                  </a:extLst>
                </p:cNvPr>
                <p:cNvSpPr/>
                <p:nvPr/>
              </p:nvSpPr>
              <p:spPr>
                <a:xfrm>
                  <a:off x="2954871" y="1067990"/>
                  <a:ext cx="4637190" cy="329320"/>
                </a:xfrm>
                <a:prstGeom prst="rect">
                  <a:avLst/>
                </a:prstGeom>
                <a:gradFill rotWithShape="1">
                  <a:gsLst>
                    <a:gs pos="0">
                      <a:srgbClr val="8064A2">
                        <a:tint val="50000"/>
                        <a:satMod val="300000"/>
                      </a:srgbClr>
                    </a:gs>
                    <a:gs pos="35000">
                      <a:srgbClr val="8064A2">
                        <a:tint val="37000"/>
                        <a:satMod val="300000"/>
                      </a:srgbClr>
                    </a:gs>
                    <a:gs pos="100000">
                      <a:srgbClr val="8064A2">
                        <a:tint val="15000"/>
                        <a:satMod val="350000"/>
                      </a:srgbClr>
                    </a:gs>
                  </a:gsLst>
                  <a:lin ang="16200000" scaled="1"/>
                </a:gradFill>
                <a:ln w="9525" cap="flat" cmpd="sng" algn="ctr">
                  <a:solidFill>
                    <a:srgbClr val="8064A2">
                      <a:shade val="95000"/>
                      <a:satMod val="105000"/>
                    </a:srgbClr>
                  </a:solidFill>
                  <a:prstDash val="solid"/>
                </a:ln>
                <a:effectLst>
                  <a:outerShdw blurRad="40000" dist="20000" dir="5400000" rotWithShape="0">
                    <a:srgbClr val="000000">
                      <a:alpha val="38000"/>
                    </a:srgbClr>
                  </a:outerShdw>
                </a:effectLst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rPr>
                    <a:t>Check women’s blood pressure in ANC visit </a:t>
                  </a:r>
                </a:p>
              </p:txBody>
            </p: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3D241E27-B8C0-1C91-9052-54220C40B6A2}"/>
                    </a:ext>
                  </a:extLst>
                </p:cNvPr>
                <p:cNvCxnSpPr>
                  <a:stCxn id="4" idx="2"/>
                </p:cNvCxnSpPr>
                <p:nvPr/>
              </p:nvCxnSpPr>
              <p:spPr>
                <a:xfrm>
                  <a:off x="5273466" y="1397310"/>
                  <a:ext cx="0" cy="38069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ABDBEBD8-2FCF-9CA7-51FC-8145D2A066D1}"/>
                  </a:ext>
                </a:extLst>
              </p:cNvPr>
              <p:cNvSpPr/>
              <p:nvPr/>
            </p:nvSpPr>
            <p:spPr>
              <a:xfrm>
                <a:off x="3914865" y="788151"/>
                <a:ext cx="2700267" cy="848643"/>
              </a:xfrm>
              <a:prstGeom prst="ellipse">
                <a:avLst/>
              </a:prstGeom>
              <a:solidFill>
                <a:srgbClr val="9BBB59">
                  <a:lumMod val="20000"/>
                  <a:lumOff val="80000"/>
                </a:srgbClr>
              </a:solidFill>
              <a:ln w="25400" cap="flat" cmpd="sng" algn="ctr">
                <a:solidFill>
                  <a:srgbClr val="4F81BD">
                    <a:shade val="50000"/>
                  </a:srgbClr>
                </a:solidFill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IN" sz="2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Screening for HDP</a:t>
                </a:r>
                <a:endParaRPr kumimoji="0" lang="en-US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23BF1828-CE69-8B92-FBFE-8D0768A5522B}"/>
                  </a:ext>
                </a:extLst>
              </p:cNvPr>
              <p:cNvCxnSpPr/>
              <p:nvPr/>
            </p:nvCxnSpPr>
            <p:spPr>
              <a:xfrm>
                <a:off x="5238331" y="1636794"/>
                <a:ext cx="0" cy="38069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Flowchart: Decision 51">
                <a:extLst>
                  <a:ext uri="{FF2B5EF4-FFF2-40B4-BE49-F238E27FC236}">
                    <a16:creationId xmlns:a16="http://schemas.microsoft.com/office/drawing/2014/main" id="{A5426282-B0D3-1005-229A-CDF2F220CE58}"/>
                  </a:ext>
                </a:extLst>
              </p:cNvPr>
              <p:cNvSpPr/>
              <p:nvPr/>
            </p:nvSpPr>
            <p:spPr>
              <a:xfrm>
                <a:off x="4221217" y="2727494"/>
                <a:ext cx="2034227" cy="1028978"/>
              </a:xfrm>
              <a:prstGeom prst="flowChartDecision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lang="en-US" sz="1600" kern="0" dirty="0">
                    <a:solidFill>
                      <a:schemeClr val="tx1"/>
                    </a:solidFill>
                    <a:latin typeface="Calibri"/>
                  </a:rPr>
                  <a:t>BP ≥ 140/90 mmHg</a:t>
                </a:r>
                <a:endParaRPr lang="en-IN" sz="1600" kern="0" dirty="0">
                  <a:solidFill>
                    <a:schemeClr val="tx1"/>
                  </a:solidFill>
                  <a:latin typeface="Calibri"/>
                </a:endParaRPr>
              </a:p>
            </p:txBody>
          </p:sp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F2F000D0-1308-A9AC-2177-14B6FF76373F}"/>
                  </a:ext>
                </a:extLst>
              </p:cNvPr>
              <p:cNvCxnSpPr>
                <a:stCxn id="52" idx="1"/>
              </p:cNvCxnSpPr>
              <p:nvPr/>
            </p:nvCxnSpPr>
            <p:spPr>
              <a:xfrm flipH="1" flipV="1">
                <a:off x="2980267" y="3234267"/>
                <a:ext cx="1240950" cy="7716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prstDash val="soli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55372F6C-162B-0B21-52B4-BD8F0A22B9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55444" y="3234267"/>
                <a:ext cx="1350007" cy="7716"/>
              </a:xfrm>
              <a:prstGeom prst="straightConnector1">
                <a:avLst/>
              </a:prstGeom>
              <a:ln w="28575">
                <a:solidFill>
                  <a:srgbClr val="CC33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F3B3729-E651-9076-BF3C-4F5DBBAB0E97}"/>
                  </a:ext>
                </a:extLst>
              </p:cNvPr>
              <p:cNvSpPr txBox="1"/>
              <p:nvPr/>
            </p:nvSpPr>
            <p:spPr>
              <a:xfrm>
                <a:off x="3381783" y="2956467"/>
                <a:ext cx="62653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NO</a:t>
                </a:r>
                <a:endParaRPr lang="en-IN" dirty="0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3805374-D3EB-B84B-11C8-75663CD1DD69}"/>
                  </a:ext>
                </a:extLst>
              </p:cNvPr>
              <p:cNvSpPr txBox="1"/>
              <p:nvPr/>
            </p:nvSpPr>
            <p:spPr>
              <a:xfrm>
                <a:off x="6617180" y="2956467"/>
                <a:ext cx="62653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Yes</a:t>
                </a:r>
                <a:endParaRPr lang="en-IN" dirty="0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5569C5EF-3252-B8F1-BBAB-EA4EDF7B5377}"/>
                  </a:ext>
                </a:extLst>
              </p:cNvPr>
              <p:cNvSpPr/>
              <p:nvPr/>
            </p:nvSpPr>
            <p:spPr>
              <a:xfrm>
                <a:off x="1068073" y="2571131"/>
                <a:ext cx="1924518" cy="1573868"/>
              </a:xfrm>
              <a:prstGeom prst="ellipse">
                <a:avLst/>
              </a:prstGeom>
              <a:gradFill rotWithShape="1">
                <a:gsLst>
                  <a:gs pos="0">
                    <a:srgbClr val="8064A2">
                      <a:tint val="50000"/>
                      <a:satMod val="300000"/>
                    </a:srgbClr>
                  </a:gs>
                  <a:gs pos="35000">
                    <a:srgbClr val="8064A2">
                      <a:tint val="37000"/>
                      <a:satMod val="300000"/>
                    </a:srgbClr>
                  </a:gs>
                  <a:gs pos="100000">
                    <a:srgbClr val="8064A2">
                      <a:tint val="15000"/>
                      <a:satMod val="350000"/>
                    </a:srgbClr>
                  </a:gs>
                </a:gsLst>
                <a:lin ang="16200000" scaled="1"/>
              </a:gradFill>
              <a:ln w="9525" cap="flat" cmpd="sng" algn="ctr">
                <a:solidFill>
                  <a:srgbClr val="8064A2">
                    <a:shade val="95000"/>
                    <a:satMod val="105000"/>
                  </a:srgbClr>
                </a:solidFill>
                <a:prstDash val="solid"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IN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Counsel for regular ANC check up and educate about danger sign</a:t>
                </a:r>
                <a:endParaRPr kumimoji="0" lang="hi-IN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Mangal" panose="02040503050203030202" pitchFamily="18" charset="0"/>
                </a:endParaRPr>
              </a:p>
            </p:txBody>
          </p:sp>
          <p:sp>
            <p:nvSpPr>
              <p:cNvPr id="60" name="Flowchart: Decision 59">
                <a:extLst>
                  <a:ext uri="{FF2B5EF4-FFF2-40B4-BE49-F238E27FC236}">
                    <a16:creationId xmlns:a16="http://schemas.microsoft.com/office/drawing/2014/main" id="{C103DDAD-0E17-6ECE-D500-3B971D52F087}"/>
                  </a:ext>
                </a:extLst>
              </p:cNvPr>
              <p:cNvSpPr/>
              <p:nvPr/>
            </p:nvSpPr>
            <p:spPr>
              <a:xfrm>
                <a:off x="7556926" y="2719778"/>
                <a:ext cx="2034227" cy="1028978"/>
              </a:xfrm>
              <a:prstGeom prst="flowChartDecision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lang="en-US" sz="1600" kern="0" dirty="0">
                    <a:solidFill>
                      <a:schemeClr val="tx1"/>
                    </a:solidFill>
                    <a:latin typeface="Calibri"/>
                  </a:rPr>
                  <a:t>Check Urine for albumin</a:t>
                </a:r>
                <a:endParaRPr lang="en-IN" sz="1600" kern="0" dirty="0">
                  <a:solidFill>
                    <a:schemeClr val="tx1"/>
                  </a:solidFill>
                  <a:latin typeface="Calibri"/>
                </a:endParaRPr>
              </a:p>
            </p:txBody>
          </p:sp>
          <p:cxnSp>
            <p:nvCxnSpPr>
              <p:cNvPr id="63" name="Straight Arrow Connector 62">
                <a:extLst>
                  <a:ext uri="{FF2B5EF4-FFF2-40B4-BE49-F238E27FC236}">
                    <a16:creationId xmlns:a16="http://schemas.microsoft.com/office/drawing/2014/main" id="{5095973E-2C79-C6B8-AB42-DE65EADDEA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163638" y="3745554"/>
                <a:ext cx="410400" cy="851846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prstDash val="solid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Arrow Connector 64">
                <a:extLst>
                  <a:ext uri="{FF2B5EF4-FFF2-40B4-BE49-F238E27FC236}">
                    <a16:creationId xmlns:a16="http://schemas.microsoft.com/office/drawing/2014/main" id="{83280788-2250-3759-69E0-21A87C38E4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74038" y="3737838"/>
                <a:ext cx="654629" cy="800295"/>
              </a:xfrm>
              <a:prstGeom prst="straightConnector1">
                <a:avLst/>
              </a:prstGeom>
              <a:ln w="28575">
                <a:solidFill>
                  <a:srgbClr val="CC33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81CB47B-4101-8410-70D6-B932C69CEF59}"/>
                  </a:ext>
                </a:extLst>
              </p:cNvPr>
              <p:cNvSpPr txBox="1"/>
              <p:nvPr/>
            </p:nvSpPr>
            <p:spPr>
              <a:xfrm>
                <a:off x="7757796" y="3890054"/>
                <a:ext cx="81168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- Ve</a:t>
                </a:r>
                <a:endParaRPr lang="en-IN" dirty="0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E1CD9E51-8DBB-2F15-655C-41A3177251FD}"/>
                  </a:ext>
                </a:extLst>
              </p:cNvPr>
              <p:cNvSpPr txBox="1"/>
              <p:nvPr/>
            </p:nvSpPr>
            <p:spPr>
              <a:xfrm>
                <a:off x="8901352" y="3874156"/>
                <a:ext cx="81168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+ Ve</a:t>
                </a:r>
                <a:endParaRPr lang="en-IN" dirty="0"/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2D975EBA-4A14-24F7-28BF-B0F1E8A5E561}"/>
                  </a:ext>
                </a:extLst>
              </p:cNvPr>
              <p:cNvSpPr/>
              <p:nvPr/>
            </p:nvSpPr>
            <p:spPr>
              <a:xfrm>
                <a:off x="6525950" y="4597400"/>
                <a:ext cx="2159002" cy="596560"/>
              </a:xfrm>
              <a:prstGeom prst="rect">
                <a:avLst/>
              </a:prstGeom>
              <a:gradFill rotWithShape="1">
                <a:gsLst>
                  <a:gs pos="0">
                    <a:srgbClr val="4BACC6">
                      <a:tint val="50000"/>
                      <a:satMod val="300000"/>
                    </a:srgbClr>
                  </a:gs>
                  <a:gs pos="35000">
                    <a:srgbClr val="4BACC6">
                      <a:tint val="37000"/>
                      <a:satMod val="300000"/>
                    </a:srgbClr>
                  </a:gs>
                  <a:gs pos="100000">
                    <a:srgbClr val="4BACC6">
                      <a:tint val="15000"/>
                      <a:satMod val="350000"/>
                    </a:srgbClr>
                  </a:gs>
                </a:gsLst>
                <a:lin ang="16200000" scaled="1"/>
              </a:gradFill>
              <a:ln w="9525" cap="flat" cmpd="sng" algn="ctr">
                <a:solidFill>
                  <a:srgbClr val="4BACC6">
                    <a:shade val="95000"/>
                    <a:satMod val="105000"/>
                  </a:srgbClr>
                </a:solidFill>
                <a:prstDash val="solid"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IN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Pregnancy Induced Hypertension</a:t>
                </a: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A8BD89D4-0844-A566-9C01-4D1D007946B2}"/>
                  </a:ext>
                </a:extLst>
              </p:cNvPr>
              <p:cNvSpPr/>
              <p:nvPr/>
            </p:nvSpPr>
            <p:spPr>
              <a:xfrm>
                <a:off x="9006494" y="4543964"/>
                <a:ext cx="2159002" cy="596560"/>
              </a:xfrm>
              <a:prstGeom prst="rect">
                <a:avLst/>
              </a:prstGeom>
              <a:gradFill rotWithShape="1">
                <a:gsLst>
                  <a:gs pos="0">
                    <a:srgbClr val="4BACC6">
                      <a:tint val="50000"/>
                      <a:satMod val="300000"/>
                    </a:srgbClr>
                  </a:gs>
                  <a:gs pos="35000">
                    <a:srgbClr val="4BACC6">
                      <a:tint val="37000"/>
                      <a:satMod val="300000"/>
                    </a:srgbClr>
                  </a:gs>
                  <a:gs pos="100000">
                    <a:srgbClr val="4BACC6">
                      <a:tint val="15000"/>
                      <a:satMod val="350000"/>
                    </a:srgbClr>
                  </a:gs>
                </a:gsLst>
                <a:lin ang="16200000" scaled="1"/>
              </a:gradFill>
              <a:ln w="9525" cap="flat" cmpd="sng" algn="ctr">
                <a:solidFill>
                  <a:srgbClr val="4BACC6">
                    <a:shade val="95000"/>
                    <a:satMod val="105000"/>
                  </a:srgbClr>
                </a:solidFill>
                <a:prstDash val="solid"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IN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Pre-Eclampsia</a:t>
                </a: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A7C38272-3914-F93F-3F8D-A44B03CF2598}"/>
                  </a:ext>
                </a:extLst>
              </p:cNvPr>
              <p:cNvGrpSpPr/>
              <p:nvPr/>
            </p:nvGrpSpPr>
            <p:grpSpPr>
              <a:xfrm>
                <a:off x="7605451" y="5132407"/>
                <a:ext cx="2599267" cy="308594"/>
                <a:chOff x="7605451" y="5132406"/>
                <a:chExt cx="2599267" cy="387861"/>
              </a:xfrm>
            </p:grpSpPr>
            <p:cxnSp>
              <p:nvCxnSpPr>
                <p:cNvPr id="75" name="Straight Arrow Connector 74">
                  <a:extLst>
                    <a:ext uri="{FF2B5EF4-FFF2-40B4-BE49-F238E27FC236}">
                      <a16:creationId xmlns:a16="http://schemas.microsoft.com/office/drawing/2014/main" id="{5B6ACA03-DAA5-7BC0-EB6C-89F76BFEA2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605451" y="5193960"/>
                  <a:ext cx="0" cy="326307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Arrow Connector 77">
                  <a:extLst>
                    <a:ext uri="{FF2B5EF4-FFF2-40B4-BE49-F238E27FC236}">
                      <a16:creationId xmlns:a16="http://schemas.microsoft.com/office/drawing/2014/main" id="{3576DAEC-0E35-1207-C483-AF800580CB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204718" y="5132406"/>
                  <a:ext cx="0" cy="387861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C632E1D3-1C0D-138F-CA2C-EEE3776526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26308" y="5441001"/>
                <a:ext cx="2599267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85" name="Group 84">
                <a:extLst>
                  <a:ext uri="{FF2B5EF4-FFF2-40B4-BE49-F238E27FC236}">
                    <a16:creationId xmlns:a16="http://schemas.microsoft.com/office/drawing/2014/main" id="{AC7B297D-9A0E-3B8F-865C-3535EA69DA6B}"/>
                  </a:ext>
                </a:extLst>
              </p:cNvPr>
              <p:cNvGrpSpPr/>
              <p:nvPr/>
            </p:nvGrpSpPr>
            <p:grpSpPr>
              <a:xfrm>
                <a:off x="6558166" y="5735307"/>
                <a:ext cx="4686371" cy="730254"/>
                <a:chOff x="2851239" y="931773"/>
                <a:chExt cx="4686371" cy="730254"/>
              </a:xfrm>
            </p:grpSpPr>
            <p:sp>
              <p:nvSpPr>
                <p:cNvPr id="86" name="Rectangle 85">
                  <a:extLst>
                    <a:ext uri="{FF2B5EF4-FFF2-40B4-BE49-F238E27FC236}">
                      <a16:creationId xmlns:a16="http://schemas.microsoft.com/office/drawing/2014/main" id="{E169D66A-990A-C0CC-109A-2F7FD1BEDFD7}"/>
                    </a:ext>
                  </a:extLst>
                </p:cNvPr>
                <p:cNvSpPr/>
                <p:nvPr/>
              </p:nvSpPr>
              <p:spPr>
                <a:xfrm>
                  <a:off x="2851239" y="931773"/>
                  <a:ext cx="4686371" cy="397177"/>
                </a:xfrm>
                <a:prstGeom prst="rect">
                  <a:avLst/>
                </a:prstGeom>
                <a:gradFill rotWithShape="1">
                  <a:gsLst>
                    <a:gs pos="0">
                      <a:srgbClr val="8064A2">
                        <a:tint val="50000"/>
                        <a:satMod val="300000"/>
                      </a:srgbClr>
                    </a:gs>
                    <a:gs pos="35000">
                      <a:srgbClr val="8064A2">
                        <a:tint val="37000"/>
                        <a:satMod val="300000"/>
                      </a:srgbClr>
                    </a:gs>
                    <a:gs pos="100000">
                      <a:srgbClr val="8064A2">
                        <a:tint val="15000"/>
                        <a:satMod val="350000"/>
                      </a:srgbClr>
                    </a:gs>
                  </a:gsLst>
                  <a:lin ang="16200000" scaled="1"/>
                </a:gradFill>
                <a:ln w="9525" cap="flat" cmpd="sng" algn="ctr">
                  <a:solidFill>
                    <a:srgbClr val="8064A2">
                      <a:shade val="95000"/>
                      <a:satMod val="105000"/>
                    </a:srgbClr>
                  </a:solidFill>
                  <a:prstDash val="solid"/>
                </a:ln>
                <a:effectLst>
                  <a:outerShdw blurRad="40000" dist="20000" dir="5400000" rotWithShape="0">
                    <a:srgbClr val="000000">
                      <a:alpha val="38000"/>
                    </a:srgbClr>
                  </a:outerShdw>
                </a:effectLst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6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rPr>
                    <a:t>Counsel regarding High risk pregnancy &amp; Refer to nearest FRU</a:t>
                  </a:r>
                </a:p>
              </p:txBody>
            </p:sp>
            <p:cxnSp>
              <p:nvCxnSpPr>
                <p:cNvPr id="87" name="Straight Arrow Connector 86">
                  <a:extLst>
                    <a:ext uri="{FF2B5EF4-FFF2-40B4-BE49-F238E27FC236}">
                      <a16:creationId xmlns:a16="http://schemas.microsoft.com/office/drawing/2014/main" id="{153D2A67-86ED-6E99-DBDE-BD555DE560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194424" y="1349193"/>
                  <a:ext cx="0" cy="312834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06333614-8431-5BB4-4A21-1B96578D7D53}"/>
                  </a:ext>
                </a:extLst>
              </p:cNvPr>
              <p:cNvSpPr/>
              <p:nvPr/>
            </p:nvSpPr>
            <p:spPr>
              <a:xfrm>
                <a:off x="6491421" y="6465561"/>
                <a:ext cx="4637189" cy="398169"/>
              </a:xfrm>
              <a:prstGeom prst="rect">
                <a:avLst/>
              </a:prstGeom>
              <a:gradFill rotWithShape="1">
                <a:gsLst>
                  <a:gs pos="0">
                    <a:srgbClr val="F79646">
                      <a:tint val="50000"/>
                      <a:satMod val="300000"/>
                    </a:srgbClr>
                  </a:gs>
                  <a:gs pos="35000">
                    <a:srgbClr val="F79646">
                      <a:tint val="37000"/>
                      <a:satMod val="300000"/>
                    </a:srgbClr>
                  </a:gs>
                  <a:gs pos="100000">
                    <a:srgbClr val="F79646">
                      <a:tint val="15000"/>
                      <a:satMod val="350000"/>
                    </a:srgbClr>
                  </a:gs>
                </a:gsLst>
                <a:lin ang="16200000" scaled="1"/>
              </a:gradFill>
              <a:ln w="9525" cap="flat" cmpd="sng" algn="ctr">
                <a:solidFill>
                  <a:srgbClr val="F79646">
                    <a:shade val="95000"/>
                    <a:satMod val="105000"/>
                  </a:srgbClr>
                </a:solidFill>
                <a:prstDash val="solid"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IN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Follow up for treatment compliance and HRP management</a:t>
                </a: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70611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51D19B4A-33E8-B93A-939D-94D20E3C76A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4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Danger Signs during Severe  Pre –Eclampsia and Eclampsia 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9ADDB44-C72E-3CE6-02DC-9DBC431CBCC2}"/>
              </a:ext>
            </a:extLst>
          </p:cNvPr>
          <p:cNvGrpSpPr/>
          <p:nvPr/>
        </p:nvGrpSpPr>
        <p:grpSpPr>
          <a:xfrm>
            <a:off x="919875" y="1825625"/>
            <a:ext cx="10352250" cy="4351338"/>
            <a:chOff x="222654" y="1735078"/>
            <a:chExt cx="8682731" cy="479310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E27D44D-328B-735A-FFD4-CAB30583A8E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241" r="5387" b="7314"/>
            <a:stretch/>
          </p:blipFill>
          <p:spPr>
            <a:xfrm>
              <a:off x="2767267" y="1735078"/>
              <a:ext cx="6138118" cy="4793107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F81A718-9399-5C29-7708-B164CE39AE42}"/>
                </a:ext>
              </a:extLst>
            </p:cNvPr>
            <p:cNvSpPr txBox="1"/>
            <p:nvPr/>
          </p:nvSpPr>
          <p:spPr>
            <a:xfrm>
              <a:off x="222654" y="1879457"/>
              <a:ext cx="2520546" cy="40934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60033" indent="-260033" defTabSz="832104">
                <a:spcAft>
                  <a:spcPts val="546"/>
                </a:spcAft>
                <a:buFont typeface="Arial" panose="020B0604020202020204" pitchFamily="34" charset="0"/>
                <a:buChar char="•"/>
                <a:defRPr/>
              </a:pPr>
              <a:r>
                <a:rPr lang="en-IN" sz="1820" kern="0">
                  <a:solidFill>
                    <a:prstClr val="black"/>
                  </a:solidFill>
                  <a:latin typeface="+mn-lt"/>
                  <a:ea typeface="+mn-ea"/>
                  <a:cs typeface="+mn-cs"/>
                </a:rPr>
                <a:t>Headache (increasing in frequency &amp; severity)</a:t>
              </a:r>
            </a:p>
            <a:p>
              <a:pPr marL="260033" indent="-260033" defTabSz="832104">
                <a:spcAft>
                  <a:spcPts val="546"/>
                </a:spcAft>
                <a:buFont typeface="Arial" panose="020B0604020202020204" pitchFamily="34" charset="0"/>
                <a:buChar char="•"/>
                <a:defRPr/>
              </a:pPr>
              <a:r>
                <a:rPr lang="en-IN" sz="1820" kern="0">
                  <a:solidFill>
                    <a:prstClr val="black"/>
                  </a:solidFill>
                  <a:latin typeface="+mn-lt"/>
                  <a:ea typeface="+mn-ea"/>
                  <a:cs typeface="+mn-cs"/>
                </a:rPr>
                <a:t>Blurring of vision</a:t>
              </a:r>
            </a:p>
            <a:p>
              <a:pPr marL="260033" indent="-260033" defTabSz="832104">
                <a:spcAft>
                  <a:spcPts val="546"/>
                </a:spcAft>
                <a:buFont typeface="Arial" panose="020B0604020202020204" pitchFamily="34" charset="0"/>
                <a:buChar char="•"/>
                <a:defRPr/>
              </a:pPr>
              <a:r>
                <a:rPr lang="en-IN" sz="1820" kern="0">
                  <a:solidFill>
                    <a:prstClr val="black"/>
                  </a:solidFill>
                  <a:latin typeface="+mn-lt"/>
                  <a:ea typeface="+mn-ea"/>
                  <a:cs typeface="+mn-cs"/>
                </a:rPr>
                <a:t>Oliguria  (less than 500 ml in 24  hours)</a:t>
              </a:r>
            </a:p>
            <a:p>
              <a:pPr marL="260033" indent="-260033" defTabSz="832104">
                <a:spcAft>
                  <a:spcPts val="546"/>
                </a:spcAft>
                <a:buFont typeface="Arial" panose="020B0604020202020204" pitchFamily="34" charset="0"/>
                <a:buChar char="•"/>
                <a:defRPr/>
              </a:pPr>
              <a:r>
                <a:rPr lang="en-IN" sz="1820" kern="0">
                  <a:solidFill>
                    <a:prstClr val="black"/>
                  </a:solidFill>
                  <a:latin typeface="+mn-lt"/>
                  <a:ea typeface="+mn-ea"/>
                  <a:cs typeface="+mn-cs"/>
                </a:rPr>
                <a:t>Pain in upper part of abdomen </a:t>
              </a:r>
            </a:p>
            <a:p>
              <a:pPr marL="260033" lvl="1" indent="-260033" defTabSz="832104">
                <a:spcAft>
                  <a:spcPts val="546"/>
                </a:spcAft>
                <a:buFont typeface="Arial" panose="020B0604020202020204" pitchFamily="34" charset="0"/>
                <a:buChar char="•"/>
                <a:defRPr/>
              </a:pPr>
              <a:r>
                <a:rPr lang="en-IN" sz="1820" kern="0">
                  <a:solidFill>
                    <a:prstClr val="black"/>
                  </a:solidFill>
                  <a:latin typeface="+mn-lt"/>
                  <a:ea typeface="+mn-ea"/>
                  <a:cs typeface="+mn-cs"/>
                </a:rPr>
                <a:t>Abnormal oedema over face, hands, abdomen and vulva </a:t>
              </a:r>
              <a:endParaRPr kumimoji="0" lang="en-IN" sz="2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7173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A3CD098A-1338-58FE-1DA2-D332B66ABCE8}"/>
              </a:ext>
            </a:extLst>
          </p:cNvPr>
          <p:cNvSpPr txBox="1">
            <a:spLocks/>
          </p:cNvSpPr>
          <p:nvPr/>
        </p:nvSpPr>
        <p:spPr>
          <a:xfrm>
            <a:off x="664949" y="484375"/>
            <a:ext cx="10515600" cy="815445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dirty="0">
                <a:solidFill>
                  <a:schemeClr val="tx1"/>
                </a:solidFill>
                <a:latin typeface="+mn-lt"/>
                <a:ea typeface="Calibri"/>
                <a:cs typeface="Times New Roman"/>
              </a:rPr>
              <a:t>Need for MgSO4</a:t>
            </a:r>
            <a:endParaRPr lang="en-US" sz="44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C1A65D-00D1-13AA-D6D2-2F9DC521126B}"/>
              </a:ext>
            </a:extLst>
          </p:cNvPr>
          <p:cNvSpPr txBox="1"/>
          <p:nvPr/>
        </p:nvSpPr>
        <p:spPr>
          <a:xfrm>
            <a:off x="323295" y="1344064"/>
            <a:ext cx="11252447" cy="2246769"/>
          </a:xfrm>
          <a:prstGeom prst="rect">
            <a:avLst/>
          </a:prstGeom>
          <a:solidFill>
            <a:srgbClr val="EEECE1">
              <a:lumMod val="7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Management with Inj. MgSO4 should be given in following conditions:</a:t>
            </a:r>
          </a:p>
          <a:p>
            <a:pPr marL="457200" marR="0" lvl="0" indent="-4572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Eclampsia : </a:t>
            </a:r>
          </a:p>
          <a:p>
            <a:pPr marL="914400" marR="0" lvl="0" indent="-4572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Convulsions</a:t>
            </a:r>
          </a:p>
          <a:p>
            <a:pPr marL="457200" marR="0" lvl="0" indent="-4572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Severe PE: </a:t>
            </a:r>
          </a:p>
          <a:p>
            <a:pPr marL="914400" marR="0" lvl="1" indent="-4572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BP&gt;= 160/110 with proteinuria 3+ or 4+</a:t>
            </a:r>
          </a:p>
          <a:p>
            <a:pPr marL="914400" marR="0" lvl="1" indent="-4572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PE with presence of danger signs like headache, blurring of vision, epigastric pain or oliguria and abnormal edema over face, hands, abdomen and vulva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C61926-6E3C-D568-E939-9ABF6E097F12}"/>
              </a:ext>
            </a:extLst>
          </p:cNvPr>
          <p:cNvSpPr txBox="1"/>
          <p:nvPr/>
        </p:nvSpPr>
        <p:spPr>
          <a:xfrm>
            <a:off x="323295" y="3642656"/>
            <a:ext cx="11252447" cy="1446550"/>
          </a:xfrm>
          <a:prstGeom prst="rect">
            <a:avLst/>
          </a:prstGeom>
          <a:solidFill>
            <a:srgbClr val="F79646">
              <a:lumMod val="60000"/>
              <a:lumOff val="40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E9804F"/>
              </a:buClr>
              <a:buSzTx/>
              <a:buFontTx/>
              <a:buNone/>
              <a:tabLst/>
              <a:defRPr/>
            </a:pPr>
            <a:r>
              <a:rPr kumimoji="0" lang="en-IN" sz="2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Administration of MgSO4</a:t>
            </a:r>
          </a:p>
          <a:p>
            <a:pPr marL="342900" marR="0" lvl="0" indent="-34290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IN" sz="2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First dose (at SC/PHC level (If No MO)/referral dose: </a:t>
            </a:r>
            <a:r>
              <a:rPr kumimoji="0" lang="en-IN" sz="2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Total </a:t>
            </a:r>
            <a:r>
              <a:rPr kumimoji="0" lang="en-IN" sz="2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10</a:t>
            </a:r>
            <a:r>
              <a:rPr kumimoji="0" lang="en-IN" sz="2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grams</a:t>
            </a:r>
          </a:p>
          <a:p>
            <a:pPr marL="800100" marR="0" lvl="1" indent="-34290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ü"/>
              <a:tabLst/>
              <a:defRPr/>
            </a:pPr>
            <a:r>
              <a:rPr kumimoji="0" lang="en-IN" sz="2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5 g (10ml) magnesium sulphate deep IM in each buttock</a:t>
            </a:r>
          </a:p>
          <a:p>
            <a:pPr marL="800100" marR="0" lvl="1" indent="-34290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ü"/>
              <a:tabLst/>
              <a:defRPr/>
            </a:pPr>
            <a:r>
              <a:rPr kumimoji="0" lang="en-IN" sz="2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Patient should reach FRU in 2 hours for further management.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18DF69-3CD2-F7F3-D0A8-532A05982507}"/>
              </a:ext>
            </a:extLst>
          </p:cNvPr>
          <p:cNvSpPr txBox="1"/>
          <p:nvPr/>
        </p:nvSpPr>
        <p:spPr>
          <a:xfrm>
            <a:off x="323295" y="5159051"/>
            <a:ext cx="11252447" cy="707886"/>
          </a:xfrm>
          <a:prstGeom prst="rect">
            <a:avLst/>
          </a:prstGeom>
          <a:solidFill>
            <a:srgbClr val="8064A2">
              <a:lumMod val="60000"/>
              <a:lumOff val="40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As per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GoI</a:t>
            </a:r>
            <a:r>
              <a:rPr kumimoji="0" lang="en-US" sz="2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guidelines, the pre-referral dose can be given by staff nurse/ANM/CHO, before referring the woman to a higher center, record the same in MCP card.</a:t>
            </a:r>
            <a:endParaRPr kumimoji="0" lang="en-IN" sz="2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6" name="Picture 2" descr="Buy original Becton Dickinson BD Emerald Syringe With Needle (10 ml) for  Rs. 319.20">
            <a:extLst>
              <a:ext uri="{FF2B5EF4-FFF2-40B4-BE49-F238E27FC236}">
                <a16:creationId xmlns:a16="http://schemas.microsoft.com/office/drawing/2014/main" id="{DF27008A-8116-6336-29F8-299055DCFD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8445093" y="3803472"/>
            <a:ext cx="1325301" cy="1124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0C0E5B-21F2-4403-3E51-C4A04BBF8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7877" y="3734016"/>
            <a:ext cx="1830189" cy="1211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4590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3462B68-A710-C5A3-0419-9A29BA1D01A7}"/>
              </a:ext>
            </a:extLst>
          </p:cNvPr>
          <p:cNvSpPr/>
          <p:nvPr/>
        </p:nvSpPr>
        <p:spPr>
          <a:xfrm>
            <a:off x="636996" y="1325366"/>
            <a:ext cx="10919719" cy="1941816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Administration of Mgso4 at Facility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b="1" dirty="0">
                <a:solidFill>
                  <a:schemeClr val="tx1"/>
                </a:solidFill>
              </a:rPr>
              <a:t>Loading dose: Total 14 grams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tx1"/>
                </a:solidFill>
              </a:rPr>
              <a:t>4 g (8mL) magnesium sulphate diluted with 12 ml NS or distilled water in 20 ml syringe i.e. 20%, and given slow IV in 5-10 minutes</a:t>
            </a:r>
            <a:endParaRPr lang="en-US" sz="2000" dirty="0">
              <a:solidFill>
                <a:schemeClr val="tx1"/>
              </a:solidFill>
              <a:cs typeface="Calibri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tx1"/>
                </a:solidFill>
              </a:rPr>
              <a:t>5 g (10mL) magnesium sulphate with 1 ml 2% lignocaine deep IM in each buttock</a:t>
            </a:r>
            <a:endParaRPr lang="en-US" sz="2000" dirty="0">
              <a:solidFill>
                <a:schemeClr val="tx1"/>
              </a:solidFill>
              <a:cs typeface="Calibr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C14F75-61DD-E1C1-FAE3-FC2307CE6E38}"/>
              </a:ext>
            </a:extLst>
          </p:cNvPr>
          <p:cNvSpPr/>
          <p:nvPr/>
        </p:nvSpPr>
        <p:spPr>
          <a:xfrm>
            <a:off x="636140" y="3348091"/>
            <a:ext cx="10919720" cy="123289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Maintenance dose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IN" sz="2000" kern="0" dirty="0">
                <a:solidFill>
                  <a:srgbClr val="000000"/>
                </a:solidFill>
                <a:latin typeface="+mn-lt"/>
              </a:rPr>
              <a:t>5 g (10mL) magnesium sulphate </a:t>
            </a:r>
            <a:r>
              <a:rPr lang="en-US" sz="2000" kern="0" dirty="0">
                <a:solidFill>
                  <a:srgbClr val="000000"/>
                </a:solidFill>
                <a:latin typeface="+mn-lt"/>
              </a:rPr>
              <a:t>with 1 ml 2% lignocaine </a:t>
            </a:r>
            <a:r>
              <a:rPr lang="en-IN" sz="2000" kern="0" dirty="0">
                <a:solidFill>
                  <a:srgbClr val="000000"/>
                </a:solidFill>
                <a:latin typeface="+mn-lt"/>
              </a:rPr>
              <a:t>deep IM in alternate buttock every 4 hours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IN" sz="2000" kern="0" dirty="0">
                <a:solidFill>
                  <a:srgbClr val="000000"/>
                </a:solidFill>
                <a:latin typeface="+mn-lt"/>
              </a:rPr>
              <a:t>To be given</a:t>
            </a:r>
            <a:r>
              <a:rPr lang="en-IN" sz="2000" kern="0" dirty="0">
                <a:solidFill>
                  <a:srgbClr val="000000"/>
                </a:solidFill>
              </a:rPr>
              <a:t> till</a:t>
            </a:r>
            <a:r>
              <a:rPr lang="en-IN" sz="2000" kern="0" dirty="0">
                <a:solidFill>
                  <a:srgbClr val="000000"/>
                </a:solidFill>
                <a:latin typeface="+mn-lt"/>
              </a:rPr>
              <a:t> 24 hours after last convulsion or delivery - whichever occurs later</a:t>
            </a:r>
            <a:endParaRPr lang="en-IN" sz="2000" kern="0" dirty="0">
              <a:solidFill>
                <a:srgbClr val="000000"/>
              </a:solidFill>
              <a:latin typeface="+mn-lt"/>
              <a:cs typeface="Calibri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AB2AD1-C131-5BFF-96D4-DB62E3473384}"/>
              </a:ext>
            </a:extLst>
          </p:cNvPr>
          <p:cNvSpPr/>
          <p:nvPr/>
        </p:nvSpPr>
        <p:spPr>
          <a:xfrm>
            <a:off x="635285" y="4661899"/>
            <a:ext cx="10921430" cy="1150706"/>
          </a:xfrm>
          <a:prstGeom prst="rect">
            <a:avLst/>
          </a:prstGeom>
          <a:solidFill>
            <a:srgbClr val="9FDE9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Dose of Recurrent convulsions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tx1"/>
                </a:solidFill>
                <a:latin typeface="+mn-lt"/>
              </a:rPr>
              <a:t>If 30 minutes after loading dose – repeat MgSO4 2 gm 20% (4ml drug in 6ml NS) slow IV in 5 minutes (Can be given only once). </a:t>
            </a:r>
          </a:p>
          <a:p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01992D-AEF3-633D-A621-8BCCB9FE3BDD}"/>
              </a:ext>
            </a:extLst>
          </p:cNvPr>
          <p:cNvSpPr txBox="1"/>
          <p:nvPr/>
        </p:nvSpPr>
        <p:spPr>
          <a:xfrm>
            <a:off x="635284" y="475016"/>
            <a:ext cx="1091971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Need for MgSo4</a:t>
            </a:r>
          </a:p>
        </p:txBody>
      </p:sp>
    </p:spTree>
    <p:extLst>
      <p:ext uri="{BB962C8B-B14F-4D97-AF65-F5344CB8AC3E}">
        <p14:creationId xmlns:p14="http://schemas.microsoft.com/office/powerpoint/2010/main" val="2993818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E1462C9-02BD-0BD8-0428-9C72727CD5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71" y="11875"/>
            <a:ext cx="12094029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57F391A-5A33-3C5F-BA8C-E19321FA6D98}"/>
              </a:ext>
            </a:extLst>
          </p:cNvPr>
          <p:cNvSpPr txBox="1"/>
          <p:nvPr/>
        </p:nvSpPr>
        <p:spPr>
          <a:xfrm>
            <a:off x="6258296" y="4441371"/>
            <a:ext cx="13300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&lt; 12/min</a:t>
            </a:r>
          </a:p>
        </p:txBody>
      </p:sp>
    </p:spTree>
    <p:extLst>
      <p:ext uri="{BB962C8B-B14F-4D97-AF65-F5344CB8AC3E}">
        <p14:creationId xmlns:p14="http://schemas.microsoft.com/office/powerpoint/2010/main" val="1586110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E69D2E-F0A9-E332-C37D-3A0C87BBF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08787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22.3.7802"/>
  <p:tag name="SLIDO_PRESENTATION_ID" val="cea41368-b299-453a-86ac-367c32b5efe9"/>
  <p:tag name="SLIDO_EVENT_UUID" val="fcad33ae-25be-4cda-ad67-3ccd05ff2cd6"/>
  <p:tag name="SLIDO_EVENT_SECTION_UUID" val="e20e75c6-e565-4309-bef2-b02a4dc93b90"/>
</p:tagLst>
</file>

<file path=ppt/theme/_rels/them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image" Target="../media/image16.jpeg"/></Relationships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Jhpiego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8.xml><?xml version="1.0" encoding="utf-8"?>
<a:theme xmlns:a="http://schemas.openxmlformats.org/drawingml/2006/main" name="5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9.xml><?xml version="1.0" encoding="utf-8"?>
<a:theme xmlns:a="http://schemas.openxmlformats.org/drawingml/2006/main" name="6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7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B684FDF-ECB5-4D95-AD9B-F7E3763E2B16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2370</TotalTime>
  <Words>23516</Words>
  <Application>Microsoft Office PowerPoint</Application>
  <PresentationFormat>Widescreen</PresentationFormat>
  <Paragraphs>4491</Paragraphs>
  <Slides>380</Slides>
  <Notes>89</Notes>
  <HiddenSlides>0</HiddenSlides>
  <MMClips>0</MMClips>
  <ScaleCrop>false</ScaleCrop>
  <HeadingPairs>
    <vt:vector size="4" baseType="variant">
      <vt:variant>
        <vt:lpstr>Theme</vt:lpstr>
      </vt:variant>
      <vt:variant>
        <vt:i4>10</vt:i4>
      </vt:variant>
      <vt:variant>
        <vt:lpstr>Slide Titles</vt:lpstr>
      </vt:variant>
      <vt:variant>
        <vt:i4>380</vt:i4>
      </vt:variant>
    </vt:vector>
  </HeadingPairs>
  <TitlesOfParts>
    <vt:vector size="390" baseType="lpstr">
      <vt:lpstr>Office 2013 - 2022 Theme</vt:lpstr>
      <vt:lpstr>Office Theme</vt:lpstr>
      <vt:lpstr>1_Office Theme</vt:lpstr>
      <vt:lpstr>2_Office Theme</vt:lpstr>
      <vt:lpstr>3_Office Theme</vt:lpstr>
      <vt:lpstr>Jhpiego Theme</vt:lpstr>
      <vt:lpstr>Organic</vt:lpstr>
      <vt:lpstr>5_Office Theme</vt:lpstr>
      <vt:lpstr>6_Office Theme</vt:lpstr>
      <vt:lpstr>7_Office Theme</vt:lpstr>
      <vt:lpstr>DAY : 1 </vt:lpstr>
      <vt:lpstr>Maternal Health</vt:lpstr>
      <vt:lpstr>PowerPoint Presentation</vt:lpstr>
      <vt:lpstr>Importance of diagnosing hypertensive disorders of pregnancy</vt:lpstr>
      <vt:lpstr>Effects of high BP on mother  and child during pregnancy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Iron deficiency Anemia in Pregnancy </vt:lpstr>
      <vt:lpstr> What is Anaemia ?</vt:lpstr>
      <vt:lpstr>Grades of anaemia in pregnancy </vt:lpstr>
      <vt:lpstr>PowerPoint Presentation</vt:lpstr>
      <vt:lpstr>Symptoms of Severe Anaemia</vt:lpstr>
      <vt:lpstr>Signs of severe Anaemia</vt:lpstr>
      <vt:lpstr>Diagnostic equipment for Anemia</vt:lpstr>
      <vt:lpstr>Methods of diagnosis</vt:lpstr>
      <vt:lpstr>What is FCM </vt:lpstr>
      <vt:lpstr>Indications for FCM </vt:lpstr>
      <vt:lpstr>Contraindications for FCM </vt:lpstr>
      <vt:lpstr>Comparison between Iron Sucrose and FCM …1</vt:lpstr>
      <vt:lpstr>Comparison between Iron Sucrose and FCM …2</vt:lpstr>
      <vt:lpstr>Dose Calculation of FCM </vt:lpstr>
      <vt:lpstr>Administration of FCM </vt:lpstr>
      <vt:lpstr>Precautions for FCM administration </vt:lpstr>
      <vt:lpstr>Management of adverse events following FCM administration</vt:lpstr>
      <vt:lpstr>FOLLOW UP ACTIONS AFTER ADMINISTRATION</vt:lpstr>
      <vt:lpstr>PowerPoint Presentation</vt:lpstr>
      <vt:lpstr>PowerPoint Presentation</vt:lpstr>
      <vt:lpstr>PowerPoint Presentation</vt:lpstr>
      <vt:lpstr>    Effects of GDM on Pregnant Woman and Newborn</vt:lpstr>
      <vt:lpstr>PowerPoint Presentation</vt:lpstr>
      <vt:lpstr>Consideration for GDM Screening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Medical Nutrition Therapy</vt:lpstr>
      <vt:lpstr>Management of GDM – Physical Exercise (contd.)</vt:lpstr>
      <vt:lpstr>PowerPoint Presentation</vt:lpstr>
      <vt:lpstr>PowerPoint Presentation</vt:lpstr>
      <vt:lpstr>Hypothyroidism and its significance during pregnancy</vt:lpstr>
      <vt:lpstr>Diagnostic equipment for Hypothyroidism</vt:lpstr>
      <vt:lpstr>Adverse effects of untreated hypothyroidism in mother and fetus/newborn</vt:lpstr>
      <vt:lpstr>Magnitude of the problem and target population</vt:lpstr>
      <vt:lpstr>PowerPoint Presentation</vt:lpstr>
      <vt:lpstr>Diagnostic criteria in pregnancy</vt:lpstr>
      <vt:lpstr>PowerPoint Presentation</vt:lpstr>
      <vt:lpstr>PowerPoint Presentation</vt:lpstr>
      <vt:lpstr>PowerPoint Presentation</vt:lpstr>
      <vt:lpstr>Effect of SCD  on Mother and Baby</vt:lpstr>
      <vt:lpstr>High Performance Liquid Chromatography</vt:lpstr>
      <vt:lpstr>PowerPoint Presentation</vt:lpstr>
      <vt:lpstr>Prevention and Management of SCD</vt:lpstr>
      <vt:lpstr>Assessment prior to conception/First visit post conception:</vt:lpstr>
      <vt:lpstr>Management of Sickle cell disease during Antenatal period</vt:lpstr>
      <vt:lpstr>Medications and Monitoring</vt:lpstr>
      <vt:lpstr>Management of Sickle cell disease during Antenatal period</vt:lpstr>
      <vt:lpstr>Management of Sickle cell disease during Antenatal period</vt:lpstr>
      <vt:lpstr>Diagnostic Test of Sickle Cell</vt:lpstr>
      <vt:lpstr>Modalities of screening, treatment and management</vt:lpstr>
      <vt:lpstr>Modalities of screening, treatment and management</vt:lpstr>
      <vt:lpstr>Modalities of screening, treatment and management</vt:lpstr>
      <vt:lpstr>Management of Sickle cell disease in 2nd &amp; 3rd trimester </vt:lpstr>
      <vt:lpstr>PowerPoint Presentation</vt:lpstr>
      <vt:lpstr>Acute Pain Crisis Management</vt:lpstr>
      <vt:lpstr>Mode and timing of delivery</vt:lpstr>
      <vt:lpstr>Roles &amp; Responsibilities of MO/OG</vt:lpstr>
      <vt:lpstr>PowerPoint Presentation</vt:lpstr>
      <vt:lpstr>Preterm birth - A leading cause of neonatal deaths in India</vt:lpstr>
      <vt:lpstr>PowerPoint Presentation</vt:lpstr>
      <vt:lpstr>Recognizing true labor </vt:lpstr>
      <vt:lpstr>Interventions done in mother to prevent neonatal complications:</vt:lpstr>
      <vt:lpstr>Antenatal corticosteroids</vt:lpstr>
      <vt:lpstr>When to give and when not to give ANCS</vt:lpstr>
      <vt:lpstr>PowerPoint Presentation</vt:lpstr>
      <vt:lpstr>Post partum Hemorrhage</vt:lpstr>
      <vt:lpstr>Identification of PPH</vt:lpstr>
      <vt:lpstr>PowerPoint Presentation</vt:lpstr>
      <vt:lpstr>PowerPoint Presentation</vt:lpstr>
      <vt:lpstr>PowerPoint Presentation</vt:lpstr>
      <vt:lpstr>PowerPoint Presentation</vt:lpstr>
      <vt:lpstr>Classification of hypovolemic shock</vt:lpstr>
      <vt:lpstr> Assessment of Blood Loss </vt:lpstr>
      <vt:lpstr>PowerPoint Presentation</vt:lpstr>
      <vt:lpstr>PowerPoint Presentation</vt:lpstr>
      <vt:lpstr>PowerPoint Presentation</vt:lpstr>
      <vt:lpstr>Cause Specific Management: Atonic PPH</vt:lpstr>
      <vt:lpstr>PowerPoint Presentation</vt:lpstr>
      <vt:lpstr>Bimanual Uterine Compression</vt:lpstr>
      <vt:lpstr>Compression of Abdominal Aorta</vt:lpstr>
      <vt:lpstr>Condom Tamponade</vt:lpstr>
      <vt:lpstr>PowerPoint Presentation</vt:lpstr>
      <vt:lpstr>Cause Specific Management: Tears or Trauma</vt:lpstr>
      <vt:lpstr>Key Messages</vt:lpstr>
      <vt:lpstr>PowerPoint Presentation</vt:lpstr>
      <vt:lpstr>PARTOGRAPH – CASE STUDY 1</vt:lpstr>
      <vt:lpstr>PowerPoint Presentation</vt:lpstr>
      <vt:lpstr>PARTOGRAPH – CASE STUDY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Clinical Picture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messages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Importance of Care for Newborn at Birth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Monitoring of Baby (Delivery Case-sheet)</vt:lpstr>
      <vt:lpstr>PowerPoint Presentation</vt:lpstr>
      <vt:lpstr>PowerPoint Presentation</vt:lpstr>
      <vt:lpstr>PowerPoint Presentation</vt:lpstr>
      <vt:lpstr>RoP IEC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Take Home Message</vt:lpstr>
      <vt:lpstr>Thermal Control (KMC)</vt:lpstr>
      <vt:lpstr>PowerPoint Presentation</vt:lpstr>
      <vt:lpstr>PowerPoint Presentation</vt:lpstr>
      <vt:lpstr>ASSESSMENT OF TEMPERATURE BY TOUCH</vt:lpstr>
      <vt:lpstr>PowerPoint Presentation</vt:lpstr>
      <vt:lpstr>PowerPoint Presentation</vt:lpstr>
      <vt:lpstr>PowerPoint Presentation</vt:lpstr>
      <vt:lpstr>Wrapping and covering a baby</vt:lpstr>
      <vt:lpstr>PowerPoint Presentation</vt:lpstr>
      <vt:lpstr>PowerPoint Presentation</vt:lpstr>
      <vt:lpstr>PowerPoint Presentation</vt:lpstr>
      <vt:lpstr>Kangaroo positioning</vt:lpstr>
      <vt:lpstr>PowerPoint Presentation</vt:lpstr>
      <vt:lpstr>Monitoring </vt:lpstr>
      <vt:lpstr> Duration of KMC </vt:lpstr>
      <vt:lpstr>PowerPoint Presentation</vt:lpstr>
      <vt:lpstr>PowerPoint Presentation</vt:lpstr>
      <vt:lpstr>PowerPoint Presentation</vt:lpstr>
      <vt:lpstr>PowerPoint Presentation</vt:lpstr>
      <vt:lpstr>Breast Anatomy - Structure</vt:lpstr>
      <vt:lpstr>Oxytocin Reflex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Stabilize prior to transport</vt:lpstr>
      <vt:lpstr>Communication</vt:lpstr>
      <vt:lpstr>TemperatureMaintenance as per warm chain</vt:lpstr>
      <vt:lpstr>PowerPoint Presentation</vt:lpstr>
      <vt:lpstr>PowerPoint Presentation</vt:lpstr>
      <vt:lpstr>Prevention &amp; Management of Hypoxia</vt:lpstr>
      <vt:lpstr>Danger signs of newborn</vt:lpstr>
      <vt:lpstr>PowerPoint Presentation</vt:lpstr>
      <vt:lpstr>Childhood Pneumonia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Childhood Diarrhoea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Dose of ORS in 4 hours</vt:lpstr>
      <vt:lpstr>PowerPoint Presentation</vt:lpstr>
      <vt:lpstr>When to send child home &amp; Advice</vt:lpstr>
      <vt:lpstr>PowerPoint Presentation</vt:lpstr>
      <vt:lpstr>An Over View Immunization Programme  </vt:lpstr>
      <vt:lpstr>Introduction</vt:lpstr>
      <vt:lpstr>India’s Universal Immunization Programme (UIP)</vt:lpstr>
      <vt:lpstr>Roadmap of Introduction &amp; Expansion of New Vaccines</vt:lpstr>
      <vt:lpstr>Universal Immunization Programme (Scope and Scale in Odisha)</vt:lpstr>
      <vt:lpstr>Aim and objectives of UIP </vt:lpstr>
      <vt:lpstr>Full Immunization trend ( NFHS)</vt:lpstr>
      <vt:lpstr>Concept of Full Immunization Coverage (FIC) Plus</vt:lpstr>
      <vt:lpstr>Immunization programme Component </vt:lpstr>
      <vt:lpstr>VPDs </vt:lpstr>
      <vt:lpstr>PowerPoint Presentation</vt:lpstr>
      <vt:lpstr>Sequence , Site and Route of Vaccination at birth</vt:lpstr>
      <vt:lpstr>Sequence , Site and Route of Vaccination at 6th  Week</vt:lpstr>
      <vt:lpstr>Sequence , Site and Route of Vaccination at 10th  Week</vt:lpstr>
      <vt:lpstr>Sequence , Site and Route of Vaccination at 14th  Week</vt:lpstr>
      <vt:lpstr>Sequence , Site and Route of Vaccination at 9-11th month</vt:lpstr>
      <vt:lpstr>Sequence , Site and Route of Vaccination at 16-23 months</vt:lpstr>
      <vt:lpstr>PowerPoint Presentation</vt:lpstr>
      <vt:lpstr>Syringe and needle position for Vaccination </vt:lpstr>
      <vt:lpstr>PowerPoint Presentation</vt:lpstr>
      <vt:lpstr>Sensitivity of Vaccine to heat, light and freezing  </vt:lpstr>
      <vt:lpstr>PowerPoint Presentation</vt:lpstr>
      <vt:lpstr>PowerPoint Presentation</vt:lpstr>
      <vt:lpstr>Conditioning of Ice Packs</vt:lpstr>
      <vt:lpstr>Vaccine Arrangement at RI session sites </vt:lpstr>
      <vt:lpstr>Adverse event following immunization (AEFI)</vt:lpstr>
      <vt:lpstr>WHO cause specific definition of AEFIs</vt:lpstr>
      <vt:lpstr>Recognition of Anaphylaxis</vt:lpstr>
      <vt:lpstr>Steps for Initial Management of AEFI</vt:lpstr>
      <vt:lpstr>Managing AEFI </vt:lpstr>
      <vt:lpstr>Contents of the Anaphylaxis Kit </vt:lpstr>
      <vt:lpstr>Dose of Adrenaline </vt:lpstr>
      <vt:lpstr>Difference between AEFI Kit and Anaphylaxis kit </vt:lpstr>
      <vt:lpstr> Reporting of AEFIs  </vt:lpstr>
      <vt:lpstr> Immunization Wastes Segregation </vt:lpstr>
      <vt:lpstr>Monitoring and Supervision of RI Programme </vt:lpstr>
      <vt:lpstr>Reporting and recording of RI Programme </vt:lpstr>
      <vt:lpstr>DAY 2 Programs</vt:lpstr>
      <vt:lpstr>PowerPoint Presentation</vt:lpstr>
      <vt:lpstr>PowerPoint Presentation</vt:lpstr>
      <vt:lpstr>PowerPoint Presentation</vt:lpstr>
      <vt:lpstr>Requirements at VHSND/ UHSND site</vt:lpstr>
      <vt:lpstr>PowerPoint Presentation</vt:lpstr>
      <vt:lpstr>MCP card</vt:lpstr>
      <vt:lpstr>“Guidance Note on Optimizing Post-Natal Care”</vt:lpstr>
      <vt:lpstr>Framework to identify the high-risk post-natal mother</vt:lpstr>
      <vt:lpstr>PowerPoint Presentation</vt:lpstr>
      <vt:lpstr>Reporting, Monitoring and Evaluation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HRP condition in MCP card</vt:lpstr>
      <vt:lpstr>PowerPoint Presentation</vt:lpstr>
      <vt:lpstr>HRP Condition to be evaluate in 1st visit</vt:lpstr>
      <vt:lpstr>HRP Condition to be evaluate in every visit/Subsequent visit</vt:lpstr>
      <vt:lpstr>PowerPoint Presentation</vt:lpstr>
      <vt:lpstr>PowerPoint Presentation</vt:lpstr>
      <vt:lpstr>The expert committee unanimously recommended the following investigation for all ANC cases at the facility level:</vt:lpstr>
      <vt:lpstr>Following investigations are recommended for every delivery cases at the time of admission for delivery at facility:</vt:lpstr>
      <vt:lpstr>Follow up Tracking for HRP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BPCR – Complication Readiness</vt:lpstr>
      <vt:lpstr>PMSMA &amp; EPMSMA</vt:lpstr>
      <vt:lpstr>Pradhan Mantri Surakshit Matritva Abhiyan (PMSMA)/Extended PMSMA</vt:lpstr>
      <vt:lpstr>PowerPoint Presentation</vt:lpstr>
      <vt:lpstr>Features</vt:lpstr>
      <vt:lpstr>Financial Support</vt:lpstr>
      <vt:lpstr>Non-Negotiable Component</vt:lpstr>
      <vt:lpstr>Flow of Beneficiary</vt:lpstr>
      <vt:lpstr>Roles and responsibility of Health care providers</vt:lpstr>
      <vt:lpstr>List of PMSMA HRP Condition (25)</vt:lpstr>
      <vt:lpstr>Integration of MCP card and PMSMA HRP condition</vt:lpstr>
      <vt:lpstr>Integration of MCP card and PMSMA HRP condition</vt:lpstr>
      <vt:lpstr>AMLAN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Modalities for Oral IFA consumptions for all age groups</vt:lpstr>
      <vt:lpstr>PowerPoint Presentation</vt:lpstr>
      <vt:lpstr>PowerPoint Presentation</vt:lpstr>
      <vt:lpstr>PowerPoint Presentation</vt:lpstr>
      <vt:lpstr>PowerPoint Presentation</vt:lpstr>
      <vt:lpstr>Way Forward</vt:lpstr>
      <vt:lpstr> Home Based Newborn &amp; Young Child Care</vt:lpstr>
      <vt:lpstr>HBNC</vt:lpstr>
      <vt:lpstr>HBYC</vt:lpstr>
      <vt:lpstr>Skill Needed for HBNC</vt:lpstr>
      <vt:lpstr>Skill Needed for HBYC</vt:lpstr>
      <vt:lpstr>Recording</vt:lpstr>
      <vt:lpstr>SUPPLY CHAIN MANGEMENT</vt:lpstr>
      <vt:lpstr>FLOW OF INDENT</vt:lpstr>
      <vt:lpstr>ISSUE OF DRUGS</vt:lpstr>
      <vt:lpstr>INVENTORY MANAGEMENT</vt:lpstr>
      <vt:lpstr>INVENTORY MANAGEMENT</vt:lpstr>
      <vt:lpstr>BASIC PRINCIPLE </vt:lpstr>
      <vt:lpstr>Monthly Indent Calendar</vt:lpstr>
      <vt:lpstr>INVENTORY MANAGEMENT</vt:lpstr>
      <vt:lpstr>INVENTORY MANAGEMENT</vt:lpstr>
      <vt:lpstr>MONTHLY AVERAGE CONSUMPTION Ex- Tab. Pantoprazole 40 mg</vt:lpstr>
      <vt:lpstr>PowerPoint Presentation</vt:lpstr>
      <vt:lpstr>FORECASTING</vt:lpstr>
      <vt:lpstr>FORECASTING</vt:lpstr>
      <vt:lpstr>FORECASTING</vt:lpstr>
      <vt:lpstr>SMART MOVES</vt:lpstr>
      <vt:lpstr>Block Drug &amp; Therapeutics Committee (BDTC)</vt:lpstr>
      <vt:lpstr>ANNUAL PROCUREMENT PLAN</vt:lpstr>
      <vt:lpstr>STEPS INVOLVED IN PREPARATION OF AAP</vt:lpstr>
      <vt:lpstr>PowerPoint Presentation</vt:lpstr>
      <vt:lpstr>How to Rationalise Indents</vt:lpstr>
      <vt:lpstr>Role &amp; Responsibilities of  MO I/C</vt:lpstr>
      <vt:lpstr>Role &amp; Responsibilities of  Pharmacy Officer</vt:lpstr>
      <vt:lpstr> Instrument Processing </vt:lpstr>
      <vt:lpstr>PowerPoint Presentation</vt:lpstr>
      <vt:lpstr>PowerPoint Presentation</vt:lpstr>
      <vt:lpstr>Hypochlorite solution available concentration and dilution</vt:lpstr>
      <vt:lpstr>High Level disinfection/ Chemical sterilization</vt:lpstr>
      <vt:lpstr>PowerPoint Presentation</vt:lpstr>
      <vt:lpstr>PowerPoint Presentation</vt:lpstr>
      <vt:lpstr>Test Details As per Notification</vt:lpstr>
      <vt:lpstr>List of tests as per Type facility including</vt:lpstr>
      <vt:lpstr>List of tests as per Type facility including</vt:lpstr>
      <vt:lpstr>List of tests as per Type facility including</vt:lpstr>
      <vt:lpstr>List of tests as per Type facility including</vt:lpstr>
      <vt:lpstr>PowerPoint Presentation</vt:lpstr>
      <vt:lpstr>PowerPoint Presentation</vt:lpstr>
      <vt:lpstr>PowerPoint Presentation</vt:lpstr>
      <vt:lpstr>PowerPoint Presentation</vt:lpstr>
      <vt:lpstr>MDR Process</vt:lpstr>
      <vt:lpstr>CDR Process</vt:lpstr>
      <vt:lpstr>PowerPoint Presentation</vt:lpstr>
      <vt:lpstr>PowerPoint Presentation</vt:lpstr>
      <vt:lpstr>PowerPoint Presentation</vt:lpstr>
      <vt:lpstr>Dummy Data for group work </vt:lpstr>
      <vt:lpstr>Answer key </vt:lpstr>
      <vt:lpstr>Reporting &amp; Review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Maternal Health</dc:title>
  <dc:creator>Nilophor; Rudra Das</dc:creator>
  <cp:lastModifiedBy>sibasish swain</cp:lastModifiedBy>
  <cp:revision>77</cp:revision>
  <cp:lastPrinted>2026-06-06T05:30:39Z</cp:lastPrinted>
  <dcterms:created xsi:type="dcterms:W3CDTF">2026-06-03T10:15:04Z</dcterms:created>
  <dcterms:modified xsi:type="dcterms:W3CDTF">2026-08-22T11:46:46Z</dcterms:modified>
</cp:coreProperties>
</file>