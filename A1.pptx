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A1: Hypertensive Disorders of Pregnancy</a:t>
            </a:r>
          </a:p>
          <a:p>
            <a:r>
              <a:t>Module: Day 1 – Maternal Health</a:t>
            </a:r>
          </a:p>
          <a:p/>
          <a:p>
            <a:r>
              <a:t>Key content covered in source deck:</a:t>
            </a:r>
          </a:p>
          <a:p>
            <a:r>
              <a:t>- Hypertensive Disorders of Pregnancy</a:t>
            </a:r>
          </a:p>
          <a:p>
            <a:r>
              <a:t>- Topic 1</a:t>
            </a:r>
          </a:p>
          <a:p>
            <a:r>
              <a:t>- Importance of diagnosing hypertensive disorders of pregnancy</a:t>
            </a:r>
          </a:p>
          <a:p>
            <a:r>
              <a:t>- Hypertensive disorders increase the risk of complications in pregnant women, her foetus and new born</a:t>
            </a:r>
          </a:p>
          <a:p>
            <a:r>
              <a:t>- Accurate measurement and recording of pregnant mother’s BP and urine examination helps in timely diagnosis of at risk mothers</a:t>
            </a:r>
          </a:p>
          <a:p>
            <a:r>
              <a:t>- Early diagnosis and timely management and/or referral helps in reducing the risk of complications in such cases</a:t>
            </a:r>
          </a:p>
          <a:p>
            <a:r>
              <a:t>- During pregnancy Calcium supplements can help in prevention of hypertensive disorder during pregnancy</a:t>
            </a:r>
          </a:p>
          <a:p>
            <a:r>
              <a:t>- Hypertensive disorders are the second leading cause of maternal mortality in India</a:t>
            </a:r>
          </a:p>
          <a:p>
            <a:r>
              <a:t>- Effects on mother:</a:t>
            </a:r>
          </a:p>
          <a:p>
            <a:r>
              <a:t>- Antepartum Haemorrhage</a:t>
            </a:r>
          </a:p>
          <a:p>
            <a:r>
              <a:t>- Postpartum Haemorrhage</a:t>
            </a:r>
          </a:p>
          <a:p>
            <a:r>
              <a:t>- Preterm labour</a:t>
            </a:r>
          </a:p>
          <a:p>
            <a:r>
              <a:t>- Maternal Death</a:t>
            </a:r>
          </a:p>
          <a:p>
            <a:r>
              <a:t>- Hypertensive disorders increase the chances of death in both mother, foetus and newborn. Early diagnosis and referral helps in reducing this risk.</a:t>
            </a:r>
          </a:p>
          <a:p>
            <a:r>
              <a:t>- Effects of high BP on mother  and child during pregnancy</a:t>
            </a:r>
          </a:p>
          <a:p>
            <a:r>
              <a:t>- Effects on foetus and Newborn</a:t>
            </a:r>
          </a:p>
          <a:p>
            <a:r>
              <a:t>- Intrauterine Growth Restriction</a:t>
            </a:r>
          </a:p>
          <a:p>
            <a:r>
              <a:t>- Intrauterine Death</a:t>
            </a:r>
          </a:p>
          <a:p>
            <a:r>
              <a:t>- Prematurity</a:t>
            </a:r>
          </a:p>
          <a:p>
            <a:r>
              <a:t>- Low birth weight</a:t>
            </a:r>
          </a:p>
          <a:p>
            <a:r>
              <a:t>- Before 20 weeks of pregnancy</a:t>
            </a:r>
          </a:p>
          <a:p>
            <a:r>
              <a:t>- Diagnostic Criteria</a:t>
            </a:r>
          </a:p>
          <a:p>
            <a:r>
              <a:t>- Danger Signs during Severe  Pre –Eclampsia and Eclampsia</a:t>
            </a:r>
          </a:p>
          <a:p>
            <a:r>
              <a:t>- Need for MgSO4</a:t>
            </a:r>
          </a:p>
          <a:p>
            <a:r>
              <a:t>- Management with Inj. MgSO4 should be given in following conditions:</a:t>
            </a:r>
          </a:p>
          <a:p/>
          <a:p>
            <a:r>
              <a:t>Facilitator reminder: cross-check this section against the training checklist (module_A / grp_A1)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MATERNAL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Hypertensive Disorders of Pregnancy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