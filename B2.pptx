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624" r:id="rId160"/>
    <p:sldId id="628" r:id="rId161"/>
    <p:sldId id="629" r:id="rId162"/>
    <p:sldId id="630" r:id="rId163"/>
    <p:sldId id="636" r:id="rId164"/>
    <p:sldId id="631" r:id="rId165"/>
    <p:sldId id="637" r:id="rId166"/>
    <p:sldId id="638" r:id="rId167"/>
    <p:sldId id="639" r:id="rId168"/>
    <p:sldId id="3361" r:id="rId169"/>
    <p:sldId id="3362" r:id="rId170"/>
    <p:sldId id="3363" r:id="rId171"/>
    <p:sldId id="3364" r:id="rId172"/>
    <p:sldId id="2147470810" r:id="rId173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60" Type="http://schemas.openxmlformats.org/officeDocument/2006/relationships/slide" Target="slides/slide150.xml"/><Relationship Id="rId161" Type="http://schemas.openxmlformats.org/officeDocument/2006/relationships/slide" Target="slides/slide151.xml"/><Relationship Id="rId162" Type="http://schemas.openxmlformats.org/officeDocument/2006/relationships/slide" Target="slides/slide152.xml"/><Relationship Id="rId163" Type="http://schemas.openxmlformats.org/officeDocument/2006/relationships/slide" Target="slides/slide153.xml"/><Relationship Id="rId164" Type="http://schemas.openxmlformats.org/officeDocument/2006/relationships/slide" Target="slides/slide154.xml"/><Relationship Id="rId165" Type="http://schemas.openxmlformats.org/officeDocument/2006/relationships/slide" Target="slides/slide155.xml"/><Relationship Id="rId166" Type="http://schemas.openxmlformats.org/officeDocument/2006/relationships/slide" Target="slides/slide156.xml"/><Relationship Id="rId167" Type="http://schemas.openxmlformats.org/officeDocument/2006/relationships/slide" Target="slides/slide157.xml"/><Relationship Id="rId168" Type="http://schemas.openxmlformats.org/officeDocument/2006/relationships/slide" Target="slides/slide158.xml"/><Relationship Id="rId169" Type="http://schemas.openxmlformats.org/officeDocument/2006/relationships/slide" Target="slides/slide159.xml"/><Relationship Id="rId170" Type="http://schemas.openxmlformats.org/officeDocument/2006/relationships/slide" Target="slides/slide160.xml"/><Relationship Id="rId171" Type="http://schemas.openxmlformats.org/officeDocument/2006/relationships/slide" Target="slides/slide161.xml"/><Relationship Id="rId172" Type="http://schemas.openxmlformats.org/officeDocument/2006/relationships/slide" Target="slides/slide162.xml"/><Relationship Id="rId173" Type="http://schemas.openxmlformats.org/officeDocument/2006/relationships/slide" Target="slides/slide163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38708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5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6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7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8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30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3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32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3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35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36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3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138.jpeg"/></Relationships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8696EA-7B2D-B03B-C616-8D79FA88B0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EB919C-25D5-985C-2F19-C1F528E8B7AA}"/>
              </a:ext>
            </a:extLst>
          </p:cNvPr>
          <p:cNvSpPr txBox="1"/>
          <p:nvPr/>
        </p:nvSpPr>
        <p:spPr>
          <a:xfrm>
            <a:off x="1360716" y="4931228"/>
            <a:ext cx="37011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Topic: 2 </a:t>
            </a:r>
          </a:p>
        </p:txBody>
      </p:sp>
    </p:spTree>
    <p:extLst>
      <p:ext uri="{BB962C8B-B14F-4D97-AF65-F5344CB8AC3E}">
        <p14:creationId xmlns:p14="http://schemas.microsoft.com/office/powerpoint/2010/main" val="328864015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60C59-2DF0-0FA7-33EA-C0CCF3F86F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17033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19FAD0-CC65-503A-CC35-C8DBDF4FC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19306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B996A3-88B6-DB41-0FC4-D705CFD33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37201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150904-E392-541A-A59E-A89DA3657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5111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1A3DB4-B055-2F50-391B-90D0B236D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50050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A1E85B-9131-EE05-DE56-62D6914C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50" b="1329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68274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216C20-5B52-F64B-F915-34A1E697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4323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347DBF-4CB2-A541-2E45-29166F2F08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48967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7F3D41-E2C7-8504-28DD-90EAB3DB4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882864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A0888E-F1BE-10C0-A159-F7FF69ED69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87699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2A3A52-657D-6707-587D-364C9A576E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68961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6AD55C-8856-A72D-1036-2029706DB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1459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384" name="Rectangle 58383">
            <a:extLst>
              <a:ext uri="{FF2B5EF4-FFF2-40B4-BE49-F238E27FC236}">
                <a16:creationId xmlns:a16="http://schemas.microsoft.com/office/drawing/2014/main" id="{9B6A81E7-2A43-4366-8431-1FA7A780A2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8373" name="Picture 58372">
            <a:extLst>
              <a:ext uri="{FF2B5EF4-FFF2-40B4-BE49-F238E27FC236}">
                <a16:creationId xmlns:a16="http://schemas.microsoft.com/office/drawing/2014/main" id="{E9E9B2A4-1A78-4B71-1CE7-E5C027BFA4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994" r="24634"/>
          <a:stretch>
            <a:fillRect/>
          </a:stretch>
        </p:blipFill>
        <p:spPr>
          <a:xfrm>
            <a:off x="20" y="10"/>
            <a:ext cx="5409897" cy="6857990"/>
          </a:xfrm>
          <a:prstGeom prst="rect">
            <a:avLst/>
          </a:prstGeom>
        </p:spPr>
      </p:pic>
      <p:sp>
        <p:nvSpPr>
          <p:cNvPr id="58386" name="Rectangle 58385">
            <a:extLst>
              <a:ext uri="{FF2B5EF4-FFF2-40B4-BE49-F238E27FC236}">
                <a16:creationId xmlns:a16="http://schemas.microsoft.com/office/drawing/2014/main" id="{D09B7001-6C15-47E8-8C3B-A6EB53C98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200" y="1"/>
            <a:ext cx="6781801" cy="6857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8388" name="Rectangle 58387">
            <a:extLst>
              <a:ext uri="{FF2B5EF4-FFF2-40B4-BE49-F238E27FC236}">
                <a16:creationId xmlns:a16="http://schemas.microsoft.com/office/drawing/2014/main" id="{7D3D7337-C310-4B2B-BE2D-98E9D6EC0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565" y="685800"/>
            <a:ext cx="5409636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8370" name="Title 1">
            <a:extLst>
              <a:ext uri="{FF2B5EF4-FFF2-40B4-BE49-F238E27FC236}">
                <a16:creationId xmlns:a16="http://schemas.microsoft.com/office/drawing/2014/main" id="{8C323FF4-A783-A3AE-DA8F-624377891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0943" y="754397"/>
            <a:ext cx="4110197" cy="907199"/>
          </a:xfrm>
        </p:spPr>
        <p:txBody>
          <a:bodyPr anchor="b">
            <a:normAutofit/>
          </a:bodyPr>
          <a:lstStyle/>
          <a:p>
            <a:pPr algn="ctr" eaLnBrk="1" hangingPunct="1"/>
            <a:r>
              <a:rPr lang="en-US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Take Home Message</a:t>
            </a:r>
          </a:p>
        </p:txBody>
      </p:sp>
      <p:sp>
        <p:nvSpPr>
          <p:cNvPr id="58371" name="Content Placeholder 2">
            <a:extLst>
              <a:ext uri="{FF2B5EF4-FFF2-40B4-BE49-F238E27FC236}">
                <a16:creationId xmlns:a16="http://schemas.microsoft.com/office/drawing/2014/main" id="{43BE0EB8-BC64-7838-EA81-DB0261F73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9603" y="1730192"/>
            <a:ext cx="5136598" cy="3473179"/>
          </a:xfrm>
        </p:spPr>
        <p:txBody>
          <a:bodyPr anchor="t">
            <a:noAutofit/>
          </a:bodyPr>
          <a:lstStyle/>
          <a:p>
            <a:pPr eaLnBrk="1" hangingPunct="1"/>
            <a:r>
              <a:rPr lang="en-US" alt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10% babies require resuscitation out of total deliveries.</a:t>
            </a:r>
          </a:p>
          <a:p>
            <a:pPr eaLnBrk="1" hangingPunct="1"/>
            <a:r>
              <a:rPr lang="en-US" alt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9% will be normal if resuscitation is done in LR within one minute in proper method.</a:t>
            </a:r>
          </a:p>
          <a:p>
            <a:pPr eaLnBrk="1" hangingPunct="1"/>
            <a:r>
              <a:rPr lang="en-US" alt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Be gentle but act fast.</a:t>
            </a:r>
          </a:p>
          <a:p>
            <a:pPr eaLnBrk="1" hangingPunct="1"/>
            <a:r>
              <a:rPr lang="en-US" alt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Refer all the newborns  to SNCU/NBSU who revived after 1 minute of Bag and Mask ventilation.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