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B2: Newborn Resuscitation – Take Home Messages</a:t>
            </a:r>
          </a:p>
          <a:p>
            <a:r>
              <a:t>Module: Day 1 – Newborn &amp; Child Health</a:t>
            </a:r>
          </a:p>
          <a:p/>
          <a:p>
            <a:r>
              <a:t>Key content covered in source deck:</a:t>
            </a:r>
          </a:p>
          <a:p>
            <a:r>
              <a:t>- Topic: 2</a:t>
            </a:r>
          </a:p>
          <a:p>
            <a:r>
              <a:t>- Take Home Message</a:t>
            </a:r>
          </a:p>
          <a:p>
            <a:r>
              <a:t>- 10% babies require resuscitation out of total deliveries.</a:t>
            </a:r>
          </a:p>
          <a:p>
            <a:r>
              <a:t>- 9% will be normal if resuscitation is done in LR within one minute in proper method.</a:t>
            </a:r>
          </a:p>
          <a:p>
            <a:r>
              <a:t>- Be gentle but act fast.</a:t>
            </a:r>
          </a:p>
          <a:p>
            <a:r>
              <a:t>- Refer all the newborns  to SNCU/NBSU who revived after 1 minute of Bag and Mask ventilation.</a:t>
            </a:r>
          </a:p>
          <a:p/>
          <a:p>
            <a:r>
              <a:t>Facilitator reminder: cross-check this section against the training checklist (module_B / grp_B2) in the KoboToolBox facilitation kit.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2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1325880"/>
            <a:ext cx="4206240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DAY 1 – NEWBORN &amp; CHILD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E0E0E0"/>
                </a:solidFill>
                <a:latin typeface="Arial"/>
              </a:defRPr>
            </a:pPr>
            <a:r>
              <a:t>Section B2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6675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mbria"/>
              </a:defRPr>
            </a:pPr>
            <a:r>
              <a:t>Newborn Resuscitation – Take Home Messages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CCCCC"/>
                </a:solidFill>
                <a:latin typeface="Arial"/>
              </a:defRPr>
            </a:pPr>
            <a:r>
              <a:t>Maternal &amp; Child Health Presentation – Facilitator Kit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