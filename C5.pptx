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698" r:id="rId307"/>
    <p:sldId id="2147470858" r:id="rId308"/>
    <p:sldId id="2147470674" r:id="rId309"/>
    <p:sldId id="2147470859" r:id="rId310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307" Type="http://schemas.openxmlformats.org/officeDocument/2006/relationships/slide" Target="slides/slide297.xml"/><Relationship Id="rId308" Type="http://schemas.openxmlformats.org/officeDocument/2006/relationships/slide" Target="slides/slide298.xml"/><Relationship Id="rId309" Type="http://schemas.openxmlformats.org/officeDocument/2006/relationships/slide" Target="slides/slide299.xml"/><Relationship Id="rId310" Type="http://schemas.openxmlformats.org/officeDocument/2006/relationships/slide" Target="slides/slide300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93668-E2FD-21D3-4DE6-93C788FAB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2AEC8-26E6-AB93-5D1B-8FA68B9FB0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A278A-BDBF-DCB6-9445-9F5BBBCE6EC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0B10DA6-3621-476F-A620-A3BBA2BCEF67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298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C7F72-4517-7F14-7CBF-11F32342D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B1BB7-D4B1-B2D3-CD93-38063345BE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4B2D2-DF3C-4A0F-1266-1B23BC12354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E7DFCD5-D64F-4EA9-ABB6-EE48D430ECE3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299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67.jpg"/><Relationship Id="rId4" Type="http://schemas.openxmlformats.org/officeDocument/2006/relationships/image" Target="../media/image268.jp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81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43D8-6097-A7D5-5750-A2AFFC6CABD1}"/>
              </a:ext>
            </a:extLst>
          </p:cNvPr>
          <p:cNvSpPr txBox="1"/>
          <p:nvPr/>
        </p:nvSpPr>
        <p:spPr>
          <a:xfrm>
            <a:off x="365888" y="2414171"/>
            <a:ext cx="6668947" cy="2626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Birth preparedness and complication readiness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ADA11-768D-DF21-F350-E111F6915AAA}"/>
              </a:ext>
            </a:extLst>
          </p:cNvPr>
          <p:cNvSpPr txBox="1"/>
          <p:nvPr/>
        </p:nvSpPr>
        <p:spPr>
          <a:xfrm>
            <a:off x="449036" y="5913497"/>
            <a:ext cx="1847850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Topic: 5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832011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35FD574-9DF3-9067-00C6-DCC74CC3B48A}"/>
              </a:ext>
            </a:extLst>
          </p:cNvPr>
          <p:cNvSpPr txBox="1"/>
          <p:nvPr/>
        </p:nvSpPr>
        <p:spPr>
          <a:xfrm>
            <a:off x="10134596" y="6356351"/>
            <a:ext cx="20574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38B674-840A-40C8-962C-8E65488DA4C7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298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26CAD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743D1F-B916-6129-01D5-67DE1BACECC8}"/>
              </a:ext>
            </a:extLst>
          </p:cNvPr>
          <p:cNvSpPr txBox="1"/>
          <p:nvPr/>
        </p:nvSpPr>
        <p:spPr>
          <a:xfrm>
            <a:off x="465822" y="552754"/>
            <a:ext cx="9385538" cy="8412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51434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3200" b="1" i="0" u="none" strike="noStrike" kern="1200" cap="none" spc="0" normalizeH="0" baseline="0" noProof="0">
                <a:ln>
                  <a:noFill/>
                </a:ln>
                <a:solidFill>
                  <a:srgbClr val="0066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Birth preparedness  &amp; complication readiness (BPCR) 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0066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lose-up of a document&#10;&#10;Description automatically generated">
            <a:extLst>
              <a:ext uri="{FF2B5EF4-FFF2-40B4-BE49-F238E27FC236}">
                <a16:creationId xmlns:a16="http://schemas.microsoft.com/office/drawing/2014/main" id="{573D8C93-089E-6174-DC17-7526AF687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815"/>
          <a:stretch>
            <a:fillRect/>
          </a:stretch>
        </p:blipFill>
        <p:spPr>
          <a:xfrm>
            <a:off x="159261" y="1394002"/>
            <a:ext cx="5258302" cy="376728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7" descr="A close-up of a document&#10;&#10;Description automatically generated">
            <a:extLst>
              <a:ext uri="{FF2B5EF4-FFF2-40B4-BE49-F238E27FC236}">
                <a16:creationId xmlns:a16="http://schemas.microsoft.com/office/drawing/2014/main" id="{1FFB9563-A9C0-03C8-3E99-B49CD673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563" y="1188720"/>
            <a:ext cx="5947166" cy="53949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DBD838-B17D-21B6-7FCF-820A47B69F70}"/>
              </a:ext>
            </a:extLst>
          </p:cNvPr>
          <p:cNvSpPr txBox="1"/>
          <p:nvPr/>
        </p:nvSpPr>
        <p:spPr>
          <a:xfrm>
            <a:off x="381000" y="5410201"/>
            <a:ext cx="3679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Nirapad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Matrutva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booklet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3D61-EE00-C51A-C39A-3348FF8FA68F}"/>
              </a:ext>
            </a:extLst>
          </p:cNvPr>
          <p:cNvSpPr txBox="1"/>
          <p:nvPr/>
        </p:nvSpPr>
        <p:spPr>
          <a:xfrm>
            <a:off x="206581" y="5449"/>
            <a:ext cx="9144000" cy="338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br>
              <a:rPr kumimoji="0" lang="en-IN" sz="3200" b="1" i="0" u="none" strike="noStrike" kern="1200" cap="none" spc="0" normalizeH="0" baseline="0" noProof="0">
                <a:ln>
                  <a:noFill/>
                </a:ln>
                <a:solidFill>
                  <a:srgbClr val="0066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IN" sz="3200" b="1" i="0" u="none" strike="noStrike" kern="1200" cap="none" spc="0" normalizeH="0" baseline="0" noProof="0">
                <a:ln>
                  <a:noFill/>
                </a:ln>
                <a:solidFill>
                  <a:srgbClr val="0066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BPCR – Birth Preparedness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0066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60D8B2A-F72D-8B5C-0E8E-EB7C89D19042}"/>
              </a:ext>
            </a:extLst>
          </p:cNvPr>
          <p:cNvSpPr txBox="1"/>
          <p:nvPr/>
        </p:nvSpPr>
        <p:spPr>
          <a:xfrm>
            <a:off x="9440859" y="6149970"/>
            <a:ext cx="2751136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B7725A1-13AD-461D-AD04-DA08D9B6E9CE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299</a:t>
            </a:fld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26CAD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lowchart: Internal Storage 5">
            <a:extLst>
              <a:ext uri="{FF2B5EF4-FFF2-40B4-BE49-F238E27FC236}">
                <a16:creationId xmlns:a16="http://schemas.microsoft.com/office/drawing/2014/main" id="{ACE9E361-2DF1-0AC0-148A-18F7DBC07467}"/>
              </a:ext>
            </a:extLst>
          </p:cNvPr>
          <p:cNvSpPr/>
          <p:nvPr/>
        </p:nvSpPr>
        <p:spPr>
          <a:xfrm>
            <a:off x="206581" y="945344"/>
            <a:ext cx="5850907" cy="370947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50907"/>
              <a:gd name="f7" fmla="val 3478220"/>
              <a:gd name="f8" fmla="val 731363"/>
              <a:gd name="f9" fmla="val 434778"/>
              <a:gd name="f10" fmla="+- 0 0 -360"/>
              <a:gd name="f11" fmla="+- 0 0 -270"/>
              <a:gd name="f12" fmla="+- 0 0 -180"/>
              <a:gd name="f13" fmla="+- 0 0 -90"/>
              <a:gd name="f14" fmla="*/ f3 1 5850907"/>
              <a:gd name="f15" fmla="*/ f4 1 3478220"/>
              <a:gd name="f16" fmla="+- f7 0 f5"/>
              <a:gd name="f17" fmla="+- f6 0 f5"/>
              <a:gd name="f18" fmla="*/ f10 f0 1"/>
              <a:gd name="f19" fmla="*/ f11 f0 1"/>
              <a:gd name="f20" fmla="*/ f12 f0 1"/>
              <a:gd name="f21" fmla="*/ f13 f0 1"/>
              <a:gd name="f22" fmla="*/ f17 1 5850907"/>
              <a:gd name="f23" fmla="*/ f16 1 3478220"/>
              <a:gd name="f24" fmla="*/ f18 1 f2"/>
              <a:gd name="f25" fmla="*/ f19 1 f2"/>
              <a:gd name="f26" fmla="*/ f20 1 f2"/>
              <a:gd name="f27" fmla="*/ f21 1 f2"/>
              <a:gd name="f28" fmla="*/ 2925454 1 f22"/>
              <a:gd name="f29" fmla="*/ 0 1 f23"/>
              <a:gd name="f30" fmla="*/ 0 1 f22"/>
              <a:gd name="f31" fmla="*/ 1739110 1 f23"/>
              <a:gd name="f32" fmla="*/ 3478220 1 f23"/>
              <a:gd name="f33" fmla="*/ 5850907 1 f22"/>
              <a:gd name="f34" fmla="*/ 731363 1 f22"/>
              <a:gd name="f35" fmla="*/ 434778 1 f23"/>
              <a:gd name="f36" fmla="+- f24 0 f1"/>
              <a:gd name="f37" fmla="+- f25 0 f1"/>
              <a:gd name="f38" fmla="+- f26 0 f1"/>
              <a:gd name="f39" fmla="+- f27 0 f1"/>
              <a:gd name="f40" fmla="*/ f34 f14 1"/>
              <a:gd name="f41" fmla="*/ f33 f14 1"/>
              <a:gd name="f42" fmla="*/ f32 f15 1"/>
              <a:gd name="f43" fmla="*/ f35 f15 1"/>
              <a:gd name="f44" fmla="*/ f28 f14 1"/>
              <a:gd name="f45" fmla="*/ f29 f15 1"/>
              <a:gd name="f46" fmla="*/ f30 f14 1"/>
              <a:gd name="f47" fmla="*/ f31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44" y="f45"/>
              </a:cxn>
              <a:cxn ang="f37">
                <a:pos x="f46" y="f47"/>
              </a:cxn>
              <a:cxn ang="f38">
                <a:pos x="f44" y="f42"/>
              </a:cxn>
              <a:cxn ang="f39">
                <a:pos x="f41" y="f47"/>
              </a:cxn>
            </a:cxnLst>
            <a:rect l="f40" t="f43" r="f41" b="f42"/>
            <a:pathLst>
              <a:path w="5850907" h="3478220" stroke="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lnTo>
                  <a:pt x="f5" y="f7"/>
                </a:lnTo>
                <a:close/>
              </a:path>
              <a:path w="5850907" h="3478220" fill="none">
                <a:moveTo>
                  <a:pt x="f8" y="f5"/>
                </a:moveTo>
                <a:lnTo>
                  <a:pt x="f8" y="f7"/>
                </a:lnTo>
                <a:moveTo>
                  <a:pt x="f5" y="f9"/>
                </a:moveTo>
                <a:lnTo>
                  <a:pt x="f6" y="f9"/>
                </a:lnTo>
              </a:path>
              <a:path w="5850907" h="3478220" fill="none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26CAD3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 these things Ready in a bag after 8th Month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MCP Card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 card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Bank Passbook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 test reports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Clean cloth for newborn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Warm scarf or cap for covering ears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Clean and dry socks for feet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Clean and dry clothes for mother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Sanitary pads for mother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Flowchart: Internal Storage 6">
            <a:extLst>
              <a:ext uri="{FF2B5EF4-FFF2-40B4-BE49-F238E27FC236}">
                <a16:creationId xmlns:a16="http://schemas.microsoft.com/office/drawing/2014/main" id="{2E32A8A9-00BB-A61B-1EF8-12AB958455EB}"/>
              </a:ext>
            </a:extLst>
          </p:cNvPr>
          <p:cNvSpPr/>
          <p:nvPr/>
        </p:nvSpPr>
        <p:spPr>
          <a:xfrm>
            <a:off x="6096000" y="945344"/>
            <a:ext cx="5616866" cy="370018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616870"/>
              <a:gd name="f7" fmla="val 3478220"/>
              <a:gd name="f8" fmla="val 702109"/>
              <a:gd name="f9" fmla="val 434778"/>
              <a:gd name="f10" fmla="+- 0 0 -360"/>
              <a:gd name="f11" fmla="+- 0 0 -270"/>
              <a:gd name="f12" fmla="+- 0 0 -180"/>
              <a:gd name="f13" fmla="+- 0 0 -90"/>
              <a:gd name="f14" fmla="*/ f3 1 5616870"/>
              <a:gd name="f15" fmla="*/ f4 1 3478220"/>
              <a:gd name="f16" fmla="+- f7 0 f5"/>
              <a:gd name="f17" fmla="+- f6 0 f5"/>
              <a:gd name="f18" fmla="*/ f10 f0 1"/>
              <a:gd name="f19" fmla="*/ f11 f0 1"/>
              <a:gd name="f20" fmla="*/ f12 f0 1"/>
              <a:gd name="f21" fmla="*/ f13 f0 1"/>
              <a:gd name="f22" fmla="*/ f17 1 5616870"/>
              <a:gd name="f23" fmla="*/ f16 1 3478220"/>
              <a:gd name="f24" fmla="*/ f18 1 f2"/>
              <a:gd name="f25" fmla="*/ f19 1 f2"/>
              <a:gd name="f26" fmla="*/ f20 1 f2"/>
              <a:gd name="f27" fmla="*/ f21 1 f2"/>
              <a:gd name="f28" fmla="*/ 2808435 1 f22"/>
              <a:gd name="f29" fmla="*/ 0 1 f23"/>
              <a:gd name="f30" fmla="*/ 0 1 f22"/>
              <a:gd name="f31" fmla="*/ 1739110 1 f23"/>
              <a:gd name="f32" fmla="*/ 3478220 1 f23"/>
              <a:gd name="f33" fmla="*/ 5616870 1 f22"/>
              <a:gd name="f34" fmla="*/ 702109 1 f22"/>
              <a:gd name="f35" fmla="*/ 434778 1 f23"/>
              <a:gd name="f36" fmla="+- f24 0 f1"/>
              <a:gd name="f37" fmla="+- f25 0 f1"/>
              <a:gd name="f38" fmla="+- f26 0 f1"/>
              <a:gd name="f39" fmla="+- f27 0 f1"/>
              <a:gd name="f40" fmla="*/ f34 f14 1"/>
              <a:gd name="f41" fmla="*/ f33 f14 1"/>
              <a:gd name="f42" fmla="*/ f32 f15 1"/>
              <a:gd name="f43" fmla="*/ f35 f15 1"/>
              <a:gd name="f44" fmla="*/ f28 f14 1"/>
              <a:gd name="f45" fmla="*/ f29 f15 1"/>
              <a:gd name="f46" fmla="*/ f30 f14 1"/>
              <a:gd name="f47" fmla="*/ f31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44" y="f45"/>
              </a:cxn>
              <a:cxn ang="f37">
                <a:pos x="f46" y="f47"/>
              </a:cxn>
              <a:cxn ang="f38">
                <a:pos x="f44" y="f42"/>
              </a:cxn>
              <a:cxn ang="f39">
                <a:pos x="f41" y="f47"/>
              </a:cxn>
            </a:cxnLst>
            <a:rect l="f40" t="f43" r="f41" b="f42"/>
            <a:pathLst>
              <a:path w="5616870" h="3478220" stroke="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lnTo>
                  <a:pt x="f5" y="f7"/>
                </a:lnTo>
                <a:close/>
              </a:path>
              <a:path w="5616870" h="3478220" fill="none">
                <a:moveTo>
                  <a:pt x="f8" y="f5"/>
                </a:moveTo>
                <a:lnTo>
                  <a:pt x="f8" y="f7"/>
                </a:lnTo>
                <a:moveTo>
                  <a:pt x="f5" y="f9"/>
                </a:moveTo>
                <a:lnTo>
                  <a:pt x="f6" y="f9"/>
                </a:lnTo>
              </a:path>
              <a:path w="5616870" h="3478220" fill="none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gradFill>
            <a:gsLst>
              <a:gs pos="0">
                <a:srgbClr val="9BD7C2"/>
              </a:gs>
              <a:gs pos="100000">
                <a:srgbClr val="8ECDB7"/>
              </a:gs>
            </a:gsLst>
            <a:lin ang="5400000"/>
          </a:gradFill>
          <a:ln w="6345" cap="flat">
            <a:solidFill>
              <a:srgbClr val="00AA88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Contact persons on Onset of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Labour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 Name &amp; Mobile no. Of ASHA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 &amp; Mobile no. Of Nurse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 &amp; Mobile no. Of Anganwadi worker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 of nearest PHC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Contact number of PHC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 of District/Sub-district hospital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Contact number of DH/SDH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 and number of driver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91C224F6-C371-0D76-A386-F5602A166BC8}"/>
              </a:ext>
            </a:extLst>
          </p:cNvPr>
          <p:cNvSpPr/>
          <p:nvPr/>
        </p:nvSpPr>
        <p:spPr>
          <a:xfrm>
            <a:off x="206581" y="4764188"/>
            <a:ext cx="11848091" cy="1148468"/>
          </a:xfrm>
          <a:custGeom>
            <a:avLst>
              <a:gd name="f1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3600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solidFill>
            <a:srgbClr val="C00000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 about government schemes and programs – JSY, JSSK, Emergency Transport Number 108 and Extended PMSMA and to contact at Suman Help desk in case of any problem (104/ 18001801104)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7B979-CF4E-5BD4-069F-F406A8D789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163" y="-141466"/>
            <a:ext cx="9144000" cy="8756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br>
              <a:rPr lang="en-IN" sz="3200"/>
            </a:br>
            <a:r>
              <a:rPr lang="en-IN" sz="3200"/>
              <a:t>BPCR – Complication Readiness</a:t>
            </a:r>
            <a:endParaRPr lang="en-US" sz="32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1EAA66A-8DC3-29E8-CCE0-07E85E038A3B}"/>
              </a:ext>
            </a:extLst>
          </p:cNvPr>
          <p:cNvSpPr txBox="1"/>
          <p:nvPr/>
        </p:nvSpPr>
        <p:spPr>
          <a:xfrm>
            <a:off x="10134596" y="5753103"/>
            <a:ext cx="20574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689D028-E744-43B2-8FAA-A15742CB1FFB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300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26CAD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1577BD36-7BD0-87E5-A7FF-CDB3502337BB}"/>
              </a:ext>
            </a:extLst>
          </p:cNvPr>
          <p:cNvSpPr/>
          <p:nvPr/>
        </p:nvSpPr>
        <p:spPr>
          <a:xfrm>
            <a:off x="3842921" y="1459391"/>
            <a:ext cx="5622572" cy="304554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5143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 bleeding PV during pregnancy </a:t>
            </a:r>
          </a:p>
          <a:p>
            <a:pPr marL="228600" marR="0" lvl="0" indent="-228600" algn="l" defTabSz="5143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Severe headache with blurred vision</a:t>
            </a: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28600" marR="0" lvl="0" indent="-228600" algn="l" defTabSz="5143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Convulsions or loss of consciousness</a:t>
            </a:r>
          </a:p>
          <a:p>
            <a:pPr marL="228600" marR="0" lvl="0" indent="-228600" algn="l" defTabSz="5143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Decreased, increased or absent fetal movements</a:t>
            </a:r>
          </a:p>
          <a:p>
            <a:pPr marL="228600" marR="0" lvl="0" indent="-228600" algn="l" defTabSz="5143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 fever with or without abdominal pain or chills</a:t>
            </a:r>
          </a:p>
          <a:p>
            <a:pPr marL="228600" marR="0" lvl="0" indent="-228600" algn="l" defTabSz="5143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Excessive vomiting, unable to take</a:t>
            </a: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anything orally</a:t>
            </a:r>
          </a:p>
          <a:p>
            <a:pPr marL="228600" marR="0" lvl="0" indent="-228600" algn="l" defTabSz="51434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Breathlessness at rest or dizziness</a:t>
            </a: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/>
              <a:ea typeface="Calibri" pitchFamily="34"/>
              <a:cs typeface="Times New Roman" pitchFamily="18"/>
            </a:endParaRP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5823EECE-277E-A2C8-2FD6-E4C5FC707060}"/>
              </a:ext>
            </a:extLst>
          </p:cNvPr>
          <p:cNvSpPr/>
          <p:nvPr/>
        </p:nvSpPr>
        <p:spPr>
          <a:xfrm>
            <a:off x="311728" y="1069637"/>
            <a:ext cx="3346969" cy="1793796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abs f3"/>
              <a:gd name="f8" fmla="abs f4"/>
              <a:gd name="f9" fmla="abs f5"/>
              <a:gd name="f10" fmla="?: f7 f3 1"/>
              <a:gd name="f11" fmla="?: f8 f4 1"/>
              <a:gd name="f12" fmla="?: f9 f5 1"/>
              <a:gd name="f13" fmla="*/ f10 1 21600"/>
              <a:gd name="f14" fmla="*/ f11 1 21600"/>
              <a:gd name="f15" fmla="*/ 21600 f10 1"/>
              <a:gd name="f16" fmla="*/ 21600 f11 1"/>
              <a:gd name="f17" fmla="min f14 f13"/>
              <a:gd name="f18" fmla="*/ f15 1 f12"/>
              <a:gd name="f19" fmla="*/ f16 1 f12"/>
              <a:gd name="f20" fmla="val f18"/>
              <a:gd name="f21" fmla="val f19"/>
              <a:gd name="f22" fmla="*/ f6 f17 1"/>
              <a:gd name="f23" fmla="+- f21 0 f6"/>
              <a:gd name="f24" fmla="+- f20 0 f6"/>
              <a:gd name="f25" fmla="*/ f20 f17 1"/>
              <a:gd name="f26" fmla="*/ f21 f17 1"/>
              <a:gd name="f27" fmla="min f24 f23"/>
              <a:gd name="f28" fmla="*/ f27 1 6"/>
              <a:gd name="f29" fmla="+- f20 0 f28"/>
              <a:gd name="f30" fmla="+- f21 0 f28"/>
              <a:gd name="f31" fmla="*/ f28 29289 1"/>
              <a:gd name="f32" fmla="*/ f28 f17 1"/>
              <a:gd name="f33" fmla="*/ f31 1 100000"/>
              <a:gd name="f34" fmla="*/ f29 f17 1"/>
              <a:gd name="f35" fmla="*/ f30 f17 1"/>
              <a:gd name="f36" fmla="+- f20 0 f33"/>
              <a:gd name="f37" fmla="+- f21 0 f33"/>
              <a:gd name="f38" fmla="*/ f33 f17 1"/>
              <a:gd name="f39" fmla="*/ f36 f17 1"/>
              <a:gd name="f40" fmla="*/ f37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8" t="f38" r="f39" b="f40"/>
            <a:pathLst>
              <a:path>
                <a:moveTo>
                  <a:pt x="f22" y="f32"/>
                </a:moveTo>
                <a:arcTo wR="f32" hR="f32" stAng="f0" swAng="f1"/>
                <a:lnTo>
                  <a:pt x="f34" y="f22"/>
                </a:lnTo>
                <a:arcTo wR="f32" hR="f32" stAng="f2" swAng="f1"/>
                <a:lnTo>
                  <a:pt x="f25" y="f35"/>
                </a:lnTo>
                <a:arcTo wR="f32" hR="f32" stAng="f6" swAng="f1"/>
                <a:lnTo>
                  <a:pt x="f32" y="f26"/>
                </a:lnTo>
                <a:arcTo wR="f32" hR="f32" stAng="f1" swAng="f1"/>
                <a:close/>
              </a:path>
            </a:pathLst>
          </a:custGeom>
          <a:gradFill>
            <a:gsLst>
              <a:gs pos="0">
                <a:srgbClr val="A0E5EA"/>
              </a:gs>
              <a:gs pos="100000">
                <a:srgbClr val="92E0E6"/>
              </a:gs>
            </a:gsLst>
            <a:lin ang="5400000"/>
          </a:gradFill>
          <a:ln w="6345" cap="flat">
            <a:solidFill>
              <a:srgbClr val="26CAD3"/>
            </a:solidFill>
            <a:prstDash val="solid"/>
            <a:miter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 BPCR, it is important to inform the pregnant woman and family members about early recognition of danger signs during pregnancy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610C6416-A38A-47BF-1D22-B475C763C1E8}"/>
              </a:ext>
            </a:extLst>
          </p:cNvPr>
          <p:cNvSpPr/>
          <p:nvPr/>
        </p:nvSpPr>
        <p:spPr>
          <a:xfrm>
            <a:off x="410163" y="3842363"/>
            <a:ext cx="3040709" cy="1345347"/>
          </a:xfrm>
          <a:custGeom>
            <a:avLst>
              <a:gd name="f0" fmla="val 6300"/>
              <a:gd name="f1" fmla="val 24300"/>
            </a:avLst>
            <a:gdLst>
              <a:gd name="f2" fmla="val 10800000"/>
              <a:gd name="f3" fmla="val 5400000"/>
              <a:gd name="f4" fmla="val 16200000"/>
              <a:gd name="f5" fmla="val 180"/>
              <a:gd name="f6" fmla="val w"/>
              <a:gd name="f7" fmla="val h"/>
              <a:gd name="f8" fmla="val 0"/>
              <a:gd name="f9" fmla="val 21600"/>
              <a:gd name="f10" fmla="+- 0 0 1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val -2147483647"/>
              <a:gd name="f17" fmla="+- 0 0 180"/>
              <a:gd name="f18" fmla="*/ f6 1 21600"/>
              <a:gd name="f19" fmla="*/ f7 1 21600"/>
              <a:gd name="f20" fmla="val f8"/>
              <a:gd name="f21" fmla="val f9"/>
              <a:gd name="f22" fmla="+- 0 0 f12"/>
              <a:gd name="f23" fmla="+- 3590 0 f8"/>
              <a:gd name="f24" fmla="+- 0 0 f3"/>
              <a:gd name="f25" fmla="+- 21600 0 f15"/>
              <a:gd name="f26" fmla="+- 18010 0 f9"/>
              <a:gd name="f27" fmla="pin -2147483647 f0 2147483647"/>
              <a:gd name="f28" fmla="pin -2147483647 f1 2147483647"/>
              <a:gd name="f29" fmla="*/ f17 f2 1"/>
              <a:gd name="f30" fmla="+- f21 0 f20"/>
              <a:gd name="f31" fmla="val f27"/>
              <a:gd name="f32" fmla="val f28"/>
              <a:gd name="f33" fmla="abs f22"/>
              <a:gd name="f34" fmla="abs f23"/>
              <a:gd name="f35" fmla="?: f22 f24 f3"/>
              <a:gd name="f36" fmla="?: f22 f3 f24"/>
              <a:gd name="f37" fmla="?: f22 f4 f3"/>
              <a:gd name="f38" fmla="?: f22 f3 f4"/>
              <a:gd name="f39" fmla="abs f25"/>
              <a:gd name="f40" fmla="?: f23 f24 f3"/>
              <a:gd name="f41" fmla="?: f23 f3 f24"/>
              <a:gd name="f42" fmla="?: f25 0 f2"/>
              <a:gd name="f43" fmla="?: f25 f2 0"/>
              <a:gd name="f44" fmla="abs f26"/>
              <a:gd name="f45" fmla="?: f25 f24 f3"/>
              <a:gd name="f46" fmla="?: f25 f3 f24"/>
              <a:gd name="f47" fmla="?: f25 f4 f3"/>
              <a:gd name="f48" fmla="?: f25 f3 f4"/>
              <a:gd name="f49" fmla="?: f26 f24 f3"/>
              <a:gd name="f50" fmla="?: f26 f3 f24"/>
              <a:gd name="f51" fmla="?: f22 0 f2"/>
              <a:gd name="f52" fmla="?: f22 f2 0"/>
              <a:gd name="f53" fmla="*/ f27 f18 1"/>
              <a:gd name="f54" fmla="*/ f28 f19 1"/>
              <a:gd name="f55" fmla="*/ f29 1 f5"/>
              <a:gd name="f56" fmla="*/ f30 1 21600"/>
              <a:gd name="f57" fmla="+- f31 0 10800"/>
              <a:gd name="f58" fmla="+- f32 0 10800"/>
              <a:gd name="f59" fmla="+- f32 0 21600"/>
              <a:gd name="f60" fmla="+- f31 0 21600"/>
              <a:gd name="f61" fmla="?: f22 f38 f37"/>
              <a:gd name="f62" fmla="?: f22 f37 f38"/>
              <a:gd name="f63" fmla="?: f23 f36 f35"/>
              <a:gd name="f64" fmla="?: f23 f43 f42"/>
              <a:gd name="f65" fmla="?: f23 f42 f43"/>
              <a:gd name="f66" fmla="?: f25 f40 f41"/>
              <a:gd name="f67" fmla="?: f25 f48 f47"/>
              <a:gd name="f68" fmla="?: f25 f47 f48"/>
              <a:gd name="f69" fmla="?: f26 f46 f45"/>
              <a:gd name="f70" fmla="?: f26 f52 f51"/>
              <a:gd name="f71" fmla="?: f26 f51 f52"/>
              <a:gd name="f72" fmla="?: f22 f49 f50"/>
              <a:gd name="f73" fmla="*/ f31 f18 1"/>
              <a:gd name="f74" fmla="*/ f32 f19 1"/>
              <a:gd name="f75" fmla="+- f55 0 f3"/>
              <a:gd name="f76" fmla="*/ 800 f56 1"/>
              <a:gd name="f77" fmla="*/ 20800 f56 1"/>
              <a:gd name="f78" fmla="abs f57"/>
              <a:gd name="f79" fmla="abs f58"/>
              <a:gd name="f80" fmla="?: f23 f62 f61"/>
              <a:gd name="f81" fmla="?: f25 f64 f65"/>
              <a:gd name="f82" fmla="?: f26 f68 f67"/>
              <a:gd name="f83" fmla="?: f22 f70 f71"/>
              <a:gd name="f84" fmla="+- f78 0 f79"/>
              <a:gd name="f85" fmla="+- f79 0 f78"/>
              <a:gd name="f86" fmla="*/ f76 1 f56"/>
              <a:gd name="f87" fmla="*/ f77 1 f56"/>
              <a:gd name="f88" fmla="?: f58 f10 f84"/>
              <a:gd name="f89" fmla="?: f58 f84 f10"/>
              <a:gd name="f90" fmla="?: f57 f10 f85"/>
              <a:gd name="f91" fmla="?: f57 f85 f10"/>
              <a:gd name="f92" fmla="*/ f86 f18 1"/>
              <a:gd name="f93" fmla="*/ f87 f18 1"/>
              <a:gd name="f94" fmla="*/ f87 f19 1"/>
              <a:gd name="f95" fmla="*/ f86 f19 1"/>
              <a:gd name="f96" fmla="?: f31 f10 f88"/>
              <a:gd name="f97" fmla="?: f31 f10 f89"/>
              <a:gd name="f98" fmla="?: f59 f90 f10"/>
              <a:gd name="f99" fmla="?: f59 f91 f10"/>
              <a:gd name="f100" fmla="?: f60 f89 f10"/>
              <a:gd name="f101" fmla="?: f60 f88 f10"/>
              <a:gd name="f102" fmla="?: f32 f10 f91"/>
              <a:gd name="f103" fmla="?: f32 f10 f90"/>
              <a:gd name="f104" fmla="?: f96 f31 0"/>
              <a:gd name="f105" fmla="?: f96 f32 6280"/>
              <a:gd name="f106" fmla="?: f97 f31 0"/>
              <a:gd name="f107" fmla="?: f97 f32 15320"/>
              <a:gd name="f108" fmla="?: f98 f31 6280"/>
              <a:gd name="f109" fmla="?: f98 f32 21600"/>
              <a:gd name="f110" fmla="?: f99 f31 15320"/>
              <a:gd name="f111" fmla="?: f99 f32 21600"/>
              <a:gd name="f112" fmla="?: f100 f31 21600"/>
              <a:gd name="f113" fmla="?: f100 f32 15320"/>
              <a:gd name="f114" fmla="?: f101 f31 21600"/>
              <a:gd name="f115" fmla="?: f101 f32 6280"/>
              <a:gd name="f116" fmla="?: f102 f31 15320"/>
              <a:gd name="f117" fmla="?: f102 f32 0"/>
              <a:gd name="f118" fmla="?: f103 f31 6280"/>
              <a:gd name="f119" fmla="?: f103 f32 0"/>
            </a:gdLst>
            <a:ahLst>
              <a:ahXY gdRefX="f0" minX="f16" maxX="f11" gdRefY="f1" minY="f16" maxY="f11">
                <a:pos x="f53" y="f5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5">
                <a:pos x="f73" y="f74"/>
              </a:cxn>
            </a:cxnLst>
            <a:rect l="f92" t="f95" r="f93" b="f94"/>
            <a:pathLst>
              <a:path w="21600" h="21600">
                <a:moveTo>
                  <a:pt x="f12" y="f8"/>
                </a:moveTo>
                <a:arcTo wR="f33" hR="f34" stAng="f80" swAng="f63"/>
                <a:lnTo>
                  <a:pt x="f104" y="f105"/>
                </a:lnTo>
                <a:lnTo>
                  <a:pt x="f8" y="f13"/>
                </a:lnTo>
                <a:lnTo>
                  <a:pt x="f8" y="f14"/>
                </a:lnTo>
                <a:lnTo>
                  <a:pt x="f106" y="f107"/>
                </a:lnTo>
                <a:lnTo>
                  <a:pt x="f8" y="f15"/>
                </a:lnTo>
                <a:arcTo wR="f34" hR="f39" stAng="f81" swAng="f66"/>
                <a:lnTo>
                  <a:pt x="f108" y="f109"/>
                </a:lnTo>
                <a:lnTo>
                  <a:pt x="f13" y="f9"/>
                </a:lnTo>
                <a:lnTo>
                  <a:pt x="f14" y="f9"/>
                </a:lnTo>
                <a:lnTo>
                  <a:pt x="f110" y="f111"/>
                </a:lnTo>
                <a:lnTo>
                  <a:pt x="f15" y="f9"/>
                </a:lnTo>
                <a:arcTo wR="f39" hR="f44" stAng="f82" swAng="f69"/>
                <a:lnTo>
                  <a:pt x="f112" y="f113"/>
                </a:lnTo>
                <a:lnTo>
                  <a:pt x="f9" y="f14"/>
                </a:lnTo>
                <a:lnTo>
                  <a:pt x="f9" y="f13"/>
                </a:lnTo>
                <a:lnTo>
                  <a:pt x="f114" y="f115"/>
                </a:lnTo>
                <a:lnTo>
                  <a:pt x="f9" y="f12"/>
                </a:lnTo>
                <a:arcTo wR="f44" hR="f33" stAng="f83" swAng="f72"/>
                <a:lnTo>
                  <a:pt x="f116" y="f117"/>
                </a:lnTo>
                <a:lnTo>
                  <a:pt x="f14" y="f8"/>
                </a:lnTo>
                <a:lnTo>
                  <a:pt x="f13" y="f8"/>
                </a:lnTo>
                <a:lnTo>
                  <a:pt x="f118" y="f119"/>
                </a:lnTo>
                <a:close/>
              </a:path>
            </a:pathLst>
          </a:custGeom>
          <a:solidFill>
            <a:srgbClr val="7030A0"/>
          </a:solidFill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case of any Danger sign, take the woman to  hospital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50F3C9A-8CC5-B169-8667-D6EA1F3BC3CF}"/>
              </a:ext>
            </a:extLst>
          </p:cNvPr>
          <p:cNvSpPr/>
          <p:nvPr/>
        </p:nvSpPr>
        <p:spPr>
          <a:xfrm>
            <a:off x="4971227" y="987597"/>
            <a:ext cx="3018827" cy="328132"/>
          </a:xfrm>
          <a:custGeom>
            <a:avLst>
              <a:gd name="f0" fmla="val 6300"/>
              <a:gd name="f1" fmla="val 24300"/>
            </a:avLst>
            <a:gdLst>
              <a:gd name="f2" fmla="val 10800000"/>
              <a:gd name="f3" fmla="val 5400000"/>
              <a:gd name="f4" fmla="val 16200000"/>
              <a:gd name="f5" fmla="val 180"/>
              <a:gd name="f6" fmla="val w"/>
              <a:gd name="f7" fmla="val h"/>
              <a:gd name="f8" fmla="val 0"/>
              <a:gd name="f9" fmla="val 21600"/>
              <a:gd name="f10" fmla="+- 0 0 1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val -2147483647"/>
              <a:gd name="f17" fmla="+- 0 0 180"/>
              <a:gd name="f18" fmla="*/ f6 1 21600"/>
              <a:gd name="f19" fmla="*/ f7 1 21600"/>
              <a:gd name="f20" fmla="val f8"/>
              <a:gd name="f21" fmla="val f9"/>
              <a:gd name="f22" fmla="+- 0 0 f12"/>
              <a:gd name="f23" fmla="+- 3590 0 f8"/>
              <a:gd name="f24" fmla="+- 0 0 f3"/>
              <a:gd name="f25" fmla="+- 21600 0 f15"/>
              <a:gd name="f26" fmla="+- 18010 0 f9"/>
              <a:gd name="f27" fmla="pin -2147483647 f0 2147483647"/>
              <a:gd name="f28" fmla="pin -2147483647 f1 2147483647"/>
              <a:gd name="f29" fmla="*/ f17 f2 1"/>
              <a:gd name="f30" fmla="+- f21 0 f20"/>
              <a:gd name="f31" fmla="val f27"/>
              <a:gd name="f32" fmla="val f28"/>
              <a:gd name="f33" fmla="abs f22"/>
              <a:gd name="f34" fmla="abs f23"/>
              <a:gd name="f35" fmla="?: f22 f24 f3"/>
              <a:gd name="f36" fmla="?: f22 f3 f24"/>
              <a:gd name="f37" fmla="?: f22 f4 f3"/>
              <a:gd name="f38" fmla="?: f22 f3 f4"/>
              <a:gd name="f39" fmla="abs f25"/>
              <a:gd name="f40" fmla="?: f23 f24 f3"/>
              <a:gd name="f41" fmla="?: f23 f3 f24"/>
              <a:gd name="f42" fmla="?: f25 0 f2"/>
              <a:gd name="f43" fmla="?: f25 f2 0"/>
              <a:gd name="f44" fmla="abs f26"/>
              <a:gd name="f45" fmla="?: f25 f24 f3"/>
              <a:gd name="f46" fmla="?: f25 f3 f24"/>
              <a:gd name="f47" fmla="?: f25 f4 f3"/>
              <a:gd name="f48" fmla="?: f25 f3 f4"/>
              <a:gd name="f49" fmla="?: f26 f24 f3"/>
              <a:gd name="f50" fmla="?: f26 f3 f24"/>
              <a:gd name="f51" fmla="?: f22 0 f2"/>
              <a:gd name="f52" fmla="?: f22 f2 0"/>
              <a:gd name="f53" fmla="*/ f27 f18 1"/>
              <a:gd name="f54" fmla="*/ f28 f19 1"/>
              <a:gd name="f55" fmla="*/ f29 1 f5"/>
              <a:gd name="f56" fmla="*/ f30 1 21600"/>
              <a:gd name="f57" fmla="+- f31 0 10800"/>
              <a:gd name="f58" fmla="+- f32 0 10800"/>
              <a:gd name="f59" fmla="+- f32 0 21600"/>
              <a:gd name="f60" fmla="+- f31 0 21600"/>
              <a:gd name="f61" fmla="?: f22 f38 f37"/>
              <a:gd name="f62" fmla="?: f22 f37 f38"/>
              <a:gd name="f63" fmla="?: f23 f36 f35"/>
              <a:gd name="f64" fmla="?: f23 f43 f42"/>
              <a:gd name="f65" fmla="?: f23 f42 f43"/>
              <a:gd name="f66" fmla="?: f25 f40 f41"/>
              <a:gd name="f67" fmla="?: f25 f48 f47"/>
              <a:gd name="f68" fmla="?: f25 f47 f48"/>
              <a:gd name="f69" fmla="?: f26 f46 f45"/>
              <a:gd name="f70" fmla="?: f26 f52 f51"/>
              <a:gd name="f71" fmla="?: f26 f51 f52"/>
              <a:gd name="f72" fmla="?: f22 f49 f50"/>
              <a:gd name="f73" fmla="*/ f31 f18 1"/>
              <a:gd name="f74" fmla="*/ f32 f19 1"/>
              <a:gd name="f75" fmla="+- f55 0 f3"/>
              <a:gd name="f76" fmla="*/ 800 f56 1"/>
              <a:gd name="f77" fmla="*/ 20800 f56 1"/>
              <a:gd name="f78" fmla="abs f57"/>
              <a:gd name="f79" fmla="abs f58"/>
              <a:gd name="f80" fmla="?: f23 f62 f61"/>
              <a:gd name="f81" fmla="?: f25 f64 f65"/>
              <a:gd name="f82" fmla="?: f26 f68 f67"/>
              <a:gd name="f83" fmla="?: f22 f70 f71"/>
              <a:gd name="f84" fmla="+- f78 0 f79"/>
              <a:gd name="f85" fmla="+- f79 0 f78"/>
              <a:gd name="f86" fmla="*/ f76 1 f56"/>
              <a:gd name="f87" fmla="*/ f77 1 f56"/>
              <a:gd name="f88" fmla="?: f58 f10 f84"/>
              <a:gd name="f89" fmla="?: f58 f84 f10"/>
              <a:gd name="f90" fmla="?: f57 f10 f85"/>
              <a:gd name="f91" fmla="?: f57 f85 f10"/>
              <a:gd name="f92" fmla="*/ f86 f18 1"/>
              <a:gd name="f93" fmla="*/ f87 f18 1"/>
              <a:gd name="f94" fmla="*/ f87 f19 1"/>
              <a:gd name="f95" fmla="*/ f86 f19 1"/>
              <a:gd name="f96" fmla="?: f31 f10 f88"/>
              <a:gd name="f97" fmla="?: f31 f10 f89"/>
              <a:gd name="f98" fmla="?: f59 f90 f10"/>
              <a:gd name="f99" fmla="?: f59 f91 f10"/>
              <a:gd name="f100" fmla="?: f60 f89 f10"/>
              <a:gd name="f101" fmla="?: f60 f88 f10"/>
              <a:gd name="f102" fmla="?: f32 f10 f91"/>
              <a:gd name="f103" fmla="?: f32 f10 f90"/>
              <a:gd name="f104" fmla="?: f96 f31 0"/>
              <a:gd name="f105" fmla="?: f96 f32 6280"/>
              <a:gd name="f106" fmla="?: f97 f31 0"/>
              <a:gd name="f107" fmla="?: f97 f32 15320"/>
              <a:gd name="f108" fmla="?: f98 f31 6280"/>
              <a:gd name="f109" fmla="?: f98 f32 21600"/>
              <a:gd name="f110" fmla="?: f99 f31 15320"/>
              <a:gd name="f111" fmla="?: f99 f32 21600"/>
              <a:gd name="f112" fmla="?: f100 f31 21600"/>
              <a:gd name="f113" fmla="?: f100 f32 15320"/>
              <a:gd name="f114" fmla="?: f101 f31 21600"/>
              <a:gd name="f115" fmla="?: f101 f32 6280"/>
              <a:gd name="f116" fmla="?: f102 f31 15320"/>
              <a:gd name="f117" fmla="?: f102 f32 0"/>
              <a:gd name="f118" fmla="?: f103 f31 6280"/>
              <a:gd name="f119" fmla="?: f103 f32 0"/>
            </a:gdLst>
            <a:ahLst>
              <a:ahXY gdRefX="f0" minX="f16" maxX="f11" gdRefY="f1" minY="f16" maxY="f11">
                <a:pos x="f53" y="f54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75">
                <a:pos x="f73" y="f74"/>
              </a:cxn>
            </a:cxnLst>
            <a:rect l="f92" t="f95" r="f93" b="f94"/>
            <a:pathLst>
              <a:path w="21600" h="21600">
                <a:moveTo>
                  <a:pt x="f12" y="f8"/>
                </a:moveTo>
                <a:arcTo wR="f33" hR="f34" stAng="f80" swAng="f63"/>
                <a:lnTo>
                  <a:pt x="f104" y="f105"/>
                </a:lnTo>
                <a:lnTo>
                  <a:pt x="f8" y="f13"/>
                </a:lnTo>
                <a:lnTo>
                  <a:pt x="f8" y="f14"/>
                </a:lnTo>
                <a:lnTo>
                  <a:pt x="f106" y="f107"/>
                </a:lnTo>
                <a:lnTo>
                  <a:pt x="f8" y="f15"/>
                </a:lnTo>
                <a:arcTo wR="f34" hR="f39" stAng="f81" swAng="f66"/>
                <a:lnTo>
                  <a:pt x="f108" y="f109"/>
                </a:lnTo>
                <a:lnTo>
                  <a:pt x="f13" y="f9"/>
                </a:lnTo>
                <a:lnTo>
                  <a:pt x="f14" y="f9"/>
                </a:lnTo>
                <a:lnTo>
                  <a:pt x="f110" y="f111"/>
                </a:lnTo>
                <a:lnTo>
                  <a:pt x="f15" y="f9"/>
                </a:lnTo>
                <a:arcTo wR="f39" hR="f44" stAng="f82" swAng="f69"/>
                <a:lnTo>
                  <a:pt x="f112" y="f113"/>
                </a:lnTo>
                <a:lnTo>
                  <a:pt x="f9" y="f14"/>
                </a:lnTo>
                <a:lnTo>
                  <a:pt x="f9" y="f13"/>
                </a:lnTo>
                <a:lnTo>
                  <a:pt x="f114" y="f115"/>
                </a:lnTo>
                <a:lnTo>
                  <a:pt x="f9" y="f12"/>
                </a:lnTo>
                <a:arcTo wR="f44" hR="f33" stAng="f83" swAng="f72"/>
                <a:lnTo>
                  <a:pt x="f116" y="f117"/>
                </a:lnTo>
                <a:lnTo>
                  <a:pt x="f14" y="f8"/>
                </a:lnTo>
                <a:lnTo>
                  <a:pt x="f13" y="f8"/>
                </a:lnTo>
                <a:lnTo>
                  <a:pt x="f118" y="f119"/>
                </a:lnTo>
                <a:close/>
              </a:path>
            </a:pathLst>
          </a:custGeom>
          <a:solidFill>
            <a:srgbClr val="00667D"/>
          </a:solidFill>
          <a:ln w="12701" cap="flat">
            <a:solidFill>
              <a:srgbClr val="00495A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Danger Signs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