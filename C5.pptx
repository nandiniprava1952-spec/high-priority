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C5: Birth Preparedness &amp; Complication Readiness</a:t>
            </a:r>
          </a:p>
          <a:p>
            <a:r>
              <a:t>Module: Day 2 – Programs &amp; Systems</a:t>
            </a:r>
          </a:p>
          <a:p/>
          <a:p>
            <a:r>
              <a:t>Key content covered in source deck:</a:t>
            </a:r>
          </a:p>
          <a:p>
            <a:r>
              <a:t>- Birth preparedness and complication readiness</a:t>
            </a:r>
          </a:p>
          <a:p>
            <a:r>
              <a:t>- Topic: 5</a:t>
            </a:r>
          </a:p>
          <a:p>
            <a:r>
              <a:t>- Birth preparedness  &amp; complication readiness (BPCR)</a:t>
            </a:r>
          </a:p>
          <a:p>
            <a:r>
              <a:t>- Nirapad Matrutva booklet</a:t>
            </a:r>
          </a:p>
          <a:p>
            <a:r>
              <a:t>- BPCR – Birth Preparedness</a:t>
            </a:r>
          </a:p>
          <a:p>
            <a:r>
              <a:t>- Keep these things Ready in a bag after 8th Month</a:t>
            </a:r>
          </a:p>
          <a:p>
            <a:r>
              <a:t>- MCP Card</a:t>
            </a:r>
          </a:p>
          <a:p>
            <a:r>
              <a:t>- ID card</a:t>
            </a:r>
          </a:p>
          <a:p>
            <a:r>
              <a:t>- Bank Passbook</a:t>
            </a:r>
          </a:p>
          <a:p>
            <a:r>
              <a:t>- All test reports</a:t>
            </a:r>
          </a:p>
          <a:p>
            <a:r>
              <a:t>- Clean cloth for newborn</a:t>
            </a:r>
          </a:p>
          <a:p>
            <a:r>
              <a:t>- Warm scarf or cap for covering ears</a:t>
            </a:r>
          </a:p>
          <a:p>
            <a:r>
              <a:t>- Clean and dry socks for feet</a:t>
            </a:r>
          </a:p>
          <a:p>
            <a:r>
              <a:t>- Clean and dry clothes for mother</a:t>
            </a:r>
          </a:p>
          <a:p>
            <a:r>
              <a:t>- Sanitary pads for mother</a:t>
            </a:r>
          </a:p>
          <a:p>
            <a:r>
              <a:t>- Contact persons on Onset of Labour</a:t>
            </a:r>
          </a:p>
          <a:p>
            <a:r>
              <a:t>- Name &amp; Mobile no. Of ASHA</a:t>
            </a:r>
          </a:p>
          <a:p>
            <a:r>
              <a:t>- Name &amp; Mobile no. Of Nurse</a:t>
            </a:r>
          </a:p>
          <a:p>
            <a:r>
              <a:t>- Name &amp; Mobile no. Of Anganwadi worker</a:t>
            </a:r>
          </a:p>
          <a:p>
            <a:r>
              <a:t>- Name of nearest PHC</a:t>
            </a:r>
          </a:p>
          <a:p>
            <a:r>
              <a:t>- Contact number of PHC</a:t>
            </a:r>
          </a:p>
          <a:p>
            <a:r>
              <a:t>- Name of District/Sub-district hospital</a:t>
            </a:r>
          </a:p>
          <a:p>
            <a:r>
              <a:t>- Contact number of DH/SDH</a:t>
            </a:r>
          </a:p>
          <a:p>
            <a:r>
              <a:t>- Name and number of driver</a:t>
            </a:r>
          </a:p>
          <a:p>
            <a:r>
              <a:t>- Inform about government schemes and programs – JSY, JSSK, Emergency Transport Number 108 and Extended PMSMA and to contact at Suman Help desk in case of any problem (104/ 18001801104)</a:t>
            </a:r>
          </a:p>
          <a:p/>
          <a:p>
            <a:r>
              <a:t>Facilitator reminder: cross-check this section against the training checklist (module_C / grp_C5)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5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2 – PROGRAMS &amp;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C5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Birth Preparedness &amp; Complication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