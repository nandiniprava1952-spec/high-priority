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B8: Immunization Programme Overview</a:t>
            </a:r>
          </a:p>
          <a:p>
            <a:r>
              <a:t>Module: Day 1 – Newborn &amp; Child Health</a:t>
            </a:r>
          </a:p>
          <a:p/>
          <a:p>
            <a:r>
              <a:t>Key content covered in source deck:</a:t>
            </a:r>
          </a:p>
          <a:p>
            <a:r>
              <a:t>- An Over View Immunization Programme</a:t>
            </a:r>
          </a:p>
          <a:p>
            <a:r>
              <a:t>- Topic 6</a:t>
            </a:r>
          </a:p>
          <a:p>
            <a:r>
              <a:t>- Introduction</a:t>
            </a:r>
          </a:p>
          <a:p>
            <a:r>
              <a:t>- India’s Universal Immunization Programme (UIP)</a:t>
            </a:r>
          </a:p>
          <a:p>
            <a:r>
              <a:t>- Green marketing is a practice whereby companies seek to go above and beyond traditional marketing by promoting environmental core values in the hope.</a:t>
            </a:r>
          </a:p>
          <a:p>
            <a:r>
              <a:t>- YOUR TITLE 05</a:t>
            </a:r>
          </a:p>
          <a:p>
            <a:r>
              <a:t>- One of the largest public health programs in the world</a:t>
            </a:r>
          </a:p>
          <a:p>
            <a:r>
              <a:t>- All vaccines under UIP are manufactured in India</a:t>
            </a:r>
          </a:p>
          <a:p>
            <a:r>
              <a:t>- India has largest vaccine manufacturing capacity in the world</a:t>
            </a:r>
          </a:p>
          <a:p>
            <a:r>
              <a:t>- RVV product change</a:t>
            </a:r>
          </a:p>
          <a:p>
            <a:r>
              <a:t>- fIPV 3rd dose introduced</a:t>
            </a:r>
          </a:p>
          <a:p>
            <a:r>
              <a:t>- Roadmap of Introduction &amp; Expansion of New Vaccines</a:t>
            </a:r>
          </a:p>
          <a:p>
            <a:r>
              <a:t>- Key highlights: UIP</a:t>
            </a:r>
          </a:p>
          <a:p>
            <a:r>
              <a:t>- 1978</a:t>
            </a:r>
          </a:p>
          <a:p>
            <a:r>
              <a:t>- EPI - BCG, OPV, DPT &amp; typhoid-</a:t>
            </a:r>
          </a:p>
          <a:p>
            <a:r>
              <a:t>- paratyphoid vaccines</a:t>
            </a:r>
          </a:p>
          <a:p>
            <a:r>
              <a:t>- 1985</a:t>
            </a:r>
          </a:p>
          <a:p>
            <a:r>
              <a:t>- 2002</a:t>
            </a:r>
          </a:p>
          <a:p>
            <a:r>
              <a:t>- 2006</a:t>
            </a:r>
          </a:p>
          <a:p>
            <a:r>
              <a:t>- 2010</a:t>
            </a:r>
          </a:p>
          <a:p>
            <a:r>
              <a:t>- 2011</a:t>
            </a:r>
          </a:p>
          <a:p>
            <a:r>
              <a:t>- 2013</a:t>
            </a:r>
          </a:p>
          <a:p>
            <a:r>
              <a:t>- 2015</a:t>
            </a:r>
          </a:p>
          <a:p>
            <a:r>
              <a:t>- 2016</a:t>
            </a:r>
          </a:p>
          <a:p>
            <a:r>
              <a:t>- 2017</a:t>
            </a:r>
          </a:p>
          <a:p/>
          <a:p>
            <a:r>
              <a:t>Facilitator reminder: cross-check this section against the training checklist (module_B / grp_B8)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8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1 – NEWBORN &amp; CHILD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B8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Immunization Programme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