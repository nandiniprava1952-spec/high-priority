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C11: Free Diagnostics (Laboratory)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Free Diagnostic (Laboratory)</a:t>
            </a:r>
          </a:p>
          <a:p>
            <a:r>
              <a:t>- Modality : Hybrid( In-house + PPP)</a:t>
            </a:r>
          </a:p>
          <a:p>
            <a:r>
              <a:t>- Topic: 11</a:t>
            </a:r>
          </a:p>
          <a:p>
            <a:r>
              <a:t>- Test Details As per Notification</a:t>
            </a:r>
          </a:p>
          <a:p>
            <a:r>
              <a:t>- Sub Centre: 16 types of test  against</a:t>
            </a:r>
          </a:p>
          <a:p>
            <a:r>
              <a:t>- PHC/UPHS: 65 types of tests</a:t>
            </a:r>
          </a:p>
          <a:p>
            <a:r>
              <a:t>- CHCs/UCHCs: 103 types of tests</a:t>
            </a:r>
          </a:p>
          <a:p>
            <a:r>
              <a:t>- SDHs:121 types of tests</a:t>
            </a:r>
          </a:p>
          <a:p>
            <a:r>
              <a:t>- SDHs:145 types at DHHs.</a:t>
            </a:r>
          </a:p>
          <a:p>
            <a:r>
              <a:t>- List of tests as per Type facility including</a:t>
            </a:r>
          </a:p>
          <a:p>
            <a:r>
              <a:t>- Status of Health Facilities for  Diagnostic Tests Through PPP</a:t>
            </a:r>
          </a:p>
          <a:p>
            <a:r>
              <a:t>- Action Points</a:t>
            </a:r>
          </a:p>
          <a:p>
            <a:r>
              <a:t>- Samples at DHHs, SDHs , CHCs &amp; UCHCs sample are collected by the Phlebotomist of Krasnaa Diagnostic.</a:t>
            </a:r>
          </a:p>
          <a:p>
            <a:r>
              <a:t>- In case of PHCs the samples are to be collected by the  LTs ( Regular / Contractual/ Our Sourced ) engaged by the institution and samples for test need to send to the  CHC Drop-in- Centre  as per the mapping. The samples must be supported by the Test Requisition Form (TRF)</a:t>
            </a:r>
          </a:p>
          <a:p/>
          <a:p>
            <a:r>
              <a:t>Facilitator reminder: cross-check this section against the training checklist (module_C / grp_C11)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1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Free Diagnostics (Laboratory)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