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B7: Identification &amp; Management of Childhood Diarrhoea</a:t>
            </a:r>
          </a:p>
          <a:p>
            <a:r>
              <a:t>Module: Day 1 – Newborn &amp; Child Health</a:t>
            </a:r>
          </a:p>
          <a:p/>
          <a:p>
            <a:r>
              <a:t>Key content covered in source deck:</a:t>
            </a:r>
          </a:p>
          <a:p>
            <a:r>
              <a:t>- TOPIC 7</a:t>
            </a:r>
          </a:p>
          <a:p>
            <a:r>
              <a:t>- Identification &amp; Management of</a:t>
            </a:r>
          </a:p>
          <a:p>
            <a:r>
              <a:t>- Childhood Diarhoea</a:t>
            </a:r>
          </a:p>
          <a:p>
            <a:r>
              <a:t>- Presenter: Dr. Lingaraj Pradhan</a:t>
            </a:r>
          </a:p>
          <a:p>
            <a:r>
              <a:t>- Childhood Diarrhoea</a:t>
            </a:r>
          </a:p>
          <a:p>
            <a:r>
              <a:t>- Diarrhoea is a major cause of U5 deaths in the State</a:t>
            </a:r>
          </a:p>
          <a:p>
            <a:r>
              <a:t>- Odisha has the 2nd highest prevalence of diarrhoea in t he country</a:t>
            </a:r>
          </a:p>
          <a:p>
            <a:r>
              <a:t>- DIARRHOEA · 0–2 MONTHS</a:t>
            </a:r>
          </a:p>
          <a:p>
            <a:r>
              <a:t>- Classify Dehydration in Young Infants</a:t>
            </a:r>
          </a:p>
          <a:p>
            <a:r>
              <a:t>- For young infants, Severe and Some Dehydration share the same urgent pre-referral treatment.</a:t>
            </a:r>
          </a:p>
          <a:p>
            <a:r>
              <a:t>- SEVERE DEHYDRATION</a:t>
            </a:r>
          </a:p>
          <a:p>
            <a:r>
              <a:t>- Two or more of:</a:t>
            </a:r>
          </a:p>
          <a:p>
            <a:r>
              <a:t>- Movement only when stimulated, or none at all</a:t>
            </a:r>
          </a:p>
          <a:p>
            <a:r>
              <a:t>- Sunken eyes</a:t>
            </a:r>
          </a:p>
          <a:p>
            <a:r>
              <a:t>- Skin pinch goes back very slowly</a:t>
            </a:r>
          </a:p>
          <a:p>
            <a:r>
              <a:t>- Give first dose of IM Ampicillin AND IM gentamicin</a:t>
            </a:r>
          </a:p>
          <a:p>
            <a:r>
              <a:t>- Refer URGENTLY to hospital; mother gives frequent ORS sips on the way</a:t>
            </a:r>
          </a:p>
          <a:p>
            <a:r>
              <a:t>- Continue breastfeeding; keep the infant warm en route</a:t>
            </a:r>
          </a:p>
          <a:p>
            <a:r>
              <a:t>- SOME DEHYDRATION</a:t>
            </a:r>
          </a:p>
          <a:p>
            <a:r>
              <a:t>- Restless or irritable</a:t>
            </a:r>
          </a:p>
          <a:p>
            <a:r>
              <a:t>- Skin pinch goes back slowly</a:t>
            </a:r>
          </a:p>
          <a:p>
            <a:r>
              <a:t>- Same as Severe Dehydration: urgent referral with first antibiotic doses</a:t>
            </a:r>
          </a:p>
          <a:p>
            <a:r>
              <a:t>- Follow Plan B</a:t>
            </a:r>
          </a:p>
          <a:p>
            <a:r>
              <a:t>- Follow up in 2 days</a:t>
            </a:r>
          </a:p>
          <a:p>
            <a:r>
              <a:t>- NO DEHYDRATION</a:t>
            </a:r>
          </a:p>
          <a:p/>
          <a:p>
            <a:r>
              <a:t>Facilitator reminder: cross-check this section against the training checklist (module_B / grp_B7)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7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NEWBORN &amp; CHILD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B7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Identification &amp; Management of Childhood Diarrhoea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