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C9: Supply Chain Management</a:t>
            </a:r>
          </a:p>
          <a:p>
            <a:r>
              <a:t>Module: Day 2 – Programs &amp; Systems</a:t>
            </a:r>
          </a:p>
          <a:p/>
          <a:p>
            <a:r>
              <a:t>Key content covered in source deck:</a:t>
            </a:r>
          </a:p>
          <a:p>
            <a:r>
              <a:t>- SUPPLY CHAIN MANGEMENT</a:t>
            </a:r>
          </a:p>
          <a:p>
            <a:r>
              <a:t>- Topic: 9</a:t>
            </a:r>
          </a:p>
          <a:p>
            <a:r>
              <a:t>- FLOW OF INDENT</a:t>
            </a:r>
          </a:p>
          <a:p>
            <a:r>
              <a:t>- District:-</a:t>
            </a:r>
          </a:p>
          <a:p>
            <a:r>
              <a:t>- PHC, SC will indent to Block CHC.</a:t>
            </a:r>
          </a:p>
          <a:p>
            <a:r>
              <a:t>- Wards, PPC, DDC to indent Sub-store.</a:t>
            </a:r>
          </a:p>
          <a:p>
            <a:r>
              <a:t>- OH/AH, CHC/Block CHC, SDH will indent to District DWH.</a:t>
            </a:r>
          </a:p>
          <a:p>
            <a:r>
              <a:t>- Sub Store to indent District DWH.</a:t>
            </a:r>
          </a:p>
          <a:p>
            <a:r>
              <a:t>- District DWH will indent to State DWH.</a:t>
            </a:r>
          </a:p>
          <a:p>
            <a:r>
              <a:t>- Medical College/Major Health Institutions :-</a:t>
            </a:r>
          </a:p>
          <a:p>
            <a:r>
              <a:t>- Sub Store to indent DWH.</a:t>
            </a:r>
          </a:p>
          <a:p>
            <a:r>
              <a:t>- ISSUE OF DRUGS</a:t>
            </a:r>
          </a:p>
          <a:p>
            <a:r>
              <a:t>- INVENTORY MANAGEMENT</a:t>
            </a:r>
          </a:p>
          <a:p>
            <a:r>
              <a:t>- When to indent ?</a:t>
            </a:r>
          </a:p>
          <a:p>
            <a:r>
              <a:t>- What to indent ?</a:t>
            </a:r>
          </a:p>
          <a:p>
            <a:r>
              <a:t>- How much to indent ?</a:t>
            </a:r>
          </a:p>
          <a:p>
            <a:r>
              <a:t>- What should be stocked ?</a:t>
            </a:r>
          </a:p>
          <a:p>
            <a:r>
              <a:t>- Prevention of loss because of time expired drugs.</a:t>
            </a:r>
          </a:p>
          <a:p>
            <a:r>
              <a:t>- Physical stock taking</a:t>
            </a:r>
          </a:p>
          <a:p>
            <a:r>
              <a:t>- Damaged or time expired drugs should be recorded and disposed off</a:t>
            </a:r>
          </a:p>
          <a:p>
            <a:r>
              <a:t>- BASIC PRINCIPLE</a:t>
            </a:r>
          </a:p>
          <a:p>
            <a:r>
              <a:t>- Right Product</a:t>
            </a:r>
          </a:p>
          <a:p>
            <a:r>
              <a:t>- Right Quantity</a:t>
            </a:r>
          </a:p>
          <a:p>
            <a:r>
              <a:t>- Right Quality</a:t>
            </a:r>
          </a:p>
          <a:p>
            <a:r>
              <a:t>- Right Cost</a:t>
            </a:r>
          </a:p>
          <a:p/>
          <a:p>
            <a:r>
              <a:t>Facilitator reminder: cross-check this section against the training checklist (module_C / grp_C9)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9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2 – PROGRAMS &amp;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C9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Supply Chain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