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A7: Postpartum Haemorrhage (PPH)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Post partum Hemorrhage</a:t>
            </a:r>
          </a:p>
          <a:p>
            <a:r>
              <a:t>- Topic 7</a:t>
            </a:r>
          </a:p>
          <a:p>
            <a:r>
              <a:t>- Identification of PPH</a:t>
            </a:r>
          </a:p>
          <a:p>
            <a:r>
              <a:t>- Loss of 500 ml or more of blood during delivery and up to six weeks after delivery (may be less in anemia)</a:t>
            </a:r>
          </a:p>
          <a:p>
            <a:r>
              <a:t>- Blood loss sufficient  to cause signs and symptoms of hypovolemia</a:t>
            </a:r>
          </a:p>
          <a:p>
            <a:r>
              <a:t>- Woman soaks 1 pad or cloth in &lt;5 min</a:t>
            </a:r>
          </a:p>
          <a:p>
            <a:r>
              <a:t>- Classification of hypovolemic shock</a:t>
            </a:r>
          </a:p>
          <a:p>
            <a:r>
              <a:t>- Blood Volume  65 ml/Kg</a:t>
            </a:r>
          </a:p>
          <a:p>
            <a:r>
              <a:t>- Recognize PPH by correctly assessing the blood loss after childbirth.</a:t>
            </a:r>
          </a:p>
          <a:p>
            <a:r>
              <a:t>- Until the woman loses up to 1000 ml of blood her pulse rate, BP, general condition can appear as normal</a:t>
            </a:r>
          </a:p>
          <a:p>
            <a:r>
              <a:t>- Pulse 100 /min and BP normal  blood loss can be  1200 ml or more</a:t>
            </a:r>
          </a:p>
          <a:p>
            <a:r>
              <a:t>- Pulse  120/min , systolic BP is 80 mm Hg or less, woman is pale, cold, restless and agitated : Blood loss is 1800 – 2000 ml</a:t>
            </a:r>
          </a:p>
          <a:p>
            <a:r>
              <a:t>- Woman with low BMI Blood volume is less</a:t>
            </a:r>
          </a:p>
          <a:p>
            <a:r>
              <a:t>- Severe PE/Eclampsia</a:t>
            </a:r>
          </a:p>
          <a:p>
            <a:r>
              <a:t>- Moderate/severe anaemia</a:t>
            </a:r>
          </a:p>
          <a:p>
            <a:r>
              <a:t>- Assessment of Blood Loss</a:t>
            </a:r>
          </a:p>
          <a:p>
            <a:r>
              <a:t>- Prevention of PPH</a:t>
            </a:r>
          </a:p>
          <a:p>
            <a:r>
              <a:t>- Catheterize and keep in dwelling catheter in situ.</a:t>
            </a:r>
          </a:p>
          <a:p>
            <a:r>
              <a:t>- Massage uterus to stimulate effective uterine contractions</a:t>
            </a:r>
          </a:p>
          <a:p>
            <a:r>
              <a:t>- If still uterus is relaxed can give other uterotonics like prostaglandins (misoprostol or carboprost) or methyl ergometrine or combination of oxytocin and methyl ergometrine</a:t>
            </a:r>
          </a:p>
          <a:p>
            <a:r>
              <a:t>- If uterus is still relaxed- examine placenta for completeness, if placenta complete and uterus still relaxed, perform bimanual uterine compression/aortic compression as a temporary measure, perform condom tamponade (at facilities where medical officers available)</a:t>
            </a:r>
          </a:p>
          <a:p>
            <a:r>
              <a:t>- Arrange for transportation to FRU where facilities for blood transfusion and surgery available</a:t>
            </a:r>
          </a:p>
          <a:p>
            <a:r>
              <a:t>- If bleeding is controlled by drugs- repeat uterine massage every 15 min for first 2 hrs, closely monitor vitals, continue oxytocin (total not exceeding 100 IU in 24 hrs)</a:t>
            </a:r>
          </a:p>
          <a:p>
            <a:r>
              <a:t>- Cause Specific Management: Atonic PPH</a:t>
            </a:r>
          </a:p>
          <a:p>
            <a:r>
              <a:t>- Empty urinary bladder with Foley’s catheter</a:t>
            </a:r>
          </a:p>
          <a:p/>
          <a:p>
            <a:r>
              <a:t>Facilitator reminder: cross-check this section against the training checklist (module_A / grp_A7)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7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Postpartum Haemorrhage (PPH)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