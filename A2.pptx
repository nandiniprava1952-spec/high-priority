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  <p:sldMasterId id="2147483717" r:id="rId2"/>
    <p:sldMasterId id="2147483729" r:id="rId3"/>
    <p:sldMasterId id="2147483745" r:id="rId4"/>
    <p:sldMasterId id="2147483748" r:id="rId5"/>
    <p:sldMasterId id="2147483766" r:id="rId6"/>
    <p:sldMasterId id="2147483790" r:id="rId7"/>
    <p:sldMasterId id="2147483808" r:id="rId8"/>
    <p:sldMasterId id="2147483821" r:id="rId9"/>
    <p:sldMasterId id="2147483833" r:id="rId10"/>
  </p:sldMasterIdLst>
  <p:notesMasterIdLst>
    <p:notesMasterId r:id="rId391"/>
  </p:notesMasterIdLst>
  <p:handoutMasterIdLst>
    <p:handoutMasterId r:id="rId392"/>
  </p:handoutMasterIdLst>
  <p:sldIdLst>
    <p:sldId id="2147470680" r:id="rId23"/>
    <p:sldId id="287" r:id="rId24"/>
    <p:sldId id="2147470659" r:id="rId25"/>
    <p:sldId id="288" r:id="rId26"/>
    <p:sldId id="418" r:id="rId27"/>
    <p:sldId id="419" r:id="rId28"/>
    <p:sldId id="2147470724" r:id="rId29"/>
    <p:sldId id="422" r:id="rId30"/>
    <p:sldId id="268" r:id="rId31"/>
    <p:sldId id="266" r:id="rId32"/>
    <p:sldId id="269" r:id="rId33"/>
    <p:sldId id="270" r:id="rId34"/>
    <p:sldId id="271" r:id="rId35"/>
    <p:sldId id="275" r:id="rId36"/>
    <p:sldId id="2147470717" r:id="rId37"/>
    <p:sldId id="276" r:id="rId38"/>
    <p:sldId id="257" r:id="rId39"/>
    <p:sldId id="258" r:id="rId40"/>
    <p:sldId id="2147470616" r:id="rId41"/>
  </p:sldIdLst>
  <p:sldSz cx="12192000" cy="6858000"/>
  <p:notesSz cx="7104063" cy="10234613"/>
  <p:custDataLst>
    <p:tags r:id="rId39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807B35-6682-E863-7CDC-BAFFABE6384C}" name="Dande Venkata Sireesha" initials="DS" userId="S::dsireesha@jhpiego.org::38427968-4704-4b19-87c8-b85b3f9240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EA2E52"/>
    <a:srgbClr val="EC848E"/>
    <a:srgbClr val="F3F3F3"/>
    <a:srgbClr val="EA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/>
    <p:restoredTop sz="94656"/>
  </p:normalViewPr>
  <p:slideViewPr>
    <p:cSldViewPr snapToGrid="0">
      <p:cViewPr varScale="1">
        <p:scale>
          <a:sx n="59" d="100"/>
          <a:sy n="59" d="100"/>
        </p:scale>
        <p:origin x="9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391" Type="http://schemas.openxmlformats.org/officeDocument/2006/relationships/notesMaster" Target="notesMasters/notesMaster1.xml"/><Relationship Id="rId392" Type="http://schemas.openxmlformats.org/officeDocument/2006/relationships/handoutMaster" Target="handoutMasters/handoutMaster1.xml"/><Relationship Id="rId393" Type="http://schemas.openxmlformats.org/officeDocument/2006/relationships/tags" Target="tags/tag1.xml"/><Relationship Id="rId394" Type="http://schemas.openxmlformats.org/officeDocument/2006/relationships/presProps" Target="presProps.xml"/><Relationship Id="rId395" Type="http://schemas.openxmlformats.org/officeDocument/2006/relationships/viewProps" Target="viewProps.xml"/><Relationship Id="rId396" Type="http://schemas.openxmlformats.org/officeDocument/2006/relationships/theme" Target="theme/theme1.xml"/><Relationship Id="rId397" Type="http://schemas.openxmlformats.org/officeDocument/2006/relationships/tableStyles" Target="tableStyles.xml"/><Relationship Id="rId398" Type="http://schemas.microsoft.com/office/2018/10/relationships/authors" Target="authors.xml"/></Relationships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2.xml><?xml version="1.0" encoding="utf-8"?>
<dgm:dataModel xmlns:dgm="http://schemas.openxmlformats.org/drawingml/2006/diagram" xmlns:a="http://schemas.openxmlformats.org/drawingml/2006/main">
  <dgm:ptLst>
    <dgm:pt modelId="{50B3E369-3805-4955-9171-CFE01DCF66FD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DB0A89E-FFE4-4808-A3F1-0910E3C9281C}">
      <dgm:prSet/>
      <dgm:spPr/>
      <dgm:t>
        <a:bodyPr/>
        <a:lstStyle/>
        <a:p>
          <a:pPr rtl="0"/>
          <a:r>
            <a:rPr lang="en-IN"/>
            <a:t>Decreased iron in body</a:t>
          </a:r>
        </a:p>
      </dgm:t>
    </dgm:pt>
    <dgm:pt modelId="{DC12CD9B-820A-411C-B373-AC190E01D5E3}" type="parTrans" cxnId="{C11331CA-F2D4-4DDB-8955-4BCE11FB4647}">
      <dgm:prSet/>
      <dgm:spPr/>
      <dgm:t>
        <a:bodyPr/>
        <a:lstStyle/>
        <a:p>
          <a:endParaRPr lang="en-US"/>
        </a:p>
      </dgm:t>
    </dgm:pt>
    <dgm:pt modelId="{60271DF2-1F63-4641-8DFF-CDCA278861F3}" type="sibTrans" cxnId="{C11331CA-F2D4-4DDB-8955-4BCE11FB4647}">
      <dgm:prSet/>
      <dgm:spPr/>
      <dgm:t>
        <a:bodyPr/>
        <a:lstStyle/>
        <a:p>
          <a:endParaRPr lang="en-US"/>
        </a:p>
      </dgm:t>
    </dgm:pt>
    <dgm:pt modelId="{EEECB2B1-1635-408B-BB0A-526CA42B71E0}">
      <dgm:prSet/>
      <dgm:spPr/>
      <dgm:t>
        <a:bodyPr/>
        <a:lstStyle/>
        <a:p>
          <a:pPr rtl="0"/>
          <a:r>
            <a:rPr lang="en-IN"/>
            <a:t>Decreased haemoglobin in blood</a:t>
          </a:r>
        </a:p>
      </dgm:t>
    </dgm:pt>
    <dgm:pt modelId="{EB2DA59D-DECD-493B-8FEC-B76BC01CF850}" type="parTrans" cxnId="{A383129C-0892-4D9C-97D5-A7439FB5C7E7}">
      <dgm:prSet/>
      <dgm:spPr/>
      <dgm:t>
        <a:bodyPr/>
        <a:lstStyle/>
        <a:p>
          <a:endParaRPr lang="en-US"/>
        </a:p>
      </dgm:t>
    </dgm:pt>
    <dgm:pt modelId="{FE6C0453-60B1-414A-A0D9-9A955D0C7F48}" type="sibTrans" cxnId="{A383129C-0892-4D9C-97D5-A7439FB5C7E7}">
      <dgm:prSet/>
      <dgm:spPr/>
      <dgm:t>
        <a:bodyPr/>
        <a:lstStyle/>
        <a:p>
          <a:endParaRPr lang="en-US"/>
        </a:p>
      </dgm:t>
    </dgm:pt>
    <dgm:pt modelId="{513C79DA-398A-4C22-9370-0F078F75616B}">
      <dgm:prSet/>
      <dgm:spPr/>
      <dgm:t>
        <a:bodyPr/>
        <a:lstStyle/>
        <a:p>
          <a:pPr rtl="0"/>
          <a:r>
            <a:rPr lang="en-IN"/>
            <a:t>Reduction in oxygen carrying capacity of blood</a:t>
          </a:r>
        </a:p>
      </dgm:t>
    </dgm:pt>
    <dgm:pt modelId="{3FC6CE89-40EC-4506-9950-85EF618C324D}" type="parTrans" cxnId="{FF2BA133-FAA2-4EAE-83A3-941D5DE253EA}">
      <dgm:prSet/>
      <dgm:spPr/>
      <dgm:t>
        <a:bodyPr/>
        <a:lstStyle/>
        <a:p>
          <a:endParaRPr lang="en-US"/>
        </a:p>
      </dgm:t>
    </dgm:pt>
    <dgm:pt modelId="{46DFA1CD-6E18-4CE2-A5D5-7BB21103AA5A}" type="sibTrans" cxnId="{FF2BA133-FAA2-4EAE-83A3-941D5DE253EA}">
      <dgm:prSet/>
      <dgm:spPr/>
      <dgm:t>
        <a:bodyPr/>
        <a:lstStyle/>
        <a:p>
          <a:endParaRPr lang="en-US"/>
        </a:p>
      </dgm:t>
    </dgm:pt>
    <dgm:pt modelId="{CF26BEB4-E32B-42AE-81FA-1710EFF7BCFF}">
      <dgm:prSet/>
      <dgm:spPr/>
      <dgm:t>
        <a:bodyPr/>
        <a:lstStyle/>
        <a:p>
          <a:pPr rtl="0"/>
          <a:r>
            <a:rPr lang="en-IN"/>
            <a:t>Decreased red blood cells</a:t>
          </a:r>
        </a:p>
      </dgm:t>
    </dgm:pt>
    <dgm:pt modelId="{A6B7B54B-9446-4AD7-AB0F-618C20E11D5D}" type="sibTrans" cxnId="{A2D5F132-9645-4A84-8838-DEEAA7088678}">
      <dgm:prSet/>
      <dgm:spPr/>
      <dgm:t>
        <a:bodyPr/>
        <a:lstStyle/>
        <a:p>
          <a:endParaRPr lang="en-US"/>
        </a:p>
      </dgm:t>
    </dgm:pt>
    <dgm:pt modelId="{63190899-5359-4723-BD9E-E568A23E38FE}" type="parTrans" cxnId="{A2D5F132-9645-4A84-8838-DEEAA7088678}">
      <dgm:prSet/>
      <dgm:spPr/>
      <dgm:t>
        <a:bodyPr/>
        <a:lstStyle/>
        <a:p>
          <a:endParaRPr lang="en-US"/>
        </a:p>
      </dgm:t>
    </dgm:pt>
    <dgm:pt modelId="{75BF4BA1-CBA6-40A1-A9E4-7AEDFFC4BADB}" type="pres">
      <dgm:prSet presAssocID="{50B3E369-3805-4955-9171-CFE01DCF66FD}" presName="outerComposite" presStyleCnt="0">
        <dgm:presLayoutVars>
          <dgm:chMax val="5"/>
          <dgm:dir/>
          <dgm:resizeHandles val="exact"/>
        </dgm:presLayoutVars>
      </dgm:prSet>
      <dgm:spPr/>
    </dgm:pt>
    <dgm:pt modelId="{7452E4FF-931D-4CA4-88D8-5F0715757E57}" type="pres">
      <dgm:prSet presAssocID="{50B3E369-3805-4955-9171-CFE01DCF66FD}" presName="dummyMaxCanvas" presStyleCnt="0">
        <dgm:presLayoutVars/>
      </dgm:prSet>
      <dgm:spPr/>
    </dgm:pt>
    <dgm:pt modelId="{BA46DE99-DE36-4ACE-B8F4-96F92AA33A50}" type="pres">
      <dgm:prSet presAssocID="{50B3E369-3805-4955-9171-CFE01DCF66FD}" presName="FourNodes_1" presStyleLbl="node1" presStyleIdx="0" presStyleCnt="4">
        <dgm:presLayoutVars>
          <dgm:bulletEnabled val="1"/>
        </dgm:presLayoutVars>
      </dgm:prSet>
      <dgm:spPr/>
    </dgm:pt>
    <dgm:pt modelId="{0BB774D5-5999-4CB3-90C8-5BD939A2026B}" type="pres">
      <dgm:prSet presAssocID="{50B3E369-3805-4955-9171-CFE01DCF66FD}" presName="FourNodes_2" presStyleLbl="node1" presStyleIdx="1" presStyleCnt="4">
        <dgm:presLayoutVars>
          <dgm:bulletEnabled val="1"/>
        </dgm:presLayoutVars>
      </dgm:prSet>
      <dgm:spPr/>
    </dgm:pt>
    <dgm:pt modelId="{CA8A11A0-D894-4B00-BF83-48A0FBEBCED1}" type="pres">
      <dgm:prSet presAssocID="{50B3E369-3805-4955-9171-CFE01DCF66FD}" presName="FourNodes_3" presStyleLbl="node1" presStyleIdx="2" presStyleCnt="4">
        <dgm:presLayoutVars>
          <dgm:bulletEnabled val="1"/>
        </dgm:presLayoutVars>
      </dgm:prSet>
      <dgm:spPr/>
    </dgm:pt>
    <dgm:pt modelId="{4682B77F-EDC2-4935-B2CE-0F2B11DF1FE6}" type="pres">
      <dgm:prSet presAssocID="{50B3E369-3805-4955-9171-CFE01DCF66FD}" presName="FourNodes_4" presStyleLbl="node1" presStyleIdx="3" presStyleCnt="4">
        <dgm:presLayoutVars>
          <dgm:bulletEnabled val="1"/>
        </dgm:presLayoutVars>
      </dgm:prSet>
      <dgm:spPr/>
    </dgm:pt>
    <dgm:pt modelId="{38BA2F7F-F879-4526-82D3-9C5DF5071333}" type="pres">
      <dgm:prSet presAssocID="{50B3E369-3805-4955-9171-CFE01DCF66FD}" presName="FourConn_1-2" presStyleLbl="fgAccFollowNode1" presStyleIdx="0" presStyleCnt="3">
        <dgm:presLayoutVars>
          <dgm:bulletEnabled val="1"/>
        </dgm:presLayoutVars>
      </dgm:prSet>
      <dgm:spPr/>
    </dgm:pt>
    <dgm:pt modelId="{1BF6A04B-4616-45AE-98D8-AC8016114F80}" type="pres">
      <dgm:prSet presAssocID="{50B3E369-3805-4955-9171-CFE01DCF66FD}" presName="FourConn_2-3" presStyleLbl="fgAccFollowNode1" presStyleIdx="1" presStyleCnt="3">
        <dgm:presLayoutVars>
          <dgm:bulletEnabled val="1"/>
        </dgm:presLayoutVars>
      </dgm:prSet>
      <dgm:spPr/>
    </dgm:pt>
    <dgm:pt modelId="{C8B7B368-8433-4B13-820F-0EEE575A4991}" type="pres">
      <dgm:prSet presAssocID="{50B3E369-3805-4955-9171-CFE01DCF66FD}" presName="FourConn_3-4" presStyleLbl="fgAccFollowNode1" presStyleIdx="2" presStyleCnt="3">
        <dgm:presLayoutVars>
          <dgm:bulletEnabled val="1"/>
        </dgm:presLayoutVars>
      </dgm:prSet>
      <dgm:spPr/>
    </dgm:pt>
    <dgm:pt modelId="{E5D01696-E4B3-485D-B6F5-215278F2A04F}" type="pres">
      <dgm:prSet presAssocID="{50B3E369-3805-4955-9171-CFE01DCF66FD}" presName="FourNodes_1_text" presStyleLbl="node1" presStyleIdx="3" presStyleCnt="4">
        <dgm:presLayoutVars>
          <dgm:bulletEnabled val="1"/>
        </dgm:presLayoutVars>
      </dgm:prSet>
      <dgm:spPr/>
    </dgm:pt>
    <dgm:pt modelId="{115C1CFF-A3D6-416A-AFA3-5BC6FAAC262E}" type="pres">
      <dgm:prSet presAssocID="{50B3E369-3805-4955-9171-CFE01DCF66FD}" presName="FourNodes_2_text" presStyleLbl="node1" presStyleIdx="3" presStyleCnt="4">
        <dgm:presLayoutVars>
          <dgm:bulletEnabled val="1"/>
        </dgm:presLayoutVars>
      </dgm:prSet>
      <dgm:spPr/>
    </dgm:pt>
    <dgm:pt modelId="{CD63ABA4-85F2-40F8-B298-24D6BB477C4F}" type="pres">
      <dgm:prSet presAssocID="{50B3E369-3805-4955-9171-CFE01DCF66FD}" presName="FourNodes_3_text" presStyleLbl="node1" presStyleIdx="3" presStyleCnt="4">
        <dgm:presLayoutVars>
          <dgm:bulletEnabled val="1"/>
        </dgm:presLayoutVars>
      </dgm:prSet>
      <dgm:spPr/>
    </dgm:pt>
    <dgm:pt modelId="{7FD91F98-6D7F-4D5C-8C85-8F70198A39D4}" type="pres">
      <dgm:prSet presAssocID="{50B3E369-3805-4955-9171-CFE01DCF66F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13F410A-F1D4-4242-876C-F285DF7F2F5E}" type="presOf" srcId="{60271DF2-1F63-4641-8DFF-CDCA278861F3}" destId="{38BA2F7F-F879-4526-82D3-9C5DF5071333}" srcOrd="0" destOrd="0" presId="urn:microsoft.com/office/officeart/2005/8/layout/vProcess5"/>
    <dgm:cxn modelId="{6054A728-609F-44A6-BC3C-0BC18C1CFBF8}" type="presOf" srcId="{9DB0A89E-FFE4-4808-A3F1-0910E3C9281C}" destId="{E5D01696-E4B3-485D-B6F5-215278F2A04F}" srcOrd="1" destOrd="0" presId="urn:microsoft.com/office/officeart/2005/8/layout/vProcess5"/>
    <dgm:cxn modelId="{A2D5F132-9645-4A84-8838-DEEAA7088678}" srcId="{50B3E369-3805-4955-9171-CFE01DCF66FD}" destId="{CF26BEB4-E32B-42AE-81FA-1710EFF7BCFF}" srcOrd="2" destOrd="0" parTransId="{63190899-5359-4723-BD9E-E568A23E38FE}" sibTransId="{A6B7B54B-9446-4AD7-AB0F-618C20E11D5D}"/>
    <dgm:cxn modelId="{FF2BA133-FAA2-4EAE-83A3-941D5DE253EA}" srcId="{50B3E369-3805-4955-9171-CFE01DCF66FD}" destId="{513C79DA-398A-4C22-9370-0F078F75616B}" srcOrd="3" destOrd="0" parTransId="{3FC6CE89-40EC-4506-9950-85EF618C324D}" sibTransId="{46DFA1CD-6E18-4CE2-A5D5-7BB21103AA5A}"/>
    <dgm:cxn modelId="{F52AC641-CC0B-44C9-9CC9-B764221BD2DA}" type="presOf" srcId="{CF26BEB4-E32B-42AE-81FA-1710EFF7BCFF}" destId="{CA8A11A0-D894-4B00-BF83-48A0FBEBCED1}" srcOrd="0" destOrd="0" presId="urn:microsoft.com/office/officeart/2005/8/layout/vProcess5"/>
    <dgm:cxn modelId="{AB41BF44-677C-4770-8AB4-0BD1A1A4E628}" type="presOf" srcId="{EEECB2B1-1635-408B-BB0A-526CA42B71E0}" destId="{115C1CFF-A3D6-416A-AFA3-5BC6FAAC262E}" srcOrd="1" destOrd="0" presId="urn:microsoft.com/office/officeart/2005/8/layout/vProcess5"/>
    <dgm:cxn modelId="{5C92A846-14D7-4918-B51A-10B0EA9F1C91}" type="presOf" srcId="{513C79DA-398A-4C22-9370-0F078F75616B}" destId="{4682B77F-EDC2-4935-B2CE-0F2B11DF1FE6}" srcOrd="0" destOrd="0" presId="urn:microsoft.com/office/officeart/2005/8/layout/vProcess5"/>
    <dgm:cxn modelId="{BDE8F84A-CB96-467B-8F98-23F7AEFE6504}" type="presOf" srcId="{FE6C0453-60B1-414A-A0D9-9A955D0C7F48}" destId="{1BF6A04B-4616-45AE-98D8-AC8016114F80}" srcOrd="0" destOrd="0" presId="urn:microsoft.com/office/officeart/2005/8/layout/vProcess5"/>
    <dgm:cxn modelId="{A7F4D97D-F92B-44C0-845A-45A3588C30EE}" type="presOf" srcId="{50B3E369-3805-4955-9171-CFE01DCF66FD}" destId="{75BF4BA1-CBA6-40A1-A9E4-7AEDFFC4BADB}" srcOrd="0" destOrd="0" presId="urn:microsoft.com/office/officeart/2005/8/layout/vProcess5"/>
    <dgm:cxn modelId="{27E5818D-CE97-4CFB-99A6-5DBF3B33A17C}" type="presOf" srcId="{CF26BEB4-E32B-42AE-81FA-1710EFF7BCFF}" destId="{CD63ABA4-85F2-40F8-B298-24D6BB477C4F}" srcOrd="1" destOrd="0" presId="urn:microsoft.com/office/officeart/2005/8/layout/vProcess5"/>
    <dgm:cxn modelId="{BB41E390-BD91-4AED-BA27-00D48C696427}" type="presOf" srcId="{513C79DA-398A-4C22-9370-0F078F75616B}" destId="{7FD91F98-6D7F-4D5C-8C85-8F70198A39D4}" srcOrd="1" destOrd="0" presId="urn:microsoft.com/office/officeart/2005/8/layout/vProcess5"/>
    <dgm:cxn modelId="{A6B51194-7B64-49C1-838E-0E9BB73D6E5D}" type="presOf" srcId="{9DB0A89E-FFE4-4808-A3F1-0910E3C9281C}" destId="{BA46DE99-DE36-4ACE-B8F4-96F92AA33A50}" srcOrd="0" destOrd="0" presId="urn:microsoft.com/office/officeart/2005/8/layout/vProcess5"/>
    <dgm:cxn modelId="{A383129C-0892-4D9C-97D5-A7439FB5C7E7}" srcId="{50B3E369-3805-4955-9171-CFE01DCF66FD}" destId="{EEECB2B1-1635-408B-BB0A-526CA42B71E0}" srcOrd="1" destOrd="0" parTransId="{EB2DA59D-DECD-493B-8FEC-B76BC01CF850}" sibTransId="{FE6C0453-60B1-414A-A0D9-9A955D0C7F48}"/>
    <dgm:cxn modelId="{389E80C4-5101-42DB-B228-2D6233C860F7}" type="presOf" srcId="{EEECB2B1-1635-408B-BB0A-526CA42B71E0}" destId="{0BB774D5-5999-4CB3-90C8-5BD939A2026B}" srcOrd="0" destOrd="0" presId="urn:microsoft.com/office/officeart/2005/8/layout/vProcess5"/>
    <dgm:cxn modelId="{C11331CA-F2D4-4DDB-8955-4BCE11FB4647}" srcId="{50B3E369-3805-4955-9171-CFE01DCF66FD}" destId="{9DB0A89E-FFE4-4808-A3F1-0910E3C9281C}" srcOrd="0" destOrd="0" parTransId="{DC12CD9B-820A-411C-B373-AC190E01D5E3}" sibTransId="{60271DF2-1F63-4641-8DFF-CDCA278861F3}"/>
    <dgm:cxn modelId="{A5E0B8DB-D8CA-4534-BE03-B589CD11F257}" type="presOf" srcId="{A6B7B54B-9446-4AD7-AB0F-618C20E11D5D}" destId="{C8B7B368-8433-4B13-820F-0EEE575A4991}" srcOrd="0" destOrd="0" presId="urn:microsoft.com/office/officeart/2005/8/layout/vProcess5"/>
    <dgm:cxn modelId="{A48167CA-6C30-4996-A886-847444B61A36}" type="presParOf" srcId="{75BF4BA1-CBA6-40A1-A9E4-7AEDFFC4BADB}" destId="{7452E4FF-931D-4CA4-88D8-5F0715757E57}" srcOrd="0" destOrd="0" presId="urn:microsoft.com/office/officeart/2005/8/layout/vProcess5"/>
    <dgm:cxn modelId="{024F0091-A220-46AA-81D0-254E42965C8B}" type="presParOf" srcId="{75BF4BA1-CBA6-40A1-A9E4-7AEDFFC4BADB}" destId="{BA46DE99-DE36-4ACE-B8F4-96F92AA33A50}" srcOrd="1" destOrd="0" presId="urn:microsoft.com/office/officeart/2005/8/layout/vProcess5"/>
    <dgm:cxn modelId="{9ABE83F3-A2DC-4500-A536-9FB9CA66F0F2}" type="presParOf" srcId="{75BF4BA1-CBA6-40A1-A9E4-7AEDFFC4BADB}" destId="{0BB774D5-5999-4CB3-90C8-5BD939A2026B}" srcOrd="2" destOrd="0" presId="urn:microsoft.com/office/officeart/2005/8/layout/vProcess5"/>
    <dgm:cxn modelId="{011C7F8F-5D55-453D-A7F3-C45EDD48AFA5}" type="presParOf" srcId="{75BF4BA1-CBA6-40A1-A9E4-7AEDFFC4BADB}" destId="{CA8A11A0-D894-4B00-BF83-48A0FBEBCED1}" srcOrd="3" destOrd="0" presId="urn:microsoft.com/office/officeart/2005/8/layout/vProcess5"/>
    <dgm:cxn modelId="{435B596D-C716-465F-BC3F-D33E8ECC5B85}" type="presParOf" srcId="{75BF4BA1-CBA6-40A1-A9E4-7AEDFFC4BADB}" destId="{4682B77F-EDC2-4935-B2CE-0F2B11DF1FE6}" srcOrd="4" destOrd="0" presId="urn:microsoft.com/office/officeart/2005/8/layout/vProcess5"/>
    <dgm:cxn modelId="{AD99175D-DDBA-47C1-9BD5-38974DD6BF0D}" type="presParOf" srcId="{75BF4BA1-CBA6-40A1-A9E4-7AEDFFC4BADB}" destId="{38BA2F7F-F879-4526-82D3-9C5DF5071333}" srcOrd="5" destOrd="0" presId="urn:microsoft.com/office/officeart/2005/8/layout/vProcess5"/>
    <dgm:cxn modelId="{38964F4F-F51C-409E-805A-5E0020A62BE3}" type="presParOf" srcId="{75BF4BA1-CBA6-40A1-A9E4-7AEDFFC4BADB}" destId="{1BF6A04B-4616-45AE-98D8-AC8016114F80}" srcOrd="6" destOrd="0" presId="urn:microsoft.com/office/officeart/2005/8/layout/vProcess5"/>
    <dgm:cxn modelId="{DCE25D48-CA50-4104-812F-95CB9435C8A9}" type="presParOf" srcId="{75BF4BA1-CBA6-40A1-A9E4-7AEDFFC4BADB}" destId="{C8B7B368-8433-4B13-820F-0EEE575A4991}" srcOrd="7" destOrd="0" presId="urn:microsoft.com/office/officeart/2005/8/layout/vProcess5"/>
    <dgm:cxn modelId="{2439F2DF-54C4-4053-8A74-019CA065BB8B}" type="presParOf" srcId="{75BF4BA1-CBA6-40A1-A9E4-7AEDFFC4BADB}" destId="{E5D01696-E4B3-485D-B6F5-215278F2A04F}" srcOrd="8" destOrd="0" presId="urn:microsoft.com/office/officeart/2005/8/layout/vProcess5"/>
    <dgm:cxn modelId="{6A450BF1-1C0D-4C7B-A01D-EAEBF91924E9}" type="presParOf" srcId="{75BF4BA1-CBA6-40A1-A9E4-7AEDFFC4BADB}" destId="{115C1CFF-A3D6-416A-AFA3-5BC6FAAC262E}" srcOrd="9" destOrd="0" presId="urn:microsoft.com/office/officeart/2005/8/layout/vProcess5"/>
    <dgm:cxn modelId="{42E27D10-F0AC-45BB-8E35-620ACC97FF52}" type="presParOf" srcId="{75BF4BA1-CBA6-40A1-A9E4-7AEDFFC4BADB}" destId="{CD63ABA4-85F2-40F8-B298-24D6BB477C4F}" srcOrd="10" destOrd="0" presId="urn:microsoft.com/office/officeart/2005/8/layout/vProcess5"/>
    <dgm:cxn modelId="{6EED6E7A-07FA-4FDD-9AAE-B42F4073B668}" type="presParOf" srcId="{75BF4BA1-CBA6-40A1-A9E4-7AEDFFC4BADB}" destId="{7FD91F98-6D7F-4D5C-8C85-8F70198A39D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EF80AF-3F28-4A2A-B0E7-FF8B35C73054}" type="doc">
      <dgm:prSet loTypeId="urn:diagrams.loki3.com/VaryingWidth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36D60B3-5E46-4B9F-9242-6FF15BE2D4D7}">
      <dgm:prSet custT="1"/>
      <dgm:spPr/>
      <dgm:t>
        <a:bodyPr/>
        <a:lstStyle/>
        <a:p>
          <a:pPr algn="l" rtl="0"/>
          <a:r>
            <a:rPr lang="en-IN" sz="2400" b="0" i="0" dirty="0"/>
            <a:t>Abortions</a:t>
          </a:r>
          <a:endParaRPr lang="en-IN" sz="2400" dirty="0"/>
        </a:p>
      </dgm:t>
    </dgm:pt>
    <dgm:pt modelId="{91A96ED8-DBA7-473D-927F-39E3A79AED77}" type="parTrans" cxnId="{561E8ACD-AEDC-4AD8-98E6-DC055C68EA06}">
      <dgm:prSet/>
      <dgm:spPr/>
      <dgm:t>
        <a:bodyPr/>
        <a:lstStyle/>
        <a:p>
          <a:endParaRPr lang="en-US" sz="2400"/>
        </a:p>
      </dgm:t>
    </dgm:pt>
    <dgm:pt modelId="{818B8089-6D61-4751-8DBD-84345EF78E86}" type="sibTrans" cxnId="{561E8ACD-AEDC-4AD8-98E6-DC055C68EA06}">
      <dgm:prSet/>
      <dgm:spPr/>
      <dgm:t>
        <a:bodyPr/>
        <a:lstStyle/>
        <a:p>
          <a:endParaRPr lang="en-US" sz="2400"/>
        </a:p>
      </dgm:t>
    </dgm:pt>
    <dgm:pt modelId="{86AA7C28-87A9-4849-943C-68B7062F8C7A}">
      <dgm:prSet custT="1"/>
      <dgm:spPr/>
      <dgm:t>
        <a:bodyPr/>
        <a:lstStyle/>
        <a:p>
          <a:pPr algn="l" rtl="0"/>
          <a:r>
            <a:rPr lang="en-IN" sz="2400" b="0" i="0" dirty="0"/>
            <a:t>Increased rate of infections</a:t>
          </a:r>
          <a:endParaRPr lang="en-IN" sz="2400" dirty="0"/>
        </a:p>
      </dgm:t>
    </dgm:pt>
    <dgm:pt modelId="{94A9E346-B491-4ABA-BFCC-7FCE9BC40DE7}" type="parTrans" cxnId="{9797A9AB-7086-4E36-9502-591FA0C00B26}">
      <dgm:prSet/>
      <dgm:spPr/>
      <dgm:t>
        <a:bodyPr/>
        <a:lstStyle/>
        <a:p>
          <a:endParaRPr lang="en-US" sz="2400"/>
        </a:p>
      </dgm:t>
    </dgm:pt>
    <dgm:pt modelId="{4D962F30-55BB-4F97-857D-D4E476D5AC4A}" type="sibTrans" cxnId="{9797A9AB-7086-4E36-9502-591FA0C00B26}">
      <dgm:prSet/>
      <dgm:spPr/>
      <dgm:t>
        <a:bodyPr/>
        <a:lstStyle/>
        <a:p>
          <a:endParaRPr lang="en-US" sz="2400"/>
        </a:p>
      </dgm:t>
    </dgm:pt>
    <dgm:pt modelId="{FC6EA58C-4375-45A2-B973-1A2DAD154C7D}">
      <dgm:prSet custT="1"/>
      <dgm:spPr/>
      <dgm:t>
        <a:bodyPr/>
        <a:lstStyle/>
        <a:p>
          <a:pPr algn="l" rtl="0"/>
          <a:r>
            <a:rPr lang="en-IN" sz="2400" b="0" i="0" dirty="0"/>
            <a:t>Pre-eclampsia</a:t>
          </a:r>
          <a:endParaRPr lang="en-IN" sz="2400" dirty="0"/>
        </a:p>
      </dgm:t>
    </dgm:pt>
    <dgm:pt modelId="{E1F502C2-D240-4CA2-9291-F434C1E94CFA}" type="parTrans" cxnId="{E766B92B-8D20-4608-9727-1B9147D1A61E}">
      <dgm:prSet/>
      <dgm:spPr/>
      <dgm:t>
        <a:bodyPr/>
        <a:lstStyle/>
        <a:p>
          <a:endParaRPr lang="en-US" sz="2400"/>
        </a:p>
      </dgm:t>
    </dgm:pt>
    <dgm:pt modelId="{CA574FC5-32F3-4188-82CA-C202D11DD149}" type="sibTrans" cxnId="{E766B92B-8D20-4608-9727-1B9147D1A61E}">
      <dgm:prSet/>
      <dgm:spPr/>
      <dgm:t>
        <a:bodyPr/>
        <a:lstStyle/>
        <a:p>
          <a:endParaRPr lang="en-US" sz="2400"/>
        </a:p>
      </dgm:t>
    </dgm:pt>
    <dgm:pt modelId="{4AEF85C9-C54F-4004-A3CD-5DA4C2889B37}">
      <dgm:prSet custT="1"/>
      <dgm:spPr/>
      <dgm:t>
        <a:bodyPr/>
        <a:lstStyle/>
        <a:p>
          <a:pPr algn="l" rtl="0"/>
          <a:r>
            <a:rPr lang="en-IN" sz="2400" b="0" i="0" dirty="0"/>
            <a:t>Premature rupture of membranes</a:t>
          </a:r>
          <a:endParaRPr lang="en-IN" sz="2400" dirty="0"/>
        </a:p>
      </dgm:t>
    </dgm:pt>
    <dgm:pt modelId="{5725FA47-7F4F-48DA-9840-27593B67FB63}" type="parTrans" cxnId="{DD9C2C76-9236-44FE-BD4B-64FE4E3B7F15}">
      <dgm:prSet/>
      <dgm:spPr/>
      <dgm:t>
        <a:bodyPr/>
        <a:lstStyle/>
        <a:p>
          <a:endParaRPr lang="en-US" sz="2400"/>
        </a:p>
      </dgm:t>
    </dgm:pt>
    <dgm:pt modelId="{9B695707-27C3-4594-B931-75359F4C13D2}" type="sibTrans" cxnId="{DD9C2C76-9236-44FE-BD4B-64FE4E3B7F15}">
      <dgm:prSet/>
      <dgm:spPr/>
      <dgm:t>
        <a:bodyPr/>
        <a:lstStyle/>
        <a:p>
          <a:endParaRPr lang="en-US" sz="2400"/>
        </a:p>
      </dgm:t>
    </dgm:pt>
    <dgm:pt modelId="{4207BA3B-8089-4B5F-8FCA-13BBC6C11B36}">
      <dgm:prSet custT="1"/>
      <dgm:spPr/>
      <dgm:t>
        <a:bodyPr/>
        <a:lstStyle/>
        <a:p>
          <a:pPr algn="l" rtl="0"/>
          <a:r>
            <a:rPr lang="en-IN" sz="2400" b="0" i="0" dirty="0"/>
            <a:t>Preterm labour</a:t>
          </a:r>
          <a:endParaRPr lang="en-IN" sz="2400" dirty="0"/>
        </a:p>
      </dgm:t>
    </dgm:pt>
    <dgm:pt modelId="{B9835E2A-2BA7-4B07-9C83-B9ADC33BA38C}" type="parTrans" cxnId="{03DBF0BF-F0E0-4BAA-A2B9-277D06880F99}">
      <dgm:prSet/>
      <dgm:spPr/>
      <dgm:t>
        <a:bodyPr/>
        <a:lstStyle/>
        <a:p>
          <a:endParaRPr lang="en-US" sz="2400"/>
        </a:p>
      </dgm:t>
    </dgm:pt>
    <dgm:pt modelId="{249F15D4-C253-4C16-8CD0-20F669CA0487}" type="sibTrans" cxnId="{03DBF0BF-F0E0-4BAA-A2B9-277D06880F99}">
      <dgm:prSet/>
      <dgm:spPr/>
      <dgm:t>
        <a:bodyPr/>
        <a:lstStyle/>
        <a:p>
          <a:endParaRPr lang="en-US" sz="2400"/>
        </a:p>
      </dgm:t>
    </dgm:pt>
    <dgm:pt modelId="{9B3EEA32-58E1-4A61-B894-ACF944635D4F}">
      <dgm:prSet custT="1"/>
      <dgm:spPr/>
      <dgm:t>
        <a:bodyPr/>
        <a:lstStyle/>
        <a:p>
          <a:pPr algn="l" rtl="0"/>
          <a:r>
            <a:rPr lang="en-IN" sz="2400" b="0" i="0" dirty="0"/>
            <a:t>Placental abruption</a:t>
          </a:r>
          <a:endParaRPr lang="en-IN" sz="2400" dirty="0"/>
        </a:p>
      </dgm:t>
    </dgm:pt>
    <dgm:pt modelId="{B675623E-CD70-49D7-BDC5-8CDA436FD1BE}" type="parTrans" cxnId="{1C096897-C96D-43EE-93D2-331E168EC4F8}">
      <dgm:prSet/>
      <dgm:spPr/>
      <dgm:t>
        <a:bodyPr/>
        <a:lstStyle/>
        <a:p>
          <a:endParaRPr lang="en-US" sz="2400"/>
        </a:p>
      </dgm:t>
    </dgm:pt>
    <dgm:pt modelId="{41FA9637-0D96-418E-8ED6-3C1CBCE06A0F}" type="sibTrans" cxnId="{1C096897-C96D-43EE-93D2-331E168EC4F8}">
      <dgm:prSet/>
      <dgm:spPr/>
      <dgm:t>
        <a:bodyPr/>
        <a:lstStyle/>
        <a:p>
          <a:endParaRPr lang="en-US" sz="2400"/>
        </a:p>
      </dgm:t>
    </dgm:pt>
    <dgm:pt modelId="{886E827A-03AF-44CA-82C5-A2860EC06416}">
      <dgm:prSet custT="1"/>
      <dgm:spPr/>
      <dgm:t>
        <a:bodyPr/>
        <a:lstStyle/>
        <a:p>
          <a:pPr algn="l" rtl="0"/>
          <a:r>
            <a:rPr lang="en-IN" sz="2400" b="0" i="0" dirty="0"/>
            <a:t>Postpartum haemorrhage</a:t>
          </a:r>
          <a:endParaRPr lang="en-IN" sz="2400" dirty="0"/>
        </a:p>
      </dgm:t>
    </dgm:pt>
    <dgm:pt modelId="{03FAF005-5ED6-48AC-A0B1-6F39B949F797}" type="parTrans" cxnId="{5A5439C9-6551-4C0E-85AA-71E88B4D3B30}">
      <dgm:prSet/>
      <dgm:spPr/>
      <dgm:t>
        <a:bodyPr/>
        <a:lstStyle/>
        <a:p>
          <a:endParaRPr lang="en-US" sz="2400"/>
        </a:p>
      </dgm:t>
    </dgm:pt>
    <dgm:pt modelId="{DB72BB57-5EAC-432E-93C0-15354A2C61C4}" type="sibTrans" cxnId="{5A5439C9-6551-4C0E-85AA-71E88B4D3B30}">
      <dgm:prSet/>
      <dgm:spPr/>
      <dgm:t>
        <a:bodyPr/>
        <a:lstStyle/>
        <a:p>
          <a:endParaRPr lang="en-US" sz="2400"/>
        </a:p>
      </dgm:t>
    </dgm:pt>
    <dgm:pt modelId="{1BA6E1C1-35E6-4C88-88DE-86FBC32CC267}">
      <dgm:prSet custT="1"/>
      <dgm:spPr/>
      <dgm:t>
        <a:bodyPr/>
        <a:lstStyle/>
        <a:p>
          <a:pPr algn="l" rtl="0"/>
          <a:r>
            <a:rPr lang="en-IN" sz="2400" b="0" i="0" dirty="0"/>
            <a:t>Puerperal sepsis</a:t>
          </a:r>
          <a:endParaRPr lang="en-IN" sz="2400" dirty="0"/>
        </a:p>
      </dgm:t>
    </dgm:pt>
    <dgm:pt modelId="{7BCE5675-1E53-4D86-ACF6-44C65E865468}" type="parTrans" cxnId="{80C529C1-026D-46CF-A760-3D8EDF3F775B}">
      <dgm:prSet/>
      <dgm:spPr/>
      <dgm:t>
        <a:bodyPr/>
        <a:lstStyle/>
        <a:p>
          <a:endParaRPr lang="en-US" sz="2400"/>
        </a:p>
      </dgm:t>
    </dgm:pt>
    <dgm:pt modelId="{1AF421F9-645A-425B-AEA6-54AC83EA30B2}" type="sibTrans" cxnId="{80C529C1-026D-46CF-A760-3D8EDF3F775B}">
      <dgm:prSet/>
      <dgm:spPr/>
      <dgm:t>
        <a:bodyPr/>
        <a:lstStyle/>
        <a:p>
          <a:endParaRPr lang="en-US" sz="2400"/>
        </a:p>
      </dgm:t>
    </dgm:pt>
    <dgm:pt modelId="{97BEBC30-9605-4244-A40C-74214CF6386C}">
      <dgm:prSet custT="1"/>
      <dgm:spPr/>
      <dgm:t>
        <a:bodyPr/>
        <a:lstStyle/>
        <a:p>
          <a:pPr algn="l" rtl="0"/>
          <a:r>
            <a:rPr lang="en-IN" sz="2400" dirty="0"/>
            <a:t>Improper development of </a:t>
          </a:r>
          <a:r>
            <a:rPr lang="en-IN" sz="2400" dirty="0" err="1"/>
            <a:t>fetus</a:t>
          </a:r>
          <a:endParaRPr lang="en-IN" sz="2400" dirty="0"/>
        </a:p>
      </dgm:t>
    </dgm:pt>
    <dgm:pt modelId="{28A146C2-46BA-4681-BA5A-4D3B76D44910}" type="parTrans" cxnId="{A4EE55BB-0E57-4C23-9F10-797D6B7A60DD}">
      <dgm:prSet/>
      <dgm:spPr/>
      <dgm:t>
        <a:bodyPr/>
        <a:lstStyle/>
        <a:p>
          <a:endParaRPr lang="en-US"/>
        </a:p>
      </dgm:t>
    </dgm:pt>
    <dgm:pt modelId="{CA70BCD7-4692-43D0-A8AF-FE40663B6E2D}" type="sibTrans" cxnId="{A4EE55BB-0E57-4C23-9F10-797D6B7A60DD}">
      <dgm:prSet/>
      <dgm:spPr/>
      <dgm:t>
        <a:bodyPr/>
        <a:lstStyle/>
        <a:p>
          <a:endParaRPr lang="en-US"/>
        </a:p>
      </dgm:t>
    </dgm:pt>
    <dgm:pt modelId="{CD086640-DCCB-4E69-885A-E2B382DE1711}" type="pres">
      <dgm:prSet presAssocID="{48EF80AF-3F28-4A2A-B0E7-FF8B35C73054}" presName="Name0" presStyleCnt="0">
        <dgm:presLayoutVars>
          <dgm:resizeHandles/>
        </dgm:presLayoutVars>
      </dgm:prSet>
      <dgm:spPr/>
    </dgm:pt>
    <dgm:pt modelId="{70AC032B-0833-4B59-9E21-7CFC8ABFBC58}" type="pres">
      <dgm:prSet presAssocID="{836D60B3-5E46-4B9F-9242-6FF15BE2D4D7}" presName="text" presStyleLbl="node1" presStyleIdx="0" presStyleCnt="9" custScaleX="369778" custScaleY="147788">
        <dgm:presLayoutVars>
          <dgm:bulletEnabled val="1"/>
        </dgm:presLayoutVars>
      </dgm:prSet>
      <dgm:spPr/>
    </dgm:pt>
    <dgm:pt modelId="{D7A31F29-C676-4EF4-AD44-3AC14B5C760B}" type="pres">
      <dgm:prSet presAssocID="{818B8089-6D61-4751-8DBD-84345EF78E86}" presName="space" presStyleCnt="0"/>
      <dgm:spPr/>
    </dgm:pt>
    <dgm:pt modelId="{ACD756F9-1A67-4567-8119-9B85AD376C32}" type="pres">
      <dgm:prSet presAssocID="{97BEBC30-9605-4244-A40C-74214CF6386C}" presName="text" presStyleLbl="node1" presStyleIdx="1" presStyleCnt="9" custScaleX="122593" custScaleY="99509">
        <dgm:presLayoutVars>
          <dgm:bulletEnabled val="1"/>
        </dgm:presLayoutVars>
      </dgm:prSet>
      <dgm:spPr/>
    </dgm:pt>
    <dgm:pt modelId="{CDB1C524-34F3-4234-BDAA-F028FCD1E3A4}" type="pres">
      <dgm:prSet presAssocID="{CA70BCD7-4692-43D0-A8AF-FE40663B6E2D}" presName="space" presStyleCnt="0"/>
      <dgm:spPr/>
    </dgm:pt>
    <dgm:pt modelId="{855B9DE4-E099-4A8F-9195-14DA361B19AF}" type="pres">
      <dgm:prSet presAssocID="{86AA7C28-87A9-4849-943C-68B7062F8C7A}" presName="text" presStyleLbl="node1" presStyleIdx="2" presStyleCnt="9" custScaleX="142222" custScaleY="132455">
        <dgm:presLayoutVars>
          <dgm:bulletEnabled val="1"/>
        </dgm:presLayoutVars>
      </dgm:prSet>
      <dgm:spPr/>
    </dgm:pt>
    <dgm:pt modelId="{25F9BE04-F15F-4636-9981-2767C3BF3A5A}" type="pres">
      <dgm:prSet presAssocID="{4D962F30-55BB-4F97-857D-D4E476D5AC4A}" presName="space" presStyleCnt="0"/>
      <dgm:spPr/>
    </dgm:pt>
    <dgm:pt modelId="{A71D1799-A5EC-47A6-A265-6412161DFF20}" type="pres">
      <dgm:prSet presAssocID="{FC6EA58C-4375-45A2-B973-1A2DAD154C7D}" presName="text" presStyleLbl="node1" presStyleIdx="3" presStyleCnt="9" custScaleX="264127" custScaleY="93839">
        <dgm:presLayoutVars>
          <dgm:bulletEnabled val="1"/>
        </dgm:presLayoutVars>
      </dgm:prSet>
      <dgm:spPr/>
    </dgm:pt>
    <dgm:pt modelId="{80189000-3CD2-4B3D-89B8-8569D75A04B1}" type="pres">
      <dgm:prSet presAssocID="{CA574FC5-32F3-4188-82CA-C202D11DD149}" presName="space" presStyleCnt="0"/>
      <dgm:spPr/>
    </dgm:pt>
    <dgm:pt modelId="{A3DEF058-A8BA-4526-8389-D87E817404E2}" type="pres">
      <dgm:prSet presAssocID="{4AEF85C9-C54F-4004-A3CD-5DA4C2889B37}" presName="text" presStyleLbl="node1" presStyleIdx="4" presStyleCnt="9" custScaleX="114123" custScaleY="112011">
        <dgm:presLayoutVars>
          <dgm:bulletEnabled val="1"/>
        </dgm:presLayoutVars>
      </dgm:prSet>
      <dgm:spPr/>
    </dgm:pt>
    <dgm:pt modelId="{28793378-9B87-4FE0-A5B3-BCE192413D89}" type="pres">
      <dgm:prSet presAssocID="{9B695707-27C3-4594-B931-75359F4C13D2}" presName="space" presStyleCnt="0"/>
      <dgm:spPr/>
    </dgm:pt>
    <dgm:pt modelId="{27283124-55F2-4DBA-8121-D8E74E8F4AE1}" type="pres">
      <dgm:prSet presAssocID="{4207BA3B-8089-4B5F-8FCA-13BBC6C11B36}" presName="text" presStyleLbl="node1" presStyleIdx="5" presStyleCnt="9" custScaleX="246519" custScaleY="144726">
        <dgm:presLayoutVars>
          <dgm:bulletEnabled val="1"/>
        </dgm:presLayoutVars>
      </dgm:prSet>
      <dgm:spPr/>
    </dgm:pt>
    <dgm:pt modelId="{53A6D0F1-6E3C-420E-BA86-D90FFB9B3511}" type="pres">
      <dgm:prSet presAssocID="{249F15D4-C253-4C16-8CD0-20F669CA0487}" presName="space" presStyleCnt="0"/>
      <dgm:spPr/>
    </dgm:pt>
    <dgm:pt modelId="{19A5A0D7-4A86-4462-9C41-7530D164F823}" type="pres">
      <dgm:prSet presAssocID="{9B3EEA32-58E1-4A61-B894-ACF944635D4F}" presName="text" presStyleLbl="node1" presStyleIdx="6" presStyleCnt="9" custScaleX="193480" custScaleY="97774">
        <dgm:presLayoutVars>
          <dgm:bulletEnabled val="1"/>
        </dgm:presLayoutVars>
      </dgm:prSet>
      <dgm:spPr/>
    </dgm:pt>
    <dgm:pt modelId="{DE6468EB-CB4D-43D6-85C7-82A67ECCB2EE}" type="pres">
      <dgm:prSet presAssocID="{41FA9637-0D96-418E-8ED6-3C1CBCE06A0F}" presName="space" presStyleCnt="0"/>
      <dgm:spPr/>
    </dgm:pt>
    <dgm:pt modelId="{0A55B47E-0E0C-497E-B369-8594A3735385}" type="pres">
      <dgm:prSet presAssocID="{886E827A-03AF-44CA-82C5-A2860EC06416}" presName="text" presStyleLbl="node1" presStyleIdx="7" presStyleCnt="9" custScaleX="149910" custScaleY="168559">
        <dgm:presLayoutVars>
          <dgm:bulletEnabled val="1"/>
        </dgm:presLayoutVars>
      </dgm:prSet>
      <dgm:spPr/>
    </dgm:pt>
    <dgm:pt modelId="{5EFD95EC-B18D-4E0A-B78A-EA6506950A77}" type="pres">
      <dgm:prSet presAssocID="{DB72BB57-5EAC-432E-93C0-15354A2C61C4}" presName="space" presStyleCnt="0"/>
      <dgm:spPr/>
    </dgm:pt>
    <dgm:pt modelId="{60F18308-D979-4453-9AE9-0F3C3562F9D3}" type="pres">
      <dgm:prSet presAssocID="{1BA6E1C1-35E6-4C88-88DE-86FBC32CC267}" presName="text" presStyleLbl="node1" presStyleIdx="8" presStyleCnt="9" custScaleX="231111" custScaleY="146879">
        <dgm:presLayoutVars>
          <dgm:bulletEnabled val="1"/>
        </dgm:presLayoutVars>
      </dgm:prSet>
      <dgm:spPr/>
    </dgm:pt>
  </dgm:ptLst>
  <dgm:cxnLst>
    <dgm:cxn modelId="{202B900D-272B-45A8-B1FF-E14C07AC3096}" type="presOf" srcId="{836D60B3-5E46-4B9F-9242-6FF15BE2D4D7}" destId="{70AC032B-0833-4B59-9E21-7CFC8ABFBC58}" srcOrd="0" destOrd="0" presId="urn:diagrams.loki3.com/VaryingWidthList"/>
    <dgm:cxn modelId="{F1B2572A-B32F-4D41-A568-DE75401E1132}" type="presOf" srcId="{FC6EA58C-4375-45A2-B973-1A2DAD154C7D}" destId="{A71D1799-A5EC-47A6-A265-6412161DFF20}" srcOrd="0" destOrd="0" presId="urn:diagrams.loki3.com/VaryingWidthList"/>
    <dgm:cxn modelId="{E766B92B-8D20-4608-9727-1B9147D1A61E}" srcId="{48EF80AF-3F28-4A2A-B0E7-FF8B35C73054}" destId="{FC6EA58C-4375-45A2-B973-1A2DAD154C7D}" srcOrd="3" destOrd="0" parTransId="{E1F502C2-D240-4CA2-9291-F434C1E94CFA}" sibTransId="{CA574FC5-32F3-4188-82CA-C202D11DD149}"/>
    <dgm:cxn modelId="{B028A542-8ED2-4E09-82F4-75B26B05FF51}" type="presOf" srcId="{4207BA3B-8089-4B5F-8FCA-13BBC6C11B36}" destId="{27283124-55F2-4DBA-8121-D8E74E8F4AE1}" srcOrd="0" destOrd="0" presId="urn:diagrams.loki3.com/VaryingWidthList"/>
    <dgm:cxn modelId="{033D1873-D946-40B8-A2C9-0E7DC4A07CA3}" type="presOf" srcId="{9B3EEA32-58E1-4A61-B894-ACF944635D4F}" destId="{19A5A0D7-4A86-4462-9C41-7530D164F823}" srcOrd="0" destOrd="0" presId="urn:diagrams.loki3.com/VaryingWidthList"/>
    <dgm:cxn modelId="{DD9C2C76-9236-44FE-BD4B-64FE4E3B7F15}" srcId="{48EF80AF-3F28-4A2A-B0E7-FF8B35C73054}" destId="{4AEF85C9-C54F-4004-A3CD-5DA4C2889B37}" srcOrd="4" destOrd="0" parTransId="{5725FA47-7F4F-48DA-9840-27593B67FB63}" sibTransId="{9B695707-27C3-4594-B931-75359F4C13D2}"/>
    <dgm:cxn modelId="{1C096897-C96D-43EE-93D2-331E168EC4F8}" srcId="{48EF80AF-3F28-4A2A-B0E7-FF8B35C73054}" destId="{9B3EEA32-58E1-4A61-B894-ACF944635D4F}" srcOrd="6" destOrd="0" parTransId="{B675623E-CD70-49D7-BDC5-8CDA436FD1BE}" sibTransId="{41FA9637-0D96-418E-8ED6-3C1CBCE06A0F}"/>
    <dgm:cxn modelId="{9797A9AB-7086-4E36-9502-591FA0C00B26}" srcId="{48EF80AF-3F28-4A2A-B0E7-FF8B35C73054}" destId="{86AA7C28-87A9-4849-943C-68B7062F8C7A}" srcOrd="2" destOrd="0" parTransId="{94A9E346-B491-4ABA-BFCC-7FCE9BC40DE7}" sibTransId="{4D962F30-55BB-4F97-857D-D4E476D5AC4A}"/>
    <dgm:cxn modelId="{5FB112AE-E40E-4040-98E3-BB22E5E9782E}" type="presOf" srcId="{86AA7C28-87A9-4849-943C-68B7062F8C7A}" destId="{855B9DE4-E099-4A8F-9195-14DA361B19AF}" srcOrd="0" destOrd="0" presId="urn:diagrams.loki3.com/VaryingWidthList"/>
    <dgm:cxn modelId="{A4EE55BB-0E57-4C23-9F10-797D6B7A60DD}" srcId="{48EF80AF-3F28-4A2A-B0E7-FF8B35C73054}" destId="{97BEBC30-9605-4244-A40C-74214CF6386C}" srcOrd="1" destOrd="0" parTransId="{28A146C2-46BA-4681-BA5A-4D3B76D44910}" sibTransId="{CA70BCD7-4692-43D0-A8AF-FE40663B6E2D}"/>
    <dgm:cxn modelId="{03DBF0BF-F0E0-4BAA-A2B9-277D06880F99}" srcId="{48EF80AF-3F28-4A2A-B0E7-FF8B35C73054}" destId="{4207BA3B-8089-4B5F-8FCA-13BBC6C11B36}" srcOrd="5" destOrd="0" parTransId="{B9835E2A-2BA7-4B07-9C83-B9ADC33BA38C}" sibTransId="{249F15D4-C253-4C16-8CD0-20F669CA0487}"/>
    <dgm:cxn modelId="{80C529C1-026D-46CF-A760-3D8EDF3F775B}" srcId="{48EF80AF-3F28-4A2A-B0E7-FF8B35C73054}" destId="{1BA6E1C1-35E6-4C88-88DE-86FBC32CC267}" srcOrd="8" destOrd="0" parTransId="{7BCE5675-1E53-4D86-ACF6-44C65E865468}" sibTransId="{1AF421F9-645A-425B-AEA6-54AC83EA30B2}"/>
    <dgm:cxn modelId="{02355BC2-32D9-4CED-B8D7-8ADAF481A28A}" type="presOf" srcId="{97BEBC30-9605-4244-A40C-74214CF6386C}" destId="{ACD756F9-1A67-4567-8119-9B85AD376C32}" srcOrd="0" destOrd="0" presId="urn:diagrams.loki3.com/VaryingWidthList"/>
    <dgm:cxn modelId="{C3EB41C5-5E1A-4D2E-8E63-2A888756E6EA}" type="presOf" srcId="{4AEF85C9-C54F-4004-A3CD-5DA4C2889B37}" destId="{A3DEF058-A8BA-4526-8389-D87E817404E2}" srcOrd="0" destOrd="0" presId="urn:diagrams.loki3.com/VaryingWidthList"/>
    <dgm:cxn modelId="{5A5439C9-6551-4C0E-85AA-71E88B4D3B30}" srcId="{48EF80AF-3F28-4A2A-B0E7-FF8B35C73054}" destId="{886E827A-03AF-44CA-82C5-A2860EC06416}" srcOrd="7" destOrd="0" parTransId="{03FAF005-5ED6-48AC-A0B1-6F39B949F797}" sibTransId="{DB72BB57-5EAC-432E-93C0-15354A2C61C4}"/>
    <dgm:cxn modelId="{561E8ACD-AEDC-4AD8-98E6-DC055C68EA06}" srcId="{48EF80AF-3F28-4A2A-B0E7-FF8B35C73054}" destId="{836D60B3-5E46-4B9F-9242-6FF15BE2D4D7}" srcOrd="0" destOrd="0" parTransId="{91A96ED8-DBA7-473D-927F-39E3A79AED77}" sibTransId="{818B8089-6D61-4751-8DBD-84345EF78E86}"/>
    <dgm:cxn modelId="{88CC58DE-614C-4D92-94D8-04C76C7A0E4F}" type="presOf" srcId="{886E827A-03AF-44CA-82C5-A2860EC06416}" destId="{0A55B47E-0E0C-497E-B369-8594A3735385}" srcOrd="0" destOrd="0" presId="urn:diagrams.loki3.com/VaryingWidthList"/>
    <dgm:cxn modelId="{B9D45AE7-1862-4254-9FD0-EB2B466D0025}" type="presOf" srcId="{48EF80AF-3F28-4A2A-B0E7-FF8B35C73054}" destId="{CD086640-DCCB-4E69-885A-E2B382DE1711}" srcOrd="0" destOrd="0" presId="urn:diagrams.loki3.com/VaryingWidthList"/>
    <dgm:cxn modelId="{B4D561EF-13DF-4553-9C22-B1AB9D47110E}" type="presOf" srcId="{1BA6E1C1-35E6-4C88-88DE-86FBC32CC267}" destId="{60F18308-D979-4453-9AE9-0F3C3562F9D3}" srcOrd="0" destOrd="0" presId="urn:diagrams.loki3.com/VaryingWidthList"/>
    <dgm:cxn modelId="{D8F609B9-0A2A-4D41-A4FA-42557FAC7002}" type="presParOf" srcId="{CD086640-DCCB-4E69-885A-E2B382DE1711}" destId="{70AC032B-0833-4B59-9E21-7CFC8ABFBC58}" srcOrd="0" destOrd="0" presId="urn:diagrams.loki3.com/VaryingWidthList"/>
    <dgm:cxn modelId="{905E3AD5-AFB4-4A9B-872C-877F70A72671}" type="presParOf" srcId="{CD086640-DCCB-4E69-885A-E2B382DE1711}" destId="{D7A31F29-C676-4EF4-AD44-3AC14B5C760B}" srcOrd="1" destOrd="0" presId="urn:diagrams.loki3.com/VaryingWidthList"/>
    <dgm:cxn modelId="{BA09150D-44B4-49BE-BC7B-09687E8146C0}" type="presParOf" srcId="{CD086640-DCCB-4E69-885A-E2B382DE1711}" destId="{ACD756F9-1A67-4567-8119-9B85AD376C32}" srcOrd="2" destOrd="0" presId="urn:diagrams.loki3.com/VaryingWidthList"/>
    <dgm:cxn modelId="{DB205E56-5EAA-4939-B972-569DF2E34344}" type="presParOf" srcId="{CD086640-DCCB-4E69-885A-E2B382DE1711}" destId="{CDB1C524-34F3-4234-BDAA-F028FCD1E3A4}" srcOrd="3" destOrd="0" presId="urn:diagrams.loki3.com/VaryingWidthList"/>
    <dgm:cxn modelId="{CB19793F-7682-4833-8794-2EC056A04B49}" type="presParOf" srcId="{CD086640-DCCB-4E69-885A-E2B382DE1711}" destId="{855B9DE4-E099-4A8F-9195-14DA361B19AF}" srcOrd="4" destOrd="0" presId="urn:diagrams.loki3.com/VaryingWidthList"/>
    <dgm:cxn modelId="{6B95465C-213F-4C9F-97F7-C63865073960}" type="presParOf" srcId="{CD086640-DCCB-4E69-885A-E2B382DE1711}" destId="{25F9BE04-F15F-4636-9981-2767C3BF3A5A}" srcOrd="5" destOrd="0" presId="urn:diagrams.loki3.com/VaryingWidthList"/>
    <dgm:cxn modelId="{E81D057A-58D1-4839-A3E7-BC93DADCA927}" type="presParOf" srcId="{CD086640-DCCB-4E69-885A-E2B382DE1711}" destId="{A71D1799-A5EC-47A6-A265-6412161DFF20}" srcOrd="6" destOrd="0" presId="urn:diagrams.loki3.com/VaryingWidthList"/>
    <dgm:cxn modelId="{1BC9A9FE-993B-492B-9BC2-63BCCEDA6915}" type="presParOf" srcId="{CD086640-DCCB-4E69-885A-E2B382DE1711}" destId="{80189000-3CD2-4B3D-89B8-8569D75A04B1}" srcOrd="7" destOrd="0" presId="urn:diagrams.loki3.com/VaryingWidthList"/>
    <dgm:cxn modelId="{52285B78-C181-4FF6-810D-E84C1E91F724}" type="presParOf" srcId="{CD086640-DCCB-4E69-885A-E2B382DE1711}" destId="{A3DEF058-A8BA-4526-8389-D87E817404E2}" srcOrd="8" destOrd="0" presId="urn:diagrams.loki3.com/VaryingWidthList"/>
    <dgm:cxn modelId="{38DCEAA6-5245-4026-A98E-9691F1F40830}" type="presParOf" srcId="{CD086640-DCCB-4E69-885A-E2B382DE1711}" destId="{28793378-9B87-4FE0-A5B3-BCE192413D89}" srcOrd="9" destOrd="0" presId="urn:diagrams.loki3.com/VaryingWidthList"/>
    <dgm:cxn modelId="{78C88D76-D968-416B-A5D6-BD11E360CC42}" type="presParOf" srcId="{CD086640-DCCB-4E69-885A-E2B382DE1711}" destId="{27283124-55F2-4DBA-8121-D8E74E8F4AE1}" srcOrd="10" destOrd="0" presId="urn:diagrams.loki3.com/VaryingWidthList"/>
    <dgm:cxn modelId="{7A6B2AA7-8C2B-4730-8E34-E8ADE1AFAEF8}" type="presParOf" srcId="{CD086640-DCCB-4E69-885A-E2B382DE1711}" destId="{53A6D0F1-6E3C-420E-BA86-D90FFB9B3511}" srcOrd="11" destOrd="0" presId="urn:diagrams.loki3.com/VaryingWidthList"/>
    <dgm:cxn modelId="{74DFAEF2-C50E-4575-A0EA-ABE29048179A}" type="presParOf" srcId="{CD086640-DCCB-4E69-885A-E2B382DE1711}" destId="{19A5A0D7-4A86-4462-9C41-7530D164F823}" srcOrd="12" destOrd="0" presId="urn:diagrams.loki3.com/VaryingWidthList"/>
    <dgm:cxn modelId="{8D98741C-2A0F-4B9C-9F5F-724DCB5EA489}" type="presParOf" srcId="{CD086640-DCCB-4E69-885A-E2B382DE1711}" destId="{DE6468EB-CB4D-43D6-85C7-82A67ECCB2EE}" srcOrd="13" destOrd="0" presId="urn:diagrams.loki3.com/VaryingWidthList"/>
    <dgm:cxn modelId="{CF47B98A-66C8-478E-B92D-CA6C2F4A8046}" type="presParOf" srcId="{CD086640-DCCB-4E69-885A-E2B382DE1711}" destId="{0A55B47E-0E0C-497E-B369-8594A3735385}" srcOrd="14" destOrd="0" presId="urn:diagrams.loki3.com/VaryingWidthList"/>
    <dgm:cxn modelId="{31A59CFD-2B4A-43DD-B42C-85234C15EEFC}" type="presParOf" srcId="{CD086640-DCCB-4E69-885A-E2B382DE1711}" destId="{5EFD95EC-B18D-4E0A-B78A-EA6506950A77}" srcOrd="15" destOrd="0" presId="urn:diagrams.loki3.com/VaryingWidthList"/>
    <dgm:cxn modelId="{CC9A0E70-3A56-4528-9EC1-1EF8AD57893C}" type="presParOf" srcId="{CD086640-DCCB-4E69-885A-E2B382DE1711}" destId="{60F18308-D979-4453-9AE9-0F3C3562F9D3}" srcOrd="16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E9D837-BF09-41CB-89CA-58DCB2EA17D6}" type="doc">
      <dgm:prSet loTypeId="urn:diagrams.loki3.com/VaryingWidth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4ACB1FC-F125-429A-8FAD-2F55C3556B3A}">
      <dgm:prSet custT="1"/>
      <dgm:spPr/>
      <dgm:t>
        <a:bodyPr/>
        <a:lstStyle/>
        <a:p>
          <a:pPr rtl="0"/>
          <a:r>
            <a:rPr lang="en-IN" sz="2400" b="0" i="0" dirty="0"/>
            <a:t>Foetal Distress</a:t>
          </a:r>
          <a:endParaRPr lang="en-IN" sz="2400" dirty="0"/>
        </a:p>
      </dgm:t>
    </dgm:pt>
    <dgm:pt modelId="{537D2111-BC00-498B-B554-84332E21EC74}" type="parTrans" cxnId="{73F1D1FE-B244-4CD8-AFB8-1D242E300520}">
      <dgm:prSet/>
      <dgm:spPr/>
      <dgm:t>
        <a:bodyPr/>
        <a:lstStyle/>
        <a:p>
          <a:endParaRPr lang="en-US" sz="2400"/>
        </a:p>
      </dgm:t>
    </dgm:pt>
    <dgm:pt modelId="{0DA619A6-D6D2-457A-9A52-2A928154A790}" type="sibTrans" cxnId="{73F1D1FE-B244-4CD8-AFB8-1D242E300520}">
      <dgm:prSet/>
      <dgm:spPr/>
      <dgm:t>
        <a:bodyPr/>
        <a:lstStyle/>
        <a:p>
          <a:endParaRPr lang="en-US" sz="2400"/>
        </a:p>
      </dgm:t>
    </dgm:pt>
    <dgm:pt modelId="{07265524-081D-4E3F-B758-D769DBE59C49}">
      <dgm:prSet custT="1"/>
      <dgm:spPr/>
      <dgm:t>
        <a:bodyPr/>
        <a:lstStyle/>
        <a:p>
          <a:pPr rtl="0"/>
          <a:r>
            <a:rPr lang="en-IN" sz="2400" b="0" i="0" dirty="0"/>
            <a:t>Birth Asphyxia</a:t>
          </a:r>
          <a:endParaRPr lang="en-IN" sz="2400" dirty="0"/>
        </a:p>
      </dgm:t>
    </dgm:pt>
    <dgm:pt modelId="{128B7979-31B1-4B98-B62E-A5A9EC14E4B9}" type="parTrans" cxnId="{08787E96-19EF-44C3-B5FC-64F25BDACD83}">
      <dgm:prSet/>
      <dgm:spPr/>
      <dgm:t>
        <a:bodyPr/>
        <a:lstStyle/>
        <a:p>
          <a:endParaRPr lang="en-US" sz="2400"/>
        </a:p>
      </dgm:t>
    </dgm:pt>
    <dgm:pt modelId="{0B589E01-7C7E-4C83-87CF-CC27D729131E}" type="sibTrans" cxnId="{08787E96-19EF-44C3-B5FC-64F25BDACD83}">
      <dgm:prSet/>
      <dgm:spPr/>
      <dgm:t>
        <a:bodyPr/>
        <a:lstStyle/>
        <a:p>
          <a:endParaRPr lang="en-US" sz="2400"/>
        </a:p>
      </dgm:t>
    </dgm:pt>
    <dgm:pt modelId="{BA28ABAA-FCB6-4AEF-98AB-60DE11373131}">
      <dgm:prSet custT="1"/>
      <dgm:spPr/>
      <dgm:t>
        <a:bodyPr/>
        <a:lstStyle/>
        <a:p>
          <a:pPr rtl="0"/>
          <a:r>
            <a:rPr lang="en-IN" sz="2400" b="0" i="0" dirty="0"/>
            <a:t>Low birth weight</a:t>
          </a:r>
          <a:endParaRPr lang="en-IN" sz="2400" dirty="0"/>
        </a:p>
      </dgm:t>
    </dgm:pt>
    <dgm:pt modelId="{E8BDBFF4-FE5E-413A-BA9F-865FFE81DECF}" type="parTrans" cxnId="{C5BCD8FD-D0DE-416B-9F70-29BA10D9B624}">
      <dgm:prSet/>
      <dgm:spPr/>
      <dgm:t>
        <a:bodyPr/>
        <a:lstStyle/>
        <a:p>
          <a:endParaRPr lang="en-US" sz="2400"/>
        </a:p>
      </dgm:t>
    </dgm:pt>
    <dgm:pt modelId="{2C3EBD24-CB0B-41AC-BCC3-E3F73987EEF0}" type="sibTrans" cxnId="{C5BCD8FD-D0DE-416B-9F70-29BA10D9B624}">
      <dgm:prSet/>
      <dgm:spPr/>
      <dgm:t>
        <a:bodyPr/>
        <a:lstStyle/>
        <a:p>
          <a:endParaRPr lang="en-US" sz="2400"/>
        </a:p>
      </dgm:t>
    </dgm:pt>
    <dgm:pt modelId="{6500A2EC-F538-4DEB-A01B-F24A42D6315C}">
      <dgm:prSet custT="1"/>
      <dgm:spPr/>
      <dgm:t>
        <a:bodyPr/>
        <a:lstStyle/>
        <a:p>
          <a:pPr rtl="0"/>
          <a:r>
            <a:rPr lang="en-IN" sz="2400" b="0" i="0" dirty="0"/>
            <a:t>Prematurity</a:t>
          </a:r>
          <a:endParaRPr lang="en-IN" sz="2400" dirty="0"/>
        </a:p>
      </dgm:t>
    </dgm:pt>
    <dgm:pt modelId="{6D7B330C-4B0B-4C5F-BBE6-45BDFC747F25}" type="parTrans" cxnId="{B567E366-30C5-4242-B269-E23ABDC5A93B}">
      <dgm:prSet/>
      <dgm:spPr/>
      <dgm:t>
        <a:bodyPr/>
        <a:lstStyle/>
        <a:p>
          <a:endParaRPr lang="en-US" sz="2400"/>
        </a:p>
      </dgm:t>
    </dgm:pt>
    <dgm:pt modelId="{6568491C-AC5E-44FA-8EC6-1990D7C9BD50}" type="sibTrans" cxnId="{B567E366-30C5-4242-B269-E23ABDC5A93B}">
      <dgm:prSet/>
      <dgm:spPr/>
      <dgm:t>
        <a:bodyPr/>
        <a:lstStyle/>
        <a:p>
          <a:endParaRPr lang="en-US" sz="2400"/>
        </a:p>
      </dgm:t>
    </dgm:pt>
    <dgm:pt modelId="{39F442F1-FC25-465B-BC2C-A950079435BE}" type="pres">
      <dgm:prSet presAssocID="{23E9D837-BF09-41CB-89CA-58DCB2EA17D6}" presName="Name0" presStyleCnt="0">
        <dgm:presLayoutVars>
          <dgm:resizeHandles/>
        </dgm:presLayoutVars>
      </dgm:prSet>
      <dgm:spPr/>
    </dgm:pt>
    <dgm:pt modelId="{50AB9450-87C2-406C-8566-2CAABC4765DA}" type="pres">
      <dgm:prSet presAssocID="{C4ACB1FC-F125-429A-8FAD-2F55C3556B3A}" presName="text" presStyleLbl="node1" presStyleIdx="0" presStyleCnt="4" custScaleX="285823" custLinFactNeighborX="-6912" custLinFactNeighborY="-4341">
        <dgm:presLayoutVars>
          <dgm:bulletEnabled val="1"/>
        </dgm:presLayoutVars>
      </dgm:prSet>
      <dgm:spPr/>
    </dgm:pt>
    <dgm:pt modelId="{8D05AB3A-BF01-4CA9-AF20-A9A2DDA11AC0}" type="pres">
      <dgm:prSet presAssocID="{0DA619A6-D6D2-457A-9A52-2A928154A790}" presName="space" presStyleCnt="0"/>
      <dgm:spPr/>
    </dgm:pt>
    <dgm:pt modelId="{23FEAB16-ADD4-45F1-86CC-880C7D79FA76}" type="pres">
      <dgm:prSet presAssocID="{07265524-081D-4E3F-B758-D769DBE59C49}" presName="text" presStyleLbl="node1" presStyleIdx="1" presStyleCnt="4" custScaleX="254643" custLinFactNeighborX="-859" custLinFactNeighborY="-48879">
        <dgm:presLayoutVars>
          <dgm:bulletEnabled val="1"/>
        </dgm:presLayoutVars>
      </dgm:prSet>
      <dgm:spPr/>
    </dgm:pt>
    <dgm:pt modelId="{6702D0D7-6790-4950-A901-FFCA09203A1B}" type="pres">
      <dgm:prSet presAssocID="{0B589E01-7C7E-4C83-87CF-CC27D729131E}" presName="space" presStyleCnt="0"/>
      <dgm:spPr/>
    </dgm:pt>
    <dgm:pt modelId="{DB900688-1152-421D-87B7-B64B164C420E}" type="pres">
      <dgm:prSet presAssocID="{BA28ABAA-FCB6-4AEF-98AB-60DE11373131}" presName="text" presStyleLbl="node1" presStyleIdx="2" presStyleCnt="4" custScaleX="241472" custLinFactY="-2444" custLinFactNeighborX="-221" custLinFactNeighborY="-100000">
        <dgm:presLayoutVars>
          <dgm:bulletEnabled val="1"/>
        </dgm:presLayoutVars>
      </dgm:prSet>
      <dgm:spPr/>
    </dgm:pt>
    <dgm:pt modelId="{699FDB20-0EEA-431F-A819-8EAA6B1ED069}" type="pres">
      <dgm:prSet presAssocID="{2C3EBD24-CB0B-41AC-BCC3-E3F73987EEF0}" presName="space" presStyleCnt="0"/>
      <dgm:spPr/>
    </dgm:pt>
    <dgm:pt modelId="{D0A5D736-296C-4A87-84D3-14254D76F8A3}" type="pres">
      <dgm:prSet presAssocID="{6500A2EC-F538-4DEB-A01B-F24A42D6315C}" presName="text" presStyleLbl="node1" presStyleIdx="3" presStyleCnt="4" custScaleX="194519" custLinFactY="-6045" custLinFactNeighborX="62" custLinFactNeighborY="-100000">
        <dgm:presLayoutVars>
          <dgm:bulletEnabled val="1"/>
        </dgm:presLayoutVars>
      </dgm:prSet>
      <dgm:spPr/>
    </dgm:pt>
  </dgm:ptLst>
  <dgm:cxnLst>
    <dgm:cxn modelId="{85186037-E6D1-41E3-8690-F7F332D8109B}" type="presOf" srcId="{6500A2EC-F538-4DEB-A01B-F24A42D6315C}" destId="{D0A5D736-296C-4A87-84D3-14254D76F8A3}" srcOrd="0" destOrd="0" presId="urn:diagrams.loki3.com/VaryingWidthList"/>
    <dgm:cxn modelId="{39E06B40-E28F-4823-9F66-3BE0A4FF8630}" type="presOf" srcId="{BA28ABAA-FCB6-4AEF-98AB-60DE11373131}" destId="{DB900688-1152-421D-87B7-B64B164C420E}" srcOrd="0" destOrd="0" presId="urn:diagrams.loki3.com/VaryingWidthList"/>
    <dgm:cxn modelId="{776FE765-B9B7-437E-8F9E-30C8F0A36A08}" type="presOf" srcId="{07265524-081D-4E3F-B758-D769DBE59C49}" destId="{23FEAB16-ADD4-45F1-86CC-880C7D79FA76}" srcOrd="0" destOrd="0" presId="urn:diagrams.loki3.com/VaryingWidthList"/>
    <dgm:cxn modelId="{B567E366-30C5-4242-B269-E23ABDC5A93B}" srcId="{23E9D837-BF09-41CB-89CA-58DCB2EA17D6}" destId="{6500A2EC-F538-4DEB-A01B-F24A42D6315C}" srcOrd="3" destOrd="0" parTransId="{6D7B330C-4B0B-4C5F-BBE6-45BDFC747F25}" sibTransId="{6568491C-AC5E-44FA-8EC6-1990D7C9BD50}"/>
    <dgm:cxn modelId="{82D46076-280C-43ED-A28B-3D9ED4F8B294}" type="presOf" srcId="{23E9D837-BF09-41CB-89CA-58DCB2EA17D6}" destId="{39F442F1-FC25-465B-BC2C-A950079435BE}" srcOrd="0" destOrd="0" presId="urn:diagrams.loki3.com/VaryingWidthList"/>
    <dgm:cxn modelId="{08787E96-19EF-44C3-B5FC-64F25BDACD83}" srcId="{23E9D837-BF09-41CB-89CA-58DCB2EA17D6}" destId="{07265524-081D-4E3F-B758-D769DBE59C49}" srcOrd="1" destOrd="0" parTransId="{128B7979-31B1-4B98-B62E-A5A9EC14E4B9}" sibTransId="{0B589E01-7C7E-4C83-87CF-CC27D729131E}"/>
    <dgm:cxn modelId="{3C72BFC1-9D50-4D10-8B0F-B2F4440D8150}" type="presOf" srcId="{C4ACB1FC-F125-429A-8FAD-2F55C3556B3A}" destId="{50AB9450-87C2-406C-8566-2CAABC4765DA}" srcOrd="0" destOrd="0" presId="urn:diagrams.loki3.com/VaryingWidthList"/>
    <dgm:cxn modelId="{C5BCD8FD-D0DE-416B-9F70-29BA10D9B624}" srcId="{23E9D837-BF09-41CB-89CA-58DCB2EA17D6}" destId="{BA28ABAA-FCB6-4AEF-98AB-60DE11373131}" srcOrd="2" destOrd="0" parTransId="{E8BDBFF4-FE5E-413A-BA9F-865FFE81DECF}" sibTransId="{2C3EBD24-CB0B-41AC-BCC3-E3F73987EEF0}"/>
    <dgm:cxn modelId="{73F1D1FE-B244-4CD8-AFB8-1D242E300520}" srcId="{23E9D837-BF09-41CB-89CA-58DCB2EA17D6}" destId="{C4ACB1FC-F125-429A-8FAD-2F55C3556B3A}" srcOrd="0" destOrd="0" parTransId="{537D2111-BC00-498B-B554-84332E21EC74}" sibTransId="{0DA619A6-D6D2-457A-9A52-2A928154A790}"/>
    <dgm:cxn modelId="{F6AB2664-7D56-49F6-B5A1-DB82AA9E4F0E}" type="presParOf" srcId="{39F442F1-FC25-465B-BC2C-A950079435BE}" destId="{50AB9450-87C2-406C-8566-2CAABC4765DA}" srcOrd="0" destOrd="0" presId="urn:diagrams.loki3.com/VaryingWidthList"/>
    <dgm:cxn modelId="{EF9D5B23-05AB-4C86-92C1-ABEE343DBA87}" type="presParOf" srcId="{39F442F1-FC25-465B-BC2C-A950079435BE}" destId="{8D05AB3A-BF01-4CA9-AF20-A9A2DDA11AC0}" srcOrd="1" destOrd="0" presId="urn:diagrams.loki3.com/VaryingWidthList"/>
    <dgm:cxn modelId="{84969C00-CB01-49A1-B45A-E13A63151FE6}" type="presParOf" srcId="{39F442F1-FC25-465B-BC2C-A950079435BE}" destId="{23FEAB16-ADD4-45F1-86CC-880C7D79FA76}" srcOrd="2" destOrd="0" presId="urn:diagrams.loki3.com/VaryingWidthList"/>
    <dgm:cxn modelId="{DB0CD2A2-18D5-44BF-8255-3725F3A44C3A}" type="presParOf" srcId="{39F442F1-FC25-465B-BC2C-A950079435BE}" destId="{6702D0D7-6790-4950-A901-FFCA09203A1B}" srcOrd="3" destOrd="0" presId="urn:diagrams.loki3.com/VaryingWidthList"/>
    <dgm:cxn modelId="{00198C12-1FE5-49F7-8BBA-536AC1A1E140}" type="presParOf" srcId="{39F442F1-FC25-465B-BC2C-A950079435BE}" destId="{DB900688-1152-421D-87B7-B64B164C420E}" srcOrd="4" destOrd="0" presId="urn:diagrams.loki3.com/VaryingWidthList"/>
    <dgm:cxn modelId="{E412253C-DC17-4529-B078-F5F6981EBC4A}" type="presParOf" srcId="{39F442F1-FC25-465B-BC2C-A950079435BE}" destId="{699FDB20-0EEA-431F-A819-8EAA6B1ED069}" srcOrd="5" destOrd="0" presId="urn:diagrams.loki3.com/VaryingWidthList"/>
    <dgm:cxn modelId="{4E27305E-BA8D-4F5A-BBCA-4F5AAFD6CA39}" type="presParOf" srcId="{39F442F1-FC25-465B-BC2C-A950079435BE}" destId="{D0A5D736-296C-4A87-84D3-14254D76F8A3}" srcOrd="6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2E28DAD-EB3F-4FD5-B8B3-0C735363DDE2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26BF3CEC-3F18-453E-871F-61692C9CC299}">
      <dgm:prSet custT="1"/>
      <dgm:spPr/>
      <dgm:t>
        <a:bodyPr/>
        <a:lstStyle/>
        <a:p>
          <a:pPr rtl="0"/>
          <a:r>
            <a:rPr lang="en-IN" sz="2400" b="0" i="0" dirty="0"/>
            <a:t>Easy fatigue &amp; weakness</a:t>
          </a:r>
          <a:endParaRPr lang="en-IN" sz="2400" dirty="0"/>
        </a:p>
      </dgm:t>
    </dgm:pt>
    <dgm:pt modelId="{7BC4AF21-62FA-4B83-98D3-C60652FD7248}" type="parTrans" cxnId="{DAFDDAF3-5878-4A49-934B-3F0585A06C6A}">
      <dgm:prSet/>
      <dgm:spPr/>
      <dgm:t>
        <a:bodyPr/>
        <a:lstStyle/>
        <a:p>
          <a:endParaRPr lang="en-US" sz="2000"/>
        </a:p>
      </dgm:t>
    </dgm:pt>
    <dgm:pt modelId="{097B0DD1-B3E7-426A-BA75-8F80EF7E4E55}" type="sibTrans" cxnId="{DAFDDAF3-5878-4A49-934B-3F0585A06C6A}">
      <dgm:prSet/>
      <dgm:spPr/>
      <dgm:t>
        <a:bodyPr/>
        <a:lstStyle/>
        <a:p>
          <a:endParaRPr lang="en-US" sz="2000"/>
        </a:p>
      </dgm:t>
    </dgm:pt>
    <dgm:pt modelId="{0EDD9EF3-7759-4ADC-A6D2-EC78C7692887}">
      <dgm:prSet custT="1"/>
      <dgm:spPr/>
      <dgm:t>
        <a:bodyPr/>
        <a:lstStyle/>
        <a:p>
          <a:pPr rtl="0"/>
          <a:r>
            <a:rPr lang="en-IN" sz="2400" b="0" i="0" dirty="0"/>
            <a:t>Shortness of breath</a:t>
          </a:r>
          <a:endParaRPr lang="en-IN" sz="2400" dirty="0"/>
        </a:p>
      </dgm:t>
    </dgm:pt>
    <dgm:pt modelId="{FBEC6E3D-F46F-42EF-B4A6-9ADF7612AE77}" type="parTrans" cxnId="{113CCB14-9520-4AAE-867E-7B6C5D3261F9}">
      <dgm:prSet/>
      <dgm:spPr/>
      <dgm:t>
        <a:bodyPr/>
        <a:lstStyle/>
        <a:p>
          <a:endParaRPr lang="en-US" sz="2000"/>
        </a:p>
      </dgm:t>
    </dgm:pt>
    <dgm:pt modelId="{F02034EE-B0EE-4E70-A75F-E2DCD6692738}" type="sibTrans" cxnId="{113CCB14-9520-4AAE-867E-7B6C5D3261F9}">
      <dgm:prSet/>
      <dgm:spPr/>
      <dgm:t>
        <a:bodyPr/>
        <a:lstStyle/>
        <a:p>
          <a:endParaRPr lang="en-US" sz="2000"/>
        </a:p>
      </dgm:t>
    </dgm:pt>
    <dgm:pt modelId="{35F84AF6-DF2D-443C-A99E-F1B0DB480325}">
      <dgm:prSet custT="1"/>
      <dgm:spPr/>
      <dgm:t>
        <a:bodyPr/>
        <a:lstStyle/>
        <a:p>
          <a:pPr rtl="0"/>
          <a:r>
            <a:rPr lang="en-IN" sz="2400" b="0" i="0" dirty="0"/>
            <a:t>Dizziness or light headedness</a:t>
          </a:r>
          <a:endParaRPr lang="en-IN" sz="2400" dirty="0"/>
        </a:p>
      </dgm:t>
    </dgm:pt>
    <dgm:pt modelId="{2AFE517E-17D0-4609-A1BD-9E907AA86376}" type="parTrans" cxnId="{A9485A39-03CC-40B0-BD7C-ED9E76762EFC}">
      <dgm:prSet/>
      <dgm:spPr/>
      <dgm:t>
        <a:bodyPr/>
        <a:lstStyle/>
        <a:p>
          <a:endParaRPr lang="en-US" sz="2000"/>
        </a:p>
      </dgm:t>
    </dgm:pt>
    <dgm:pt modelId="{7B7C2B82-44BC-4BA3-AE0C-064726849023}" type="sibTrans" cxnId="{A9485A39-03CC-40B0-BD7C-ED9E76762EFC}">
      <dgm:prSet/>
      <dgm:spPr/>
      <dgm:t>
        <a:bodyPr/>
        <a:lstStyle/>
        <a:p>
          <a:endParaRPr lang="en-US" sz="2000"/>
        </a:p>
      </dgm:t>
    </dgm:pt>
    <dgm:pt modelId="{8699D045-09F6-45E4-87B8-E4932DAEBF0D}">
      <dgm:prSet custT="1"/>
      <dgm:spPr/>
      <dgm:t>
        <a:bodyPr/>
        <a:lstStyle/>
        <a:p>
          <a:pPr rtl="0"/>
          <a:r>
            <a:rPr lang="en-IN" sz="2400" b="0" i="0"/>
            <a:t>Cold hands and feet</a:t>
          </a:r>
          <a:endParaRPr lang="en-IN" sz="2400"/>
        </a:p>
      </dgm:t>
    </dgm:pt>
    <dgm:pt modelId="{69752D60-5DE3-4C7D-9961-D7413DDF62EC}" type="parTrans" cxnId="{90E72EAD-235A-4EB9-8DAE-FAF530F39294}">
      <dgm:prSet/>
      <dgm:spPr/>
      <dgm:t>
        <a:bodyPr/>
        <a:lstStyle/>
        <a:p>
          <a:endParaRPr lang="en-US" sz="2000"/>
        </a:p>
      </dgm:t>
    </dgm:pt>
    <dgm:pt modelId="{06899A2B-F06F-4D14-8B29-D70D315BE947}" type="sibTrans" cxnId="{90E72EAD-235A-4EB9-8DAE-FAF530F39294}">
      <dgm:prSet/>
      <dgm:spPr/>
      <dgm:t>
        <a:bodyPr/>
        <a:lstStyle/>
        <a:p>
          <a:endParaRPr lang="en-US" sz="2000"/>
        </a:p>
      </dgm:t>
    </dgm:pt>
    <dgm:pt modelId="{FC2C99FA-E0F5-4D28-BDF1-4534947015B5}">
      <dgm:prSet custT="1"/>
      <dgm:spPr/>
      <dgm:t>
        <a:bodyPr/>
        <a:lstStyle/>
        <a:p>
          <a:pPr rtl="0"/>
          <a:r>
            <a:rPr lang="en-IN" sz="2400" b="0" i="0"/>
            <a:t>Headache</a:t>
          </a:r>
          <a:endParaRPr lang="en-IN" sz="2400"/>
        </a:p>
      </dgm:t>
    </dgm:pt>
    <dgm:pt modelId="{F2344C9C-A6EA-4B7C-ABE7-FEBAF46B71DF}" type="parTrans" cxnId="{233B507C-9983-426F-A428-3657391E4109}">
      <dgm:prSet/>
      <dgm:spPr/>
      <dgm:t>
        <a:bodyPr/>
        <a:lstStyle/>
        <a:p>
          <a:endParaRPr lang="en-US" sz="2000"/>
        </a:p>
      </dgm:t>
    </dgm:pt>
    <dgm:pt modelId="{A4F21C8E-4AD3-4F99-8FFF-FC527D2CF668}" type="sibTrans" cxnId="{233B507C-9983-426F-A428-3657391E4109}">
      <dgm:prSet/>
      <dgm:spPr/>
      <dgm:t>
        <a:bodyPr/>
        <a:lstStyle/>
        <a:p>
          <a:endParaRPr lang="en-US" sz="2000"/>
        </a:p>
      </dgm:t>
    </dgm:pt>
    <dgm:pt modelId="{AF07F726-1821-4522-80D5-35409F607087}">
      <dgm:prSet custT="1"/>
      <dgm:spPr/>
      <dgm:t>
        <a:bodyPr/>
        <a:lstStyle/>
        <a:p>
          <a:pPr rtl="0"/>
          <a:r>
            <a:rPr lang="en-IN" sz="2400" b="0" i="0" dirty="0"/>
            <a:t>Tingling sensation or leg cramps</a:t>
          </a:r>
          <a:endParaRPr lang="en-IN" sz="2400" dirty="0"/>
        </a:p>
      </dgm:t>
    </dgm:pt>
    <dgm:pt modelId="{764696B6-106D-4838-BF9B-3D30D706569D}" type="parTrans" cxnId="{50F9D4AD-600E-4479-B609-A46CDE0FF928}">
      <dgm:prSet/>
      <dgm:spPr/>
      <dgm:t>
        <a:bodyPr/>
        <a:lstStyle/>
        <a:p>
          <a:endParaRPr lang="en-US" sz="2000"/>
        </a:p>
      </dgm:t>
    </dgm:pt>
    <dgm:pt modelId="{63F1295E-D76D-476E-8905-D8EE6DFA0CE6}" type="sibTrans" cxnId="{50F9D4AD-600E-4479-B609-A46CDE0FF928}">
      <dgm:prSet/>
      <dgm:spPr/>
      <dgm:t>
        <a:bodyPr/>
        <a:lstStyle/>
        <a:p>
          <a:endParaRPr lang="en-US" sz="2000"/>
        </a:p>
      </dgm:t>
    </dgm:pt>
    <dgm:pt modelId="{CEFE4644-2227-485A-A916-C1B9BBE684DF}">
      <dgm:prSet custT="1"/>
      <dgm:spPr/>
      <dgm:t>
        <a:bodyPr/>
        <a:lstStyle/>
        <a:p>
          <a:pPr rtl="0"/>
          <a:r>
            <a:rPr lang="en-IN" sz="2400" dirty="0"/>
            <a:t>Irregular Heartbeat</a:t>
          </a:r>
        </a:p>
      </dgm:t>
    </dgm:pt>
    <dgm:pt modelId="{5F67E4DB-DBAD-454A-B283-665E40DF33B2}" type="parTrans" cxnId="{5CBCEF4E-C932-4E11-A6F9-A8084F38DB2B}">
      <dgm:prSet/>
      <dgm:spPr/>
      <dgm:t>
        <a:bodyPr/>
        <a:lstStyle/>
        <a:p>
          <a:endParaRPr lang="en-US"/>
        </a:p>
      </dgm:t>
    </dgm:pt>
    <dgm:pt modelId="{60E946C6-94C4-48B2-909C-BA9F686499F2}" type="sibTrans" cxnId="{5CBCEF4E-C932-4E11-A6F9-A8084F38DB2B}">
      <dgm:prSet/>
      <dgm:spPr/>
      <dgm:t>
        <a:bodyPr/>
        <a:lstStyle/>
        <a:p>
          <a:endParaRPr lang="en-US"/>
        </a:p>
      </dgm:t>
    </dgm:pt>
    <dgm:pt modelId="{E65AC060-862E-44E9-9900-6F208C8C5C87}">
      <dgm:prSet custT="1"/>
      <dgm:spPr/>
      <dgm:t>
        <a:bodyPr/>
        <a:lstStyle/>
        <a:p>
          <a:pPr rtl="0"/>
          <a:r>
            <a:rPr lang="en-IN" sz="2400" dirty="0"/>
            <a:t>Chest Pain</a:t>
          </a:r>
        </a:p>
      </dgm:t>
    </dgm:pt>
    <dgm:pt modelId="{A7E82AF4-3BBF-4549-8DE1-4BFE54FDEB03}" type="parTrans" cxnId="{DAF61FA6-136C-44B3-998E-2F3D8D1F3EA6}">
      <dgm:prSet/>
      <dgm:spPr/>
      <dgm:t>
        <a:bodyPr/>
        <a:lstStyle/>
        <a:p>
          <a:endParaRPr lang="en-US"/>
        </a:p>
      </dgm:t>
    </dgm:pt>
    <dgm:pt modelId="{8C8B879E-FAC9-4B4B-9749-189ED01E6A07}" type="sibTrans" cxnId="{DAF61FA6-136C-44B3-998E-2F3D8D1F3EA6}">
      <dgm:prSet/>
      <dgm:spPr/>
      <dgm:t>
        <a:bodyPr/>
        <a:lstStyle/>
        <a:p>
          <a:endParaRPr lang="en-US"/>
        </a:p>
      </dgm:t>
    </dgm:pt>
    <dgm:pt modelId="{8B5F4BBA-D3D3-4E2E-BB71-DEDA6CA273B0}" type="pres">
      <dgm:prSet presAssocID="{12E28DAD-EB3F-4FD5-B8B3-0C735363DDE2}" presName="linear" presStyleCnt="0">
        <dgm:presLayoutVars>
          <dgm:animLvl val="lvl"/>
          <dgm:resizeHandles val="exact"/>
        </dgm:presLayoutVars>
      </dgm:prSet>
      <dgm:spPr/>
    </dgm:pt>
    <dgm:pt modelId="{19A9B8EE-6857-4F97-8F21-DD1A00D823DA}" type="pres">
      <dgm:prSet presAssocID="{26BF3CEC-3F18-453E-871F-61692C9CC299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A2E48611-CED2-49B0-9DA8-3BB8C7F93694}" type="pres">
      <dgm:prSet presAssocID="{097B0DD1-B3E7-426A-BA75-8F80EF7E4E55}" presName="spacer" presStyleCnt="0"/>
      <dgm:spPr/>
    </dgm:pt>
    <dgm:pt modelId="{CB8AA05E-240A-40AF-B780-24F83433789A}" type="pres">
      <dgm:prSet presAssocID="{CEFE4644-2227-485A-A916-C1B9BBE684DF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5D0D77B3-A7CE-4236-8D49-B1AE8D1447ED}" type="pres">
      <dgm:prSet presAssocID="{60E946C6-94C4-48B2-909C-BA9F686499F2}" presName="spacer" presStyleCnt="0"/>
      <dgm:spPr/>
    </dgm:pt>
    <dgm:pt modelId="{0D801DF4-C4C0-4F08-AECA-802E483E6B6D}" type="pres">
      <dgm:prSet presAssocID="{0EDD9EF3-7759-4ADC-A6D2-EC78C7692887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12297BD9-577B-4E1A-8604-DD6119F8FDCE}" type="pres">
      <dgm:prSet presAssocID="{F02034EE-B0EE-4E70-A75F-E2DCD6692738}" presName="spacer" presStyleCnt="0"/>
      <dgm:spPr/>
    </dgm:pt>
    <dgm:pt modelId="{72ECC6BE-DFDF-49A6-BE1C-B049B1C10ED5}" type="pres">
      <dgm:prSet presAssocID="{35F84AF6-DF2D-443C-A99E-F1B0DB480325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29C0A5F7-24A3-456A-B5E3-3755D19FA26A}" type="pres">
      <dgm:prSet presAssocID="{7B7C2B82-44BC-4BA3-AE0C-064726849023}" presName="spacer" presStyleCnt="0"/>
      <dgm:spPr/>
    </dgm:pt>
    <dgm:pt modelId="{13DA0E58-6802-4890-B802-6ADF85DC67CA}" type="pres">
      <dgm:prSet presAssocID="{E65AC060-862E-44E9-9900-6F208C8C5C87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708A8B54-7D93-4330-8C7E-45CB7965148A}" type="pres">
      <dgm:prSet presAssocID="{8C8B879E-FAC9-4B4B-9749-189ED01E6A07}" presName="spacer" presStyleCnt="0"/>
      <dgm:spPr/>
    </dgm:pt>
    <dgm:pt modelId="{7F45ED19-AC78-4B31-8DD8-34245CE2130E}" type="pres">
      <dgm:prSet presAssocID="{8699D045-09F6-45E4-87B8-E4932DAEBF0D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C3F2EF2E-C805-40E4-BD36-942685FFB03D}" type="pres">
      <dgm:prSet presAssocID="{06899A2B-F06F-4D14-8B29-D70D315BE947}" presName="spacer" presStyleCnt="0"/>
      <dgm:spPr/>
    </dgm:pt>
    <dgm:pt modelId="{6D9E0002-AD15-414F-B33C-320ACE3F921D}" type="pres">
      <dgm:prSet presAssocID="{FC2C99FA-E0F5-4D28-BDF1-4534947015B5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C3B4CF84-B9B6-4FFA-87AB-B615D271F466}" type="pres">
      <dgm:prSet presAssocID="{A4F21C8E-4AD3-4F99-8FFF-FC527D2CF668}" presName="spacer" presStyleCnt="0"/>
      <dgm:spPr/>
    </dgm:pt>
    <dgm:pt modelId="{63D12E0B-E4E1-4C1C-BCEE-1390CBA84618}" type="pres">
      <dgm:prSet presAssocID="{AF07F726-1821-4522-80D5-35409F607087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997FE90B-7314-4116-8944-14F01CE7E78E}" type="presOf" srcId="{0EDD9EF3-7759-4ADC-A6D2-EC78C7692887}" destId="{0D801DF4-C4C0-4F08-AECA-802E483E6B6D}" srcOrd="0" destOrd="0" presId="urn:microsoft.com/office/officeart/2005/8/layout/vList2"/>
    <dgm:cxn modelId="{113CCB14-9520-4AAE-867E-7B6C5D3261F9}" srcId="{12E28DAD-EB3F-4FD5-B8B3-0C735363DDE2}" destId="{0EDD9EF3-7759-4ADC-A6D2-EC78C7692887}" srcOrd="2" destOrd="0" parTransId="{FBEC6E3D-F46F-42EF-B4A6-9ADF7612AE77}" sibTransId="{F02034EE-B0EE-4E70-A75F-E2DCD6692738}"/>
    <dgm:cxn modelId="{ED89F220-51D7-41CE-8924-9E9597F98E99}" type="presOf" srcId="{12E28DAD-EB3F-4FD5-B8B3-0C735363DDE2}" destId="{8B5F4BBA-D3D3-4E2E-BB71-DEDA6CA273B0}" srcOrd="0" destOrd="0" presId="urn:microsoft.com/office/officeart/2005/8/layout/vList2"/>
    <dgm:cxn modelId="{A9485A39-03CC-40B0-BD7C-ED9E76762EFC}" srcId="{12E28DAD-EB3F-4FD5-B8B3-0C735363DDE2}" destId="{35F84AF6-DF2D-443C-A99E-F1B0DB480325}" srcOrd="3" destOrd="0" parTransId="{2AFE517E-17D0-4609-A1BD-9E907AA86376}" sibTransId="{7B7C2B82-44BC-4BA3-AE0C-064726849023}"/>
    <dgm:cxn modelId="{5CBCEF4E-C932-4E11-A6F9-A8084F38DB2B}" srcId="{12E28DAD-EB3F-4FD5-B8B3-0C735363DDE2}" destId="{CEFE4644-2227-485A-A916-C1B9BBE684DF}" srcOrd="1" destOrd="0" parTransId="{5F67E4DB-DBAD-454A-B283-665E40DF33B2}" sibTransId="{60E946C6-94C4-48B2-909C-BA9F686499F2}"/>
    <dgm:cxn modelId="{1E194F58-CBAB-43B6-A58E-8077E3D4337E}" type="presOf" srcId="{AF07F726-1821-4522-80D5-35409F607087}" destId="{63D12E0B-E4E1-4C1C-BCEE-1390CBA84618}" srcOrd="0" destOrd="0" presId="urn:microsoft.com/office/officeart/2005/8/layout/vList2"/>
    <dgm:cxn modelId="{233B507C-9983-426F-A428-3657391E4109}" srcId="{12E28DAD-EB3F-4FD5-B8B3-0C735363DDE2}" destId="{FC2C99FA-E0F5-4D28-BDF1-4534947015B5}" srcOrd="6" destOrd="0" parTransId="{F2344C9C-A6EA-4B7C-ABE7-FEBAF46B71DF}" sibTransId="{A4F21C8E-4AD3-4F99-8FFF-FC527D2CF668}"/>
    <dgm:cxn modelId="{8DC07786-F5F2-47C6-8BC8-F7D967A0CBBA}" type="presOf" srcId="{26BF3CEC-3F18-453E-871F-61692C9CC299}" destId="{19A9B8EE-6857-4F97-8F21-DD1A00D823DA}" srcOrd="0" destOrd="0" presId="urn:microsoft.com/office/officeart/2005/8/layout/vList2"/>
    <dgm:cxn modelId="{4C8D2A97-3A72-4049-90A3-382708EAC3B3}" type="presOf" srcId="{FC2C99FA-E0F5-4D28-BDF1-4534947015B5}" destId="{6D9E0002-AD15-414F-B33C-320ACE3F921D}" srcOrd="0" destOrd="0" presId="urn:microsoft.com/office/officeart/2005/8/layout/vList2"/>
    <dgm:cxn modelId="{DAF61FA6-136C-44B3-998E-2F3D8D1F3EA6}" srcId="{12E28DAD-EB3F-4FD5-B8B3-0C735363DDE2}" destId="{E65AC060-862E-44E9-9900-6F208C8C5C87}" srcOrd="4" destOrd="0" parTransId="{A7E82AF4-3BBF-4549-8DE1-4BFE54FDEB03}" sibTransId="{8C8B879E-FAC9-4B4B-9749-189ED01E6A07}"/>
    <dgm:cxn modelId="{90E72EAD-235A-4EB9-8DAE-FAF530F39294}" srcId="{12E28DAD-EB3F-4FD5-B8B3-0C735363DDE2}" destId="{8699D045-09F6-45E4-87B8-E4932DAEBF0D}" srcOrd="5" destOrd="0" parTransId="{69752D60-5DE3-4C7D-9961-D7413DDF62EC}" sibTransId="{06899A2B-F06F-4D14-8B29-D70D315BE947}"/>
    <dgm:cxn modelId="{50F9D4AD-600E-4479-B609-A46CDE0FF928}" srcId="{12E28DAD-EB3F-4FD5-B8B3-0C735363DDE2}" destId="{AF07F726-1821-4522-80D5-35409F607087}" srcOrd="7" destOrd="0" parTransId="{764696B6-106D-4838-BF9B-3D30D706569D}" sibTransId="{63F1295E-D76D-476E-8905-D8EE6DFA0CE6}"/>
    <dgm:cxn modelId="{BC4CE9B3-4962-4210-A164-74605B4510D1}" type="presOf" srcId="{CEFE4644-2227-485A-A916-C1B9BBE684DF}" destId="{CB8AA05E-240A-40AF-B780-24F83433789A}" srcOrd="0" destOrd="0" presId="urn:microsoft.com/office/officeart/2005/8/layout/vList2"/>
    <dgm:cxn modelId="{A1ABD9C9-4436-40B3-944A-6961A28DDFB1}" type="presOf" srcId="{35F84AF6-DF2D-443C-A99E-F1B0DB480325}" destId="{72ECC6BE-DFDF-49A6-BE1C-B049B1C10ED5}" srcOrd="0" destOrd="0" presId="urn:microsoft.com/office/officeart/2005/8/layout/vList2"/>
    <dgm:cxn modelId="{FD49B5CD-FFB9-42DB-B515-112ADC0D3DCD}" type="presOf" srcId="{E65AC060-862E-44E9-9900-6F208C8C5C87}" destId="{13DA0E58-6802-4890-B802-6ADF85DC67CA}" srcOrd="0" destOrd="0" presId="urn:microsoft.com/office/officeart/2005/8/layout/vList2"/>
    <dgm:cxn modelId="{DAFDDAF3-5878-4A49-934B-3F0585A06C6A}" srcId="{12E28DAD-EB3F-4FD5-B8B3-0C735363DDE2}" destId="{26BF3CEC-3F18-453E-871F-61692C9CC299}" srcOrd="0" destOrd="0" parTransId="{7BC4AF21-62FA-4B83-98D3-C60652FD7248}" sibTransId="{097B0DD1-B3E7-426A-BA75-8F80EF7E4E55}"/>
    <dgm:cxn modelId="{5D9D7AF7-9D10-43C8-82B8-BE69A3E9170C}" type="presOf" srcId="{8699D045-09F6-45E4-87B8-E4932DAEBF0D}" destId="{7F45ED19-AC78-4B31-8DD8-34245CE2130E}" srcOrd="0" destOrd="0" presId="urn:microsoft.com/office/officeart/2005/8/layout/vList2"/>
    <dgm:cxn modelId="{5E6CC534-8ECC-4322-A41B-817169FB0F60}" type="presParOf" srcId="{8B5F4BBA-D3D3-4E2E-BB71-DEDA6CA273B0}" destId="{19A9B8EE-6857-4F97-8F21-DD1A00D823DA}" srcOrd="0" destOrd="0" presId="urn:microsoft.com/office/officeart/2005/8/layout/vList2"/>
    <dgm:cxn modelId="{92C763C5-EC06-45A6-A417-15F7AB474F98}" type="presParOf" srcId="{8B5F4BBA-D3D3-4E2E-BB71-DEDA6CA273B0}" destId="{A2E48611-CED2-49B0-9DA8-3BB8C7F93694}" srcOrd="1" destOrd="0" presId="urn:microsoft.com/office/officeart/2005/8/layout/vList2"/>
    <dgm:cxn modelId="{2A82F0A6-5ABB-4598-963A-C5459AFAE43E}" type="presParOf" srcId="{8B5F4BBA-D3D3-4E2E-BB71-DEDA6CA273B0}" destId="{CB8AA05E-240A-40AF-B780-24F83433789A}" srcOrd="2" destOrd="0" presId="urn:microsoft.com/office/officeart/2005/8/layout/vList2"/>
    <dgm:cxn modelId="{5DBB46B2-39CC-4B01-BF04-E94CAE713EDF}" type="presParOf" srcId="{8B5F4BBA-D3D3-4E2E-BB71-DEDA6CA273B0}" destId="{5D0D77B3-A7CE-4236-8D49-B1AE8D1447ED}" srcOrd="3" destOrd="0" presId="urn:microsoft.com/office/officeart/2005/8/layout/vList2"/>
    <dgm:cxn modelId="{90DCA077-9E26-45D1-829D-F80ECBBC212B}" type="presParOf" srcId="{8B5F4BBA-D3D3-4E2E-BB71-DEDA6CA273B0}" destId="{0D801DF4-C4C0-4F08-AECA-802E483E6B6D}" srcOrd="4" destOrd="0" presId="urn:microsoft.com/office/officeart/2005/8/layout/vList2"/>
    <dgm:cxn modelId="{6D27F44A-DFC6-46F9-A68C-E7098C02136B}" type="presParOf" srcId="{8B5F4BBA-D3D3-4E2E-BB71-DEDA6CA273B0}" destId="{12297BD9-577B-4E1A-8604-DD6119F8FDCE}" srcOrd="5" destOrd="0" presId="urn:microsoft.com/office/officeart/2005/8/layout/vList2"/>
    <dgm:cxn modelId="{D720606C-0B18-47FE-B6B3-2CF813BF780A}" type="presParOf" srcId="{8B5F4BBA-D3D3-4E2E-BB71-DEDA6CA273B0}" destId="{72ECC6BE-DFDF-49A6-BE1C-B049B1C10ED5}" srcOrd="6" destOrd="0" presId="urn:microsoft.com/office/officeart/2005/8/layout/vList2"/>
    <dgm:cxn modelId="{563082E9-9232-4DC6-9C7A-5C78BD3142CC}" type="presParOf" srcId="{8B5F4BBA-D3D3-4E2E-BB71-DEDA6CA273B0}" destId="{29C0A5F7-24A3-456A-B5E3-3755D19FA26A}" srcOrd="7" destOrd="0" presId="urn:microsoft.com/office/officeart/2005/8/layout/vList2"/>
    <dgm:cxn modelId="{7C4C46E1-99A2-4751-9053-8198A1EE463F}" type="presParOf" srcId="{8B5F4BBA-D3D3-4E2E-BB71-DEDA6CA273B0}" destId="{13DA0E58-6802-4890-B802-6ADF85DC67CA}" srcOrd="8" destOrd="0" presId="urn:microsoft.com/office/officeart/2005/8/layout/vList2"/>
    <dgm:cxn modelId="{8F382271-707E-4608-A8AA-D25802B74FD5}" type="presParOf" srcId="{8B5F4BBA-D3D3-4E2E-BB71-DEDA6CA273B0}" destId="{708A8B54-7D93-4330-8C7E-45CB7965148A}" srcOrd="9" destOrd="0" presId="urn:microsoft.com/office/officeart/2005/8/layout/vList2"/>
    <dgm:cxn modelId="{A5C7EF35-297A-4548-90DD-0EAD4AE8A6C3}" type="presParOf" srcId="{8B5F4BBA-D3D3-4E2E-BB71-DEDA6CA273B0}" destId="{7F45ED19-AC78-4B31-8DD8-34245CE2130E}" srcOrd="10" destOrd="0" presId="urn:microsoft.com/office/officeart/2005/8/layout/vList2"/>
    <dgm:cxn modelId="{322BFF0B-C868-4C81-A733-96E8F3CD9E01}" type="presParOf" srcId="{8B5F4BBA-D3D3-4E2E-BB71-DEDA6CA273B0}" destId="{C3F2EF2E-C805-40E4-BD36-942685FFB03D}" srcOrd="11" destOrd="0" presId="urn:microsoft.com/office/officeart/2005/8/layout/vList2"/>
    <dgm:cxn modelId="{23572E6D-F0BC-43F2-AD0E-AEE277D58D1E}" type="presParOf" srcId="{8B5F4BBA-D3D3-4E2E-BB71-DEDA6CA273B0}" destId="{6D9E0002-AD15-414F-B33C-320ACE3F921D}" srcOrd="12" destOrd="0" presId="urn:microsoft.com/office/officeart/2005/8/layout/vList2"/>
    <dgm:cxn modelId="{B2F0E21E-7EB1-40B3-81BE-B399F473C722}" type="presParOf" srcId="{8B5F4BBA-D3D3-4E2E-BB71-DEDA6CA273B0}" destId="{C3B4CF84-B9B6-4FFA-87AB-B615D271F466}" srcOrd="13" destOrd="0" presId="urn:microsoft.com/office/officeart/2005/8/layout/vList2"/>
    <dgm:cxn modelId="{CD42867A-6D80-4A4B-9AB8-DBCE387264EE}" type="presParOf" srcId="{8B5F4BBA-D3D3-4E2E-BB71-DEDA6CA273B0}" destId="{63D12E0B-E4E1-4C1C-BCEE-1390CBA84618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4489292-00F1-4287-B826-84AA4E479EC3}" type="doc">
      <dgm:prSet loTypeId="urn:microsoft.com/office/officeart/2005/8/layout/vList2" loCatId="list" qsTypeId="urn:microsoft.com/office/officeart/2005/8/quickstyle/simple1" qsCatId="simple" csTypeId="urn:microsoft.com/office/officeart/2005/8/colors/accent5_5" csCatId="accent5" phldr="1"/>
      <dgm:spPr/>
      <dgm:t>
        <a:bodyPr/>
        <a:lstStyle/>
        <a:p>
          <a:endParaRPr lang="en-US"/>
        </a:p>
      </dgm:t>
    </dgm:pt>
    <dgm:pt modelId="{8F195733-821C-4AA1-9AEF-DE10F0E002A5}">
      <dgm:prSet custT="1"/>
      <dgm:spPr/>
      <dgm:t>
        <a:bodyPr/>
        <a:lstStyle/>
        <a:p>
          <a:pPr rtl="0"/>
          <a:r>
            <a:rPr lang="en-IN" sz="2400" b="0" i="0" dirty="0"/>
            <a:t>Pallor of conjunctiva, skin, tongue </a:t>
          </a:r>
          <a:endParaRPr lang="en-IN" sz="2400" dirty="0"/>
        </a:p>
      </dgm:t>
    </dgm:pt>
    <dgm:pt modelId="{DD2A2BE9-2B82-40FE-889B-59AA80C8D054}" type="parTrans" cxnId="{2E1CF917-84B2-4564-9F36-1C5245A2F669}">
      <dgm:prSet/>
      <dgm:spPr/>
      <dgm:t>
        <a:bodyPr/>
        <a:lstStyle/>
        <a:p>
          <a:endParaRPr lang="en-US"/>
        </a:p>
      </dgm:t>
    </dgm:pt>
    <dgm:pt modelId="{48079DA7-22D7-4727-B0C2-D4D51DA6C417}" type="sibTrans" cxnId="{2E1CF917-84B2-4564-9F36-1C5245A2F669}">
      <dgm:prSet/>
      <dgm:spPr/>
      <dgm:t>
        <a:bodyPr/>
        <a:lstStyle/>
        <a:p>
          <a:endParaRPr lang="en-US"/>
        </a:p>
      </dgm:t>
    </dgm:pt>
    <dgm:pt modelId="{8CC0220C-5BAA-4F87-9A31-43844143AC57}">
      <dgm:prSet custT="1"/>
      <dgm:spPr/>
      <dgm:t>
        <a:bodyPr/>
        <a:lstStyle/>
        <a:p>
          <a:pPr rtl="0"/>
          <a:r>
            <a:rPr lang="en-US" sz="2400" dirty="0"/>
            <a:t>Inflamed tongue (glossitis)</a:t>
          </a:r>
          <a:endParaRPr lang="en-IN" sz="2400" dirty="0"/>
        </a:p>
      </dgm:t>
    </dgm:pt>
    <dgm:pt modelId="{6DABD7CD-38B7-4082-8E92-398CE3B478BB}" type="parTrans" cxnId="{E96FBE2E-DB32-43A4-9756-C8D1290E4CCA}">
      <dgm:prSet/>
      <dgm:spPr/>
      <dgm:t>
        <a:bodyPr/>
        <a:lstStyle/>
        <a:p>
          <a:endParaRPr lang="en-US"/>
        </a:p>
      </dgm:t>
    </dgm:pt>
    <dgm:pt modelId="{2D5FD4DB-6D8C-48C8-9B7A-A0ABC5B6159D}" type="sibTrans" cxnId="{E96FBE2E-DB32-43A4-9756-C8D1290E4CCA}">
      <dgm:prSet/>
      <dgm:spPr/>
      <dgm:t>
        <a:bodyPr/>
        <a:lstStyle/>
        <a:p>
          <a:endParaRPr lang="en-US"/>
        </a:p>
      </dgm:t>
    </dgm:pt>
    <dgm:pt modelId="{7C967AFB-6950-47C4-B9DE-ED73E04F9894}">
      <dgm:prSet custT="1"/>
      <dgm:spPr/>
      <dgm:t>
        <a:bodyPr/>
        <a:lstStyle/>
        <a:p>
          <a:pPr rtl="0"/>
          <a:r>
            <a:rPr lang="en-US" sz="2400" dirty="0"/>
            <a:t>Inflamed mouth (stomatitis)</a:t>
          </a:r>
          <a:endParaRPr lang="en-IN" sz="2400" dirty="0"/>
        </a:p>
      </dgm:t>
    </dgm:pt>
    <dgm:pt modelId="{7CC2AB02-2316-496D-8080-2D731540E939}" type="parTrans" cxnId="{6F8C8315-78CA-49D2-A408-855BBD72BD88}">
      <dgm:prSet/>
      <dgm:spPr/>
      <dgm:t>
        <a:bodyPr/>
        <a:lstStyle/>
        <a:p>
          <a:endParaRPr lang="en-US"/>
        </a:p>
      </dgm:t>
    </dgm:pt>
    <dgm:pt modelId="{01550834-3F09-44F9-B39F-4AEB2ED06E51}" type="sibTrans" cxnId="{6F8C8315-78CA-49D2-A408-855BBD72BD88}">
      <dgm:prSet/>
      <dgm:spPr/>
      <dgm:t>
        <a:bodyPr/>
        <a:lstStyle/>
        <a:p>
          <a:endParaRPr lang="en-US"/>
        </a:p>
      </dgm:t>
    </dgm:pt>
    <dgm:pt modelId="{18226A77-A6E8-450F-8CED-0FFA84F54F49}">
      <dgm:prSet custT="1"/>
      <dgm:spPr/>
      <dgm:t>
        <a:bodyPr/>
        <a:lstStyle/>
        <a:p>
          <a:pPr rtl="0"/>
          <a:r>
            <a:rPr lang="en-IN" sz="2400" b="0" i="0" dirty="0"/>
            <a:t>Brittle, pale nails </a:t>
          </a:r>
          <a:endParaRPr lang="en-IN" sz="2400" dirty="0"/>
        </a:p>
      </dgm:t>
    </dgm:pt>
    <dgm:pt modelId="{0CF2EA4F-62EB-44DF-A1DE-E665090605E7}" type="parTrans" cxnId="{920ADDC9-D2CD-4652-8239-3435515FFE42}">
      <dgm:prSet/>
      <dgm:spPr/>
      <dgm:t>
        <a:bodyPr/>
        <a:lstStyle/>
        <a:p>
          <a:endParaRPr lang="en-US"/>
        </a:p>
      </dgm:t>
    </dgm:pt>
    <dgm:pt modelId="{7A0255E8-AAE3-47FC-A201-D59158606808}" type="sibTrans" cxnId="{920ADDC9-D2CD-4652-8239-3435515FFE42}">
      <dgm:prSet/>
      <dgm:spPr/>
      <dgm:t>
        <a:bodyPr/>
        <a:lstStyle/>
        <a:p>
          <a:endParaRPr lang="en-US"/>
        </a:p>
      </dgm:t>
    </dgm:pt>
    <dgm:pt modelId="{BA0C6F10-36BD-4B7E-855F-AD76B457B7B0}">
      <dgm:prSet custT="1"/>
      <dgm:spPr/>
      <dgm:t>
        <a:bodyPr/>
        <a:lstStyle/>
        <a:p>
          <a:pPr rtl="0"/>
          <a:r>
            <a:rPr lang="en-IN" sz="2400" b="0" i="0" dirty="0"/>
            <a:t>Generalized swelling</a:t>
          </a:r>
          <a:endParaRPr lang="en-IN" sz="2400" dirty="0"/>
        </a:p>
      </dgm:t>
    </dgm:pt>
    <dgm:pt modelId="{EB62F8C2-F1FF-4D1A-A090-7A48F38B9072}" type="parTrans" cxnId="{F6135160-73D3-4CE4-BCAD-51DC9FAD9A74}">
      <dgm:prSet/>
      <dgm:spPr/>
      <dgm:t>
        <a:bodyPr/>
        <a:lstStyle/>
        <a:p>
          <a:endParaRPr lang="en-US"/>
        </a:p>
      </dgm:t>
    </dgm:pt>
    <dgm:pt modelId="{B8AB7799-15DD-441E-A198-E2DAAE507AE5}" type="sibTrans" cxnId="{F6135160-73D3-4CE4-BCAD-51DC9FAD9A74}">
      <dgm:prSet/>
      <dgm:spPr/>
      <dgm:t>
        <a:bodyPr/>
        <a:lstStyle/>
        <a:p>
          <a:endParaRPr lang="en-US"/>
        </a:p>
      </dgm:t>
    </dgm:pt>
    <dgm:pt modelId="{2D62A581-ED50-4820-80DC-BED23F594B1B}" type="pres">
      <dgm:prSet presAssocID="{44489292-00F1-4287-B826-84AA4E479EC3}" presName="linear" presStyleCnt="0">
        <dgm:presLayoutVars>
          <dgm:animLvl val="lvl"/>
          <dgm:resizeHandles val="exact"/>
        </dgm:presLayoutVars>
      </dgm:prSet>
      <dgm:spPr/>
    </dgm:pt>
    <dgm:pt modelId="{506DC1CE-6CD3-485F-B3B5-72D5E5AFB37D}" type="pres">
      <dgm:prSet presAssocID="{8F195733-821C-4AA1-9AEF-DE10F0E002A5}" presName="parentText" presStyleLbl="node1" presStyleIdx="0" presStyleCnt="5" custLinFactNeighborX="-397" custLinFactNeighborY="97236">
        <dgm:presLayoutVars>
          <dgm:chMax val="0"/>
          <dgm:bulletEnabled val="1"/>
        </dgm:presLayoutVars>
      </dgm:prSet>
      <dgm:spPr/>
    </dgm:pt>
    <dgm:pt modelId="{1135FA82-65F6-4A27-9714-EB10106104F7}" type="pres">
      <dgm:prSet presAssocID="{48079DA7-22D7-4727-B0C2-D4D51DA6C417}" presName="spacer" presStyleCnt="0"/>
      <dgm:spPr/>
    </dgm:pt>
    <dgm:pt modelId="{2C3B4FEA-4AE9-4E21-882C-04F336CF623A}" type="pres">
      <dgm:prSet presAssocID="{8CC0220C-5BAA-4F87-9A31-43844143AC57}" presName="parentText" presStyleLbl="node1" presStyleIdx="1" presStyleCnt="5" custLinFactNeighborX="-397" custLinFactNeighborY="67842">
        <dgm:presLayoutVars>
          <dgm:chMax val="0"/>
          <dgm:bulletEnabled val="1"/>
        </dgm:presLayoutVars>
      </dgm:prSet>
      <dgm:spPr/>
    </dgm:pt>
    <dgm:pt modelId="{55594E0C-C6E6-486F-8109-A600B2D7D1C1}" type="pres">
      <dgm:prSet presAssocID="{2D5FD4DB-6D8C-48C8-9B7A-A0ABC5B6159D}" presName="spacer" presStyleCnt="0"/>
      <dgm:spPr/>
    </dgm:pt>
    <dgm:pt modelId="{D9200723-9461-415B-ACF7-5E2C0A96492B}" type="pres">
      <dgm:prSet presAssocID="{7C967AFB-6950-47C4-B9DE-ED73E04F9894}" presName="parentText" presStyleLbl="node1" presStyleIdx="2" presStyleCnt="5" custLinFactNeighborX="-397" custLinFactNeighborY="36739">
        <dgm:presLayoutVars>
          <dgm:chMax val="0"/>
          <dgm:bulletEnabled val="1"/>
        </dgm:presLayoutVars>
      </dgm:prSet>
      <dgm:spPr/>
    </dgm:pt>
    <dgm:pt modelId="{D2453664-BEB9-4A11-8F62-C4C92244E9F6}" type="pres">
      <dgm:prSet presAssocID="{01550834-3F09-44F9-B39F-4AEB2ED06E51}" presName="spacer" presStyleCnt="0"/>
      <dgm:spPr/>
    </dgm:pt>
    <dgm:pt modelId="{CA20CB27-767E-45C4-8215-D7C44551F835}" type="pres">
      <dgm:prSet presAssocID="{18226A77-A6E8-450F-8CED-0FFA84F54F49}" presName="parentText" presStyleLbl="node1" presStyleIdx="3" presStyleCnt="5" custLinFactNeighborX="-794" custLinFactNeighborY="27295">
        <dgm:presLayoutVars>
          <dgm:chMax val="0"/>
          <dgm:bulletEnabled val="1"/>
        </dgm:presLayoutVars>
      </dgm:prSet>
      <dgm:spPr/>
    </dgm:pt>
    <dgm:pt modelId="{553B7036-7C9E-4A6B-92CD-E3AA349B4E90}" type="pres">
      <dgm:prSet presAssocID="{7A0255E8-AAE3-47FC-A201-D59158606808}" presName="spacer" presStyleCnt="0"/>
      <dgm:spPr/>
    </dgm:pt>
    <dgm:pt modelId="{898AB5CD-0FB8-40E5-8EF9-DE0AD1D66FF4}" type="pres">
      <dgm:prSet presAssocID="{BA0C6F10-36BD-4B7E-855F-AD76B457B7B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F8C8315-78CA-49D2-A408-855BBD72BD88}" srcId="{44489292-00F1-4287-B826-84AA4E479EC3}" destId="{7C967AFB-6950-47C4-B9DE-ED73E04F9894}" srcOrd="2" destOrd="0" parTransId="{7CC2AB02-2316-496D-8080-2D731540E939}" sibTransId="{01550834-3F09-44F9-B39F-4AEB2ED06E51}"/>
    <dgm:cxn modelId="{2E1CF917-84B2-4564-9F36-1C5245A2F669}" srcId="{44489292-00F1-4287-B826-84AA4E479EC3}" destId="{8F195733-821C-4AA1-9AEF-DE10F0E002A5}" srcOrd="0" destOrd="0" parTransId="{DD2A2BE9-2B82-40FE-889B-59AA80C8D054}" sibTransId="{48079DA7-22D7-4727-B0C2-D4D51DA6C417}"/>
    <dgm:cxn modelId="{525C481A-88B9-44A8-8625-9E96E9218B2D}" type="presOf" srcId="{8F195733-821C-4AA1-9AEF-DE10F0E002A5}" destId="{506DC1CE-6CD3-485F-B3B5-72D5E5AFB37D}" srcOrd="0" destOrd="0" presId="urn:microsoft.com/office/officeart/2005/8/layout/vList2"/>
    <dgm:cxn modelId="{E96FBE2E-DB32-43A4-9756-C8D1290E4CCA}" srcId="{44489292-00F1-4287-B826-84AA4E479EC3}" destId="{8CC0220C-5BAA-4F87-9A31-43844143AC57}" srcOrd="1" destOrd="0" parTransId="{6DABD7CD-38B7-4082-8E92-398CE3B478BB}" sibTransId="{2D5FD4DB-6D8C-48C8-9B7A-A0ABC5B6159D}"/>
    <dgm:cxn modelId="{EBEBCB34-261C-44A5-8B28-DDDFE82CAA9E}" type="presOf" srcId="{8CC0220C-5BAA-4F87-9A31-43844143AC57}" destId="{2C3B4FEA-4AE9-4E21-882C-04F336CF623A}" srcOrd="0" destOrd="0" presId="urn:microsoft.com/office/officeart/2005/8/layout/vList2"/>
    <dgm:cxn modelId="{F6135160-73D3-4CE4-BCAD-51DC9FAD9A74}" srcId="{44489292-00F1-4287-B826-84AA4E479EC3}" destId="{BA0C6F10-36BD-4B7E-855F-AD76B457B7B0}" srcOrd="4" destOrd="0" parTransId="{EB62F8C2-F1FF-4D1A-A090-7A48F38B9072}" sibTransId="{B8AB7799-15DD-441E-A198-E2DAAE507AE5}"/>
    <dgm:cxn modelId="{2151CA65-9CD4-44CD-A287-9A7293FAED43}" type="presOf" srcId="{44489292-00F1-4287-B826-84AA4E479EC3}" destId="{2D62A581-ED50-4820-80DC-BED23F594B1B}" srcOrd="0" destOrd="0" presId="urn:microsoft.com/office/officeart/2005/8/layout/vList2"/>
    <dgm:cxn modelId="{E38A7D4D-8085-491D-8D60-DB6BA3C52CC0}" type="presOf" srcId="{18226A77-A6E8-450F-8CED-0FFA84F54F49}" destId="{CA20CB27-767E-45C4-8215-D7C44551F835}" srcOrd="0" destOrd="0" presId="urn:microsoft.com/office/officeart/2005/8/layout/vList2"/>
    <dgm:cxn modelId="{E5ECCC58-F2A5-407B-9DCA-5C609ACAC95C}" type="presOf" srcId="{BA0C6F10-36BD-4B7E-855F-AD76B457B7B0}" destId="{898AB5CD-0FB8-40E5-8EF9-DE0AD1D66FF4}" srcOrd="0" destOrd="0" presId="urn:microsoft.com/office/officeart/2005/8/layout/vList2"/>
    <dgm:cxn modelId="{920ADDC9-D2CD-4652-8239-3435515FFE42}" srcId="{44489292-00F1-4287-B826-84AA4E479EC3}" destId="{18226A77-A6E8-450F-8CED-0FFA84F54F49}" srcOrd="3" destOrd="0" parTransId="{0CF2EA4F-62EB-44DF-A1DE-E665090605E7}" sibTransId="{7A0255E8-AAE3-47FC-A201-D59158606808}"/>
    <dgm:cxn modelId="{90B988CB-C953-4B5D-AA66-F251F6209F5B}" type="presOf" srcId="{7C967AFB-6950-47C4-B9DE-ED73E04F9894}" destId="{D9200723-9461-415B-ACF7-5E2C0A96492B}" srcOrd="0" destOrd="0" presId="urn:microsoft.com/office/officeart/2005/8/layout/vList2"/>
    <dgm:cxn modelId="{07A4ED9D-C4CB-40EA-ABF7-8017D9F9FBEF}" type="presParOf" srcId="{2D62A581-ED50-4820-80DC-BED23F594B1B}" destId="{506DC1CE-6CD3-485F-B3B5-72D5E5AFB37D}" srcOrd="0" destOrd="0" presId="urn:microsoft.com/office/officeart/2005/8/layout/vList2"/>
    <dgm:cxn modelId="{13F76F7B-F9E9-48BB-98BD-033EC6FAEB2B}" type="presParOf" srcId="{2D62A581-ED50-4820-80DC-BED23F594B1B}" destId="{1135FA82-65F6-4A27-9714-EB10106104F7}" srcOrd="1" destOrd="0" presId="urn:microsoft.com/office/officeart/2005/8/layout/vList2"/>
    <dgm:cxn modelId="{22475651-212A-48BA-A0F9-788C78897E04}" type="presParOf" srcId="{2D62A581-ED50-4820-80DC-BED23F594B1B}" destId="{2C3B4FEA-4AE9-4E21-882C-04F336CF623A}" srcOrd="2" destOrd="0" presId="urn:microsoft.com/office/officeart/2005/8/layout/vList2"/>
    <dgm:cxn modelId="{09707E49-3F80-4028-A702-B19D149FB17D}" type="presParOf" srcId="{2D62A581-ED50-4820-80DC-BED23F594B1B}" destId="{55594E0C-C6E6-486F-8109-A600B2D7D1C1}" srcOrd="3" destOrd="0" presId="urn:microsoft.com/office/officeart/2005/8/layout/vList2"/>
    <dgm:cxn modelId="{F58075F5-5BD9-4AE5-BE80-08974B74603E}" type="presParOf" srcId="{2D62A581-ED50-4820-80DC-BED23F594B1B}" destId="{D9200723-9461-415B-ACF7-5E2C0A96492B}" srcOrd="4" destOrd="0" presId="urn:microsoft.com/office/officeart/2005/8/layout/vList2"/>
    <dgm:cxn modelId="{8819243D-9C7A-4650-BCA7-E49A1AD6CB85}" type="presParOf" srcId="{2D62A581-ED50-4820-80DC-BED23F594B1B}" destId="{D2453664-BEB9-4A11-8F62-C4C92244E9F6}" srcOrd="5" destOrd="0" presId="urn:microsoft.com/office/officeart/2005/8/layout/vList2"/>
    <dgm:cxn modelId="{F234FFB4-61F1-4A72-8C3E-886AA125548B}" type="presParOf" srcId="{2D62A581-ED50-4820-80DC-BED23F594B1B}" destId="{CA20CB27-767E-45C4-8215-D7C44551F835}" srcOrd="6" destOrd="0" presId="urn:microsoft.com/office/officeart/2005/8/layout/vList2"/>
    <dgm:cxn modelId="{F3725279-0C49-4B77-8D19-91E7889159FB}" type="presParOf" srcId="{2D62A581-ED50-4820-80DC-BED23F594B1B}" destId="{553B7036-7C9E-4A6B-92CD-E3AA349B4E90}" srcOrd="7" destOrd="0" presId="urn:microsoft.com/office/officeart/2005/8/layout/vList2"/>
    <dgm:cxn modelId="{223FC846-9163-4570-9A3F-A2BE5035E014}" type="presParOf" srcId="{2D62A581-ED50-4820-80DC-BED23F594B1B}" destId="{898AB5CD-0FB8-40E5-8EF9-DE0AD1D66FF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46DE99-DE36-4ACE-B8F4-96F92AA33A50}">
      <dsp:nvSpPr>
        <dsp:cNvPr id="0" name=""/>
        <dsp:cNvSpPr/>
      </dsp:nvSpPr>
      <dsp:spPr>
        <a:xfrm>
          <a:off x="0" y="0"/>
          <a:ext cx="8412480" cy="10308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Decreased iron in body</a:t>
          </a:r>
        </a:p>
      </dsp:txBody>
      <dsp:txXfrm>
        <a:off x="30192" y="30192"/>
        <a:ext cx="7213021" cy="970452"/>
      </dsp:txXfrm>
    </dsp:sp>
    <dsp:sp modelId="{0BB774D5-5999-4CB3-90C8-5BD939A2026B}">
      <dsp:nvSpPr>
        <dsp:cNvPr id="0" name=""/>
        <dsp:cNvSpPr/>
      </dsp:nvSpPr>
      <dsp:spPr>
        <a:xfrm>
          <a:off x="704545" y="1218261"/>
          <a:ext cx="8412480" cy="10308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Decreased haemoglobin in blood</a:t>
          </a:r>
        </a:p>
      </dsp:txBody>
      <dsp:txXfrm>
        <a:off x="734737" y="1248453"/>
        <a:ext cx="6977507" cy="970452"/>
      </dsp:txXfrm>
    </dsp:sp>
    <dsp:sp modelId="{CA8A11A0-D894-4B00-BF83-48A0FBEBCED1}">
      <dsp:nvSpPr>
        <dsp:cNvPr id="0" name=""/>
        <dsp:cNvSpPr/>
      </dsp:nvSpPr>
      <dsp:spPr>
        <a:xfrm>
          <a:off x="1398574" y="2436522"/>
          <a:ext cx="8412480" cy="10308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Decreased red blood cells</a:t>
          </a:r>
        </a:p>
      </dsp:txBody>
      <dsp:txXfrm>
        <a:off x="1428766" y="2466714"/>
        <a:ext cx="6988022" cy="970452"/>
      </dsp:txXfrm>
    </dsp:sp>
    <dsp:sp modelId="{4682B77F-EDC2-4935-B2CE-0F2B11DF1FE6}">
      <dsp:nvSpPr>
        <dsp:cNvPr id="0" name=""/>
        <dsp:cNvSpPr/>
      </dsp:nvSpPr>
      <dsp:spPr>
        <a:xfrm>
          <a:off x="2103119" y="3654783"/>
          <a:ext cx="8412480" cy="10308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Reduction in oxygen carrying capacity of blood</a:t>
          </a:r>
        </a:p>
      </dsp:txBody>
      <dsp:txXfrm>
        <a:off x="2133311" y="3684975"/>
        <a:ext cx="6977507" cy="970452"/>
      </dsp:txXfrm>
    </dsp:sp>
    <dsp:sp modelId="{38BA2F7F-F879-4526-82D3-9C5DF5071333}">
      <dsp:nvSpPr>
        <dsp:cNvPr id="0" name=""/>
        <dsp:cNvSpPr/>
      </dsp:nvSpPr>
      <dsp:spPr>
        <a:xfrm>
          <a:off x="7742436" y="789526"/>
          <a:ext cx="670043" cy="6700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7893196" y="789526"/>
        <a:ext cx="368523" cy="504207"/>
      </dsp:txXfrm>
    </dsp:sp>
    <dsp:sp modelId="{1BF6A04B-4616-45AE-98D8-AC8016114F80}">
      <dsp:nvSpPr>
        <dsp:cNvPr id="0" name=""/>
        <dsp:cNvSpPr/>
      </dsp:nvSpPr>
      <dsp:spPr>
        <a:xfrm>
          <a:off x="8446981" y="2007788"/>
          <a:ext cx="670043" cy="67004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8597741" y="2007788"/>
        <a:ext cx="368523" cy="504207"/>
      </dsp:txXfrm>
    </dsp:sp>
    <dsp:sp modelId="{C8B7B368-8433-4B13-820F-0EEE575A4991}">
      <dsp:nvSpPr>
        <dsp:cNvPr id="0" name=""/>
        <dsp:cNvSpPr/>
      </dsp:nvSpPr>
      <dsp:spPr>
        <a:xfrm>
          <a:off x="9141011" y="3226049"/>
          <a:ext cx="670043" cy="670043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9291771" y="3226049"/>
        <a:ext cx="368523" cy="5042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AC032B-0833-4B59-9E21-7CFC8ABFBC58}">
      <dsp:nvSpPr>
        <dsp:cNvPr id="0" name=""/>
        <dsp:cNvSpPr/>
      </dsp:nvSpPr>
      <dsp:spPr>
        <a:xfrm>
          <a:off x="1" y="2638"/>
          <a:ext cx="4992003" cy="54442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Abortions</a:t>
          </a:r>
          <a:endParaRPr lang="en-IN" sz="2400" kern="1200" dirty="0"/>
        </a:p>
      </dsp:txBody>
      <dsp:txXfrm>
        <a:off x="1" y="2638"/>
        <a:ext cx="4992003" cy="544422"/>
      </dsp:txXfrm>
    </dsp:sp>
    <dsp:sp modelId="{ACD756F9-1A67-4567-8119-9B85AD376C32}">
      <dsp:nvSpPr>
        <dsp:cNvPr id="0" name=""/>
        <dsp:cNvSpPr/>
      </dsp:nvSpPr>
      <dsp:spPr>
        <a:xfrm>
          <a:off x="13494" y="565479"/>
          <a:ext cx="4965016" cy="366571"/>
        </a:xfrm>
        <a:prstGeom prst="rect">
          <a:avLst/>
        </a:prstGeom>
        <a:solidFill>
          <a:schemeClr val="accent5">
            <a:hueOff val="138281"/>
            <a:satOff val="1570"/>
            <a:lumOff val="14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Improper development of </a:t>
          </a:r>
          <a:r>
            <a:rPr lang="en-IN" sz="2400" kern="1200" dirty="0" err="1"/>
            <a:t>fetus</a:t>
          </a:r>
          <a:endParaRPr lang="en-IN" sz="2400" kern="1200" dirty="0"/>
        </a:p>
      </dsp:txBody>
      <dsp:txXfrm>
        <a:off x="13494" y="565479"/>
        <a:ext cx="4965016" cy="366571"/>
      </dsp:txXfrm>
    </dsp:sp>
    <dsp:sp modelId="{855B9DE4-E099-4A8F-9195-14DA361B19AF}">
      <dsp:nvSpPr>
        <dsp:cNvPr id="0" name=""/>
        <dsp:cNvSpPr/>
      </dsp:nvSpPr>
      <dsp:spPr>
        <a:xfrm>
          <a:off x="6" y="950469"/>
          <a:ext cx="4991992" cy="487938"/>
        </a:xfrm>
        <a:prstGeom prst="rect">
          <a:avLst/>
        </a:prstGeom>
        <a:solidFill>
          <a:schemeClr val="accent5">
            <a:hueOff val="276562"/>
            <a:satOff val="3140"/>
            <a:lumOff val="2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Increased rate of infections</a:t>
          </a:r>
          <a:endParaRPr lang="en-IN" sz="2400" kern="1200" dirty="0"/>
        </a:p>
      </dsp:txBody>
      <dsp:txXfrm>
        <a:off x="6" y="950469"/>
        <a:ext cx="4991992" cy="487938"/>
      </dsp:txXfrm>
    </dsp:sp>
    <dsp:sp modelId="{A71D1799-A5EC-47A6-A265-6412161DFF20}">
      <dsp:nvSpPr>
        <dsp:cNvPr id="0" name=""/>
        <dsp:cNvSpPr/>
      </dsp:nvSpPr>
      <dsp:spPr>
        <a:xfrm>
          <a:off x="2" y="1456827"/>
          <a:ext cx="4992000" cy="345684"/>
        </a:xfrm>
        <a:prstGeom prst="rect">
          <a:avLst/>
        </a:prstGeom>
        <a:solidFill>
          <a:schemeClr val="accent5">
            <a:hueOff val="414843"/>
            <a:satOff val="4710"/>
            <a:lumOff val="42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Pre-eclampsia</a:t>
          </a:r>
          <a:endParaRPr lang="en-IN" sz="2400" kern="1200" dirty="0"/>
        </a:p>
      </dsp:txBody>
      <dsp:txXfrm>
        <a:off x="2" y="1456827"/>
        <a:ext cx="4992000" cy="345684"/>
      </dsp:txXfrm>
    </dsp:sp>
    <dsp:sp modelId="{A3DEF058-A8BA-4526-8389-D87E817404E2}">
      <dsp:nvSpPr>
        <dsp:cNvPr id="0" name=""/>
        <dsp:cNvSpPr/>
      </dsp:nvSpPr>
      <dsp:spPr>
        <a:xfrm>
          <a:off x="30946" y="1820930"/>
          <a:ext cx="4930113" cy="412626"/>
        </a:xfrm>
        <a:prstGeom prst="rect">
          <a:avLst/>
        </a:prstGeom>
        <a:solidFill>
          <a:schemeClr val="accent5">
            <a:hueOff val="553124"/>
            <a:satOff val="6280"/>
            <a:lumOff val="5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Premature rupture of membranes</a:t>
          </a:r>
          <a:endParaRPr lang="en-IN" sz="2400" kern="1200" dirty="0"/>
        </a:p>
      </dsp:txBody>
      <dsp:txXfrm>
        <a:off x="30946" y="1820930"/>
        <a:ext cx="4930113" cy="412626"/>
      </dsp:txXfrm>
    </dsp:sp>
    <dsp:sp modelId="{27283124-55F2-4DBA-8121-D8E74E8F4AE1}">
      <dsp:nvSpPr>
        <dsp:cNvPr id="0" name=""/>
        <dsp:cNvSpPr/>
      </dsp:nvSpPr>
      <dsp:spPr>
        <a:xfrm>
          <a:off x="0" y="2251976"/>
          <a:ext cx="4992006" cy="533142"/>
        </a:xfrm>
        <a:prstGeom prst="rect">
          <a:avLst/>
        </a:prstGeom>
        <a:solidFill>
          <a:schemeClr val="accent5">
            <a:hueOff val="691405"/>
            <a:satOff val="7851"/>
            <a:lumOff val="71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Preterm labour</a:t>
          </a:r>
          <a:endParaRPr lang="en-IN" sz="2400" kern="1200" dirty="0"/>
        </a:p>
      </dsp:txBody>
      <dsp:txXfrm>
        <a:off x="0" y="2251976"/>
        <a:ext cx="4992006" cy="533142"/>
      </dsp:txXfrm>
    </dsp:sp>
    <dsp:sp modelId="{19A5A0D7-4A86-4462-9C41-7530D164F823}">
      <dsp:nvSpPr>
        <dsp:cNvPr id="0" name=""/>
        <dsp:cNvSpPr/>
      </dsp:nvSpPr>
      <dsp:spPr>
        <a:xfrm>
          <a:off x="14621" y="2803537"/>
          <a:ext cx="4962762" cy="360180"/>
        </a:xfrm>
        <a:prstGeom prst="rect">
          <a:avLst/>
        </a:prstGeom>
        <a:solidFill>
          <a:schemeClr val="accent5">
            <a:hueOff val="829686"/>
            <a:satOff val="9421"/>
            <a:lumOff val="8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Placental abruption</a:t>
          </a:r>
          <a:endParaRPr lang="en-IN" sz="2400" kern="1200" dirty="0"/>
        </a:p>
      </dsp:txBody>
      <dsp:txXfrm>
        <a:off x="14621" y="2803537"/>
        <a:ext cx="4962762" cy="360180"/>
      </dsp:txXfrm>
    </dsp:sp>
    <dsp:sp modelId="{0A55B47E-0E0C-497E-B369-8594A3735385}">
      <dsp:nvSpPr>
        <dsp:cNvPr id="0" name=""/>
        <dsp:cNvSpPr/>
      </dsp:nvSpPr>
      <dsp:spPr>
        <a:xfrm>
          <a:off x="1" y="3182137"/>
          <a:ext cx="4992002" cy="620938"/>
        </a:xfrm>
        <a:prstGeom prst="rect">
          <a:avLst/>
        </a:prstGeom>
        <a:solidFill>
          <a:schemeClr val="accent5">
            <a:hueOff val="967967"/>
            <a:satOff val="10991"/>
            <a:lumOff val="995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Postpartum haemorrhage</a:t>
          </a:r>
          <a:endParaRPr lang="en-IN" sz="2400" kern="1200" dirty="0"/>
        </a:p>
      </dsp:txBody>
      <dsp:txXfrm>
        <a:off x="1" y="3182137"/>
        <a:ext cx="4992002" cy="620938"/>
      </dsp:txXfrm>
    </dsp:sp>
    <dsp:sp modelId="{60F18308-D979-4453-9AE9-0F3C3562F9D3}">
      <dsp:nvSpPr>
        <dsp:cNvPr id="0" name=""/>
        <dsp:cNvSpPr/>
      </dsp:nvSpPr>
      <dsp:spPr>
        <a:xfrm>
          <a:off x="4" y="3821494"/>
          <a:ext cx="4991997" cy="541073"/>
        </a:xfrm>
        <a:prstGeom prst="rect">
          <a:avLst/>
        </a:prstGeom>
        <a:solidFill>
          <a:schemeClr val="accent5">
            <a:hueOff val="1106248"/>
            <a:satOff val="12561"/>
            <a:lumOff val="113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Puerperal sepsis</a:t>
          </a:r>
          <a:endParaRPr lang="en-IN" sz="2400" kern="1200" dirty="0"/>
        </a:p>
      </dsp:txBody>
      <dsp:txXfrm>
        <a:off x="4" y="3821494"/>
        <a:ext cx="4991997" cy="5410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AB9450-87C2-406C-8566-2CAABC4765DA}">
      <dsp:nvSpPr>
        <dsp:cNvPr id="0" name=""/>
        <dsp:cNvSpPr/>
      </dsp:nvSpPr>
      <dsp:spPr>
        <a:xfrm>
          <a:off x="0" y="0"/>
          <a:ext cx="3151187" cy="84225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Foetal Distress</a:t>
          </a:r>
          <a:endParaRPr lang="en-IN" sz="2400" kern="1200" dirty="0"/>
        </a:p>
      </dsp:txBody>
      <dsp:txXfrm>
        <a:off x="0" y="0"/>
        <a:ext cx="3151187" cy="842252"/>
      </dsp:txXfrm>
    </dsp:sp>
    <dsp:sp modelId="{23FEAB16-ADD4-45F1-86CC-880C7D79FA76}">
      <dsp:nvSpPr>
        <dsp:cNvPr id="0" name=""/>
        <dsp:cNvSpPr/>
      </dsp:nvSpPr>
      <dsp:spPr>
        <a:xfrm>
          <a:off x="0" y="865531"/>
          <a:ext cx="3151187" cy="842252"/>
        </a:xfrm>
        <a:prstGeom prst="rect">
          <a:avLst/>
        </a:prstGeom>
        <a:solidFill>
          <a:schemeClr val="accent5">
            <a:hueOff val="368749"/>
            <a:satOff val="4187"/>
            <a:lumOff val="37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Birth Asphyxia</a:t>
          </a:r>
          <a:endParaRPr lang="en-IN" sz="2400" kern="1200" dirty="0"/>
        </a:p>
      </dsp:txBody>
      <dsp:txXfrm>
        <a:off x="0" y="865531"/>
        <a:ext cx="3151187" cy="842252"/>
      </dsp:txXfrm>
    </dsp:sp>
    <dsp:sp modelId="{DB900688-1152-421D-87B7-B64B164C420E}">
      <dsp:nvSpPr>
        <dsp:cNvPr id="0" name=""/>
        <dsp:cNvSpPr/>
      </dsp:nvSpPr>
      <dsp:spPr>
        <a:xfrm>
          <a:off x="0" y="1707784"/>
          <a:ext cx="3151187" cy="842252"/>
        </a:xfrm>
        <a:prstGeom prst="rect">
          <a:avLst/>
        </a:prstGeom>
        <a:solidFill>
          <a:schemeClr val="accent5">
            <a:hueOff val="737499"/>
            <a:satOff val="8374"/>
            <a:lumOff val="75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Low birth weight</a:t>
          </a:r>
          <a:endParaRPr lang="en-IN" sz="2400" kern="1200" dirty="0"/>
        </a:p>
      </dsp:txBody>
      <dsp:txXfrm>
        <a:off x="0" y="1707784"/>
        <a:ext cx="3151187" cy="842252"/>
      </dsp:txXfrm>
    </dsp:sp>
    <dsp:sp modelId="{D0A5D736-296C-4A87-84D3-14254D76F8A3}">
      <dsp:nvSpPr>
        <dsp:cNvPr id="0" name=""/>
        <dsp:cNvSpPr/>
      </dsp:nvSpPr>
      <dsp:spPr>
        <a:xfrm>
          <a:off x="0" y="2561819"/>
          <a:ext cx="3151187" cy="842252"/>
        </a:xfrm>
        <a:prstGeom prst="rect">
          <a:avLst/>
        </a:prstGeom>
        <a:solidFill>
          <a:schemeClr val="accent5">
            <a:hueOff val="1106248"/>
            <a:satOff val="12561"/>
            <a:lumOff val="113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Prematurity</a:t>
          </a:r>
          <a:endParaRPr lang="en-IN" sz="2400" kern="1200" dirty="0"/>
        </a:p>
      </dsp:txBody>
      <dsp:txXfrm>
        <a:off x="0" y="2561819"/>
        <a:ext cx="3151187" cy="8422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9B8EE-6857-4F97-8F21-DD1A00D823DA}">
      <dsp:nvSpPr>
        <dsp:cNvPr id="0" name=""/>
        <dsp:cNvSpPr/>
      </dsp:nvSpPr>
      <dsp:spPr>
        <a:xfrm>
          <a:off x="0" y="2291"/>
          <a:ext cx="4570549" cy="5398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Easy fatigue &amp; weakness</a:t>
          </a:r>
          <a:endParaRPr lang="en-IN" sz="2400" kern="1200" dirty="0"/>
        </a:p>
      </dsp:txBody>
      <dsp:txXfrm>
        <a:off x="26354" y="28645"/>
        <a:ext cx="4517841" cy="487160"/>
      </dsp:txXfrm>
    </dsp:sp>
    <dsp:sp modelId="{CB8AA05E-240A-40AF-B780-24F83433789A}">
      <dsp:nvSpPr>
        <dsp:cNvPr id="0" name=""/>
        <dsp:cNvSpPr/>
      </dsp:nvSpPr>
      <dsp:spPr>
        <a:xfrm>
          <a:off x="0" y="555448"/>
          <a:ext cx="4570549" cy="5398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Irregular Heartbeat</a:t>
          </a:r>
        </a:p>
      </dsp:txBody>
      <dsp:txXfrm>
        <a:off x="26354" y="581802"/>
        <a:ext cx="4517841" cy="487160"/>
      </dsp:txXfrm>
    </dsp:sp>
    <dsp:sp modelId="{0D801DF4-C4C0-4F08-AECA-802E483E6B6D}">
      <dsp:nvSpPr>
        <dsp:cNvPr id="0" name=""/>
        <dsp:cNvSpPr/>
      </dsp:nvSpPr>
      <dsp:spPr>
        <a:xfrm>
          <a:off x="0" y="1108606"/>
          <a:ext cx="4570549" cy="5398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Shortness of breath</a:t>
          </a:r>
          <a:endParaRPr lang="en-IN" sz="2400" kern="1200" dirty="0"/>
        </a:p>
      </dsp:txBody>
      <dsp:txXfrm>
        <a:off x="26354" y="1134960"/>
        <a:ext cx="4517841" cy="487160"/>
      </dsp:txXfrm>
    </dsp:sp>
    <dsp:sp modelId="{72ECC6BE-DFDF-49A6-BE1C-B049B1C10ED5}">
      <dsp:nvSpPr>
        <dsp:cNvPr id="0" name=""/>
        <dsp:cNvSpPr/>
      </dsp:nvSpPr>
      <dsp:spPr>
        <a:xfrm>
          <a:off x="0" y="1661763"/>
          <a:ext cx="4570549" cy="5398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Dizziness or light headedness</a:t>
          </a:r>
          <a:endParaRPr lang="en-IN" sz="2400" kern="1200" dirty="0"/>
        </a:p>
      </dsp:txBody>
      <dsp:txXfrm>
        <a:off x="26354" y="1688117"/>
        <a:ext cx="4517841" cy="487160"/>
      </dsp:txXfrm>
    </dsp:sp>
    <dsp:sp modelId="{13DA0E58-6802-4890-B802-6ADF85DC67CA}">
      <dsp:nvSpPr>
        <dsp:cNvPr id="0" name=""/>
        <dsp:cNvSpPr/>
      </dsp:nvSpPr>
      <dsp:spPr>
        <a:xfrm>
          <a:off x="0" y="2214920"/>
          <a:ext cx="4570549" cy="5398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Chest Pain</a:t>
          </a:r>
        </a:p>
      </dsp:txBody>
      <dsp:txXfrm>
        <a:off x="26354" y="2241274"/>
        <a:ext cx="4517841" cy="487160"/>
      </dsp:txXfrm>
    </dsp:sp>
    <dsp:sp modelId="{7F45ED19-AC78-4B31-8DD8-34245CE2130E}">
      <dsp:nvSpPr>
        <dsp:cNvPr id="0" name=""/>
        <dsp:cNvSpPr/>
      </dsp:nvSpPr>
      <dsp:spPr>
        <a:xfrm>
          <a:off x="0" y="2768077"/>
          <a:ext cx="4570549" cy="5398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/>
            <a:t>Cold hands and feet</a:t>
          </a:r>
          <a:endParaRPr lang="en-IN" sz="2400" kern="1200"/>
        </a:p>
      </dsp:txBody>
      <dsp:txXfrm>
        <a:off x="26354" y="2794431"/>
        <a:ext cx="4517841" cy="487160"/>
      </dsp:txXfrm>
    </dsp:sp>
    <dsp:sp modelId="{6D9E0002-AD15-414F-B33C-320ACE3F921D}">
      <dsp:nvSpPr>
        <dsp:cNvPr id="0" name=""/>
        <dsp:cNvSpPr/>
      </dsp:nvSpPr>
      <dsp:spPr>
        <a:xfrm>
          <a:off x="0" y="3321234"/>
          <a:ext cx="4570549" cy="5398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/>
            <a:t>Headache</a:t>
          </a:r>
          <a:endParaRPr lang="en-IN" sz="2400" kern="1200"/>
        </a:p>
      </dsp:txBody>
      <dsp:txXfrm>
        <a:off x="26354" y="3347588"/>
        <a:ext cx="4517841" cy="487160"/>
      </dsp:txXfrm>
    </dsp:sp>
    <dsp:sp modelId="{63D12E0B-E4E1-4C1C-BCEE-1390CBA84618}">
      <dsp:nvSpPr>
        <dsp:cNvPr id="0" name=""/>
        <dsp:cNvSpPr/>
      </dsp:nvSpPr>
      <dsp:spPr>
        <a:xfrm>
          <a:off x="0" y="3874392"/>
          <a:ext cx="4570549" cy="5398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Tingling sensation or leg cramps</a:t>
          </a:r>
          <a:endParaRPr lang="en-IN" sz="2400" kern="1200" dirty="0"/>
        </a:p>
      </dsp:txBody>
      <dsp:txXfrm>
        <a:off x="26354" y="3900746"/>
        <a:ext cx="4517841" cy="4871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6DC1CE-6CD3-485F-B3B5-72D5E5AFB37D}">
      <dsp:nvSpPr>
        <dsp:cNvPr id="0" name=""/>
        <dsp:cNvSpPr/>
      </dsp:nvSpPr>
      <dsp:spPr>
        <a:xfrm>
          <a:off x="0" y="13022"/>
          <a:ext cx="3654839" cy="887257"/>
        </a:xfrm>
        <a:prstGeom prst="roundRect">
          <a:avLst/>
        </a:prstGeom>
        <a:solidFill>
          <a:schemeClr val="accent5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Pallor of conjunctiva, skin, tongue </a:t>
          </a:r>
          <a:endParaRPr lang="en-IN" sz="2400" kern="1200" dirty="0"/>
        </a:p>
      </dsp:txBody>
      <dsp:txXfrm>
        <a:off x="43312" y="56334"/>
        <a:ext cx="3568215" cy="800633"/>
      </dsp:txXfrm>
    </dsp:sp>
    <dsp:sp modelId="{2C3B4FEA-4AE9-4E21-882C-04F336CF623A}">
      <dsp:nvSpPr>
        <dsp:cNvPr id="0" name=""/>
        <dsp:cNvSpPr/>
      </dsp:nvSpPr>
      <dsp:spPr>
        <a:xfrm>
          <a:off x="0" y="909683"/>
          <a:ext cx="3654839" cy="887257"/>
        </a:xfrm>
        <a:prstGeom prst="roundRect">
          <a:avLst/>
        </a:prstGeom>
        <a:solidFill>
          <a:schemeClr val="accent5">
            <a:alpha val="90000"/>
            <a:hueOff val="0"/>
            <a:satOff val="0"/>
            <a:lumOff val="0"/>
            <a:alphaOff val="-1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Inflamed tongue (glossitis)</a:t>
          </a:r>
          <a:endParaRPr lang="en-IN" sz="2400" kern="1200" dirty="0"/>
        </a:p>
      </dsp:txBody>
      <dsp:txXfrm>
        <a:off x="43312" y="952995"/>
        <a:ext cx="3568215" cy="800633"/>
      </dsp:txXfrm>
    </dsp:sp>
    <dsp:sp modelId="{D9200723-9461-415B-ACF7-5E2C0A96492B}">
      <dsp:nvSpPr>
        <dsp:cNvPr id="0" name=""/>
        <dsp:cNvSpPr/>
      </dsp:nvSpPr>
      <dsp:spPr>
        <a:xfrm>
          <a:off x="0" y="1806115"/>
          <a:ext cx="3654839" cy="887257"/>
        </a:xfrm>
        <a:prstGeom prst="roundRect">
          <a:avLst/>
        </a:prstGeom>
        <a:solidFill>
          <a:schemeClr val="accent5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Inflamed mouth (stomatitis)</a:t>
          </a:r>
          <a:endParaRPr lang="en-IN" sz="2400" kern="1200" dirty="0"/>
        </a:p>
      </dsp:txBody>
      <dsp:txXfrm>
        <a:off x="43312" y="1849427"/>
        <a:ext cx="3568215" cy="800633"/>
      </dsp:txXfrm>
    </dsp:sp>
    <dsp:sp modelId="{CA20CB27-767E-45C4-8215-D7C44551F835}">
      <dsp:nvSpPr>
        <dsp:cNvPr id="0" name=""/>
        <dsp:cNvSpPr/>
      </dsp:nvSpPr>
      <dsp:spPr>
        <a:xfrm>
          <a:off x="0" y="2705432"/>
          <a:ext cx="3654839" cy="887257"/>
        </a:xfrm>
        <a:prstGeom prst="roundRect">
          <a:avLst/>
        </a:prstGeom>
        <a:solidFill>
          <a:schemeClr val="accent5">
            <a:alpha val="90000"/>
            <a:hueOff val="0"/>
            <a:satOff val="0"/>
            <a:lumOff val="0"/>
            <a:alphaOff val="-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Brittle, pale nails </a:t>
          </a:r>
          <a:endParaRPr lang="en-IN" sz="2400" kern="1200" dirty="0"/>
        </a:p>
      </dsp:txBody>
      <dsp:txXfrm>
        <a:off x="43312" y="2748744"/>
        <a:ext cx="3568215" cy="800633"/>
      </dsp:txXfrm>
    </dsp:sp>
    <dsp:sp modelId="{898AB5CD-0FB8-40E5-8EF9-DE0AD1D66FF4}">
      <dsp:nvSpPr>
        <dsp:cNvPr id="0" name=""/>
        <dsp:cNvSpPr/>
      </dsp:nvSpPr>
      <dsp:spPr>
        <a:xfrm>
          <a:off x="0" y="3602372"/>
          <a:ext cx="3654839" cy="887257"/>
        </a:xfrm>
        <a:prstGeom prst="roundRect">
          <a:avLst/>
        </a:prstGeom>
        <a:solidFill>
          <a:schemeClr val="accent5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Generalized swelling</a:t>
          </a:r>
          <a:endParaRPr lang="en-IN" sz="2400" kern="1200" dirty="0"/>
        </a:p>
      </dsp:txBody>
      <dsp:txXfrm>
        <a:off x="43312" y="3645684"/>
        <a:ext cx="3568215" cy="800633"/>
      </dsp:txXfrm>
    </dsp:sp>
  </dsp:spTree>
</dsp:drawing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B46732-557D-8FCF-2968-C78E8D821C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8EABF-2835-8D70-EFD7-D1352C4009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12733-6E4E-5DA1-F079-5AD524364E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B399E-D04A-9279-C9B6-F8A6209EEA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61D89-608A-42D6-B691-97ED446F6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607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2B1AF16-7E74-AB49-8480-890ED0DDD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3177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633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878764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emf"/><Relationship Id="rId3" Type="http://schemas.openxmlformats.org/officeDocument/2006/relationships/image" Target="../media/image11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Relationship Id="rId3" Type="http://schemas.openxmlformats.org/officeDocument/2006/relationships/image" Target="../media/image14.emf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8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FADFBB3-0010-AB5C-E186-10C2783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324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4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4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20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68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94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2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620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9771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589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solidFill>
                <a:srgbClr val="A9432B"/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US" b="1" dirty="0">
                <a:solidFill>
                  <a:srgbClr val="A9432B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36830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15442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951"/>
          <a:stretch/>
        </p:blipFill>
        <p:spPr bwMode="auto">
          <a:xfrm>
            <a:off x="5486400" y="1282700"/>
            <a:ext cx="914400" cy="549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533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241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6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55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60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796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3017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8045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8788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603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256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6130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6011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6128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157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63E1-6C3C-60C3-2789-C3E7E63F6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4D3A4-B23F-3B2E-408D-8DF1D8B0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80F2-B751-F031-B6FE-69EDC0E8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9BBD-9BBB-25A7-41D5-DCCA4205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78240-920C-58B3-614A-1F302EDC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28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5C77-9BC2-B192-4B16-4E9B70C0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B5D8-2228-37F5-E92F-100658DC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74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142B-386B-1737-E9C6-FAEC38AD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A76D0-7FA6-0F67-38CC-9AE4009EE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203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095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BD0-D992-87FA-F121-40EF7F15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9A1E-8425-AAAC-A4EF-5C14EDE75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33098-65DF-716A-4270-8B037B243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AF85E-7457-56FC-7CCA-E5FA3279B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F51DF-B01D-B7B2-73C0-3B32809E3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710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ECCF-340C-CD3E-C2D5-8749FDE8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647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939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076A-4A60-1EF6-18EF-0CC70C4B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987A-C2F5-3E87-0B70-97263EDE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AEAAC-A628-9B86-3D98-554470387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73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FB26-0933-6834-6FB9-FFB7D9CD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292AD-78E9-3F9E-1AF3-9880D1B9F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F03C5-C56C-38EC-872B-1FD90EA6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5332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CEA1-ED6E-34C2-B846-352AD62A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26751-8CD1-BB97-ECE4-857D87C03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986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F36A2-1BA2-312B-1F1B-B56756E60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E123B-8F1C-5AF7-49CC-E82E7B50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0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3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62"/>
          <p:cNvGrpSpPr/>
          <p:nvPr/>
        </p:nvGrpSpPr>
        <p:grpSpPr>
          <a:xfrm>
            <a:off x="-6" y="54"/>
            <a:ext cx="9429907" cy="1769753"/>
            <a:chOff x="-4" y="40"/>
            <a:chExt cx="7072430" cy="1327315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" name="Shape 64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" name="Shape 6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" name="Shape 70"/>
          <p:cNvGrpSpPr/>
          <p:nvPr/>
        </p:nvGrpSpPr>
        <p:grpSpPr>
          <a:xfrm>
            <a:off x="9262456" y="5963632"/>
            <a:ext cx="2937107" cy="894393"/>
            <a:chOff x="5575242" y="4472723"/>
            <a:chExt cx="2202830" cy="670795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6" name="Shape 7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7" name="Shape 7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3232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2pPr>
            <a:lvl3pPr marL="1828754" lvl="2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3pPr>
            <a:lvl4pPr marL="2438339" lvl="3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4pPr>
            <a:lvl5pPr marL="3047924" lvl="4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5pPr>
            <a:lvl6pPr marL="3657509" lvl="5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6pPr>
            <a:lvl7pPr marL="4267093" lvl="6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7pPr>
            <a:lvl8pPr marL="4876678" lvl="7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8pPr>
            <a:lvl9pPr marL="5486263" lvl="8" indent="-507987">
              <a:spcBef>
                <a:spcPts val="1333"/>
              </a:spcBef>
              <a:spcAft>
                <a:spcPts val="1333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54870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DD0829-95D3-46D8-B093-1413418E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6C835F-8A38-40CA-AD16-1AC58DCCF624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C412C6-39F5-496E-BCF2-BBC24EBFE035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B64A70-1DD2-468E-A83F-96EFAC819EF3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D3495B4-D984-4156-B4D8-0E6BDBEBDF5A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340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FEF7DE1-51DA-4A3C-9EA8-305BF43A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818502-EE7D-47C5-BAC6-32E7714A0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30680"/>
            <a:ext cx="11414754" cy="45462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2BCD-4510-4937-9C1E-F95F6544E965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22E42A-9523-4852-99DB-67E76B0D404D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DDE1E1-2256-42EE-8EA5-A7A3D716556A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E4FA80-BAA4-4EE2-BE37-23B240E6BBE0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46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3417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526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206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83940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92634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9F88-86E9-5CC4-3D6C-657D402BE1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29D42-6E05-6030-F80E-A6FABF9DC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2187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0764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6725-11C7-8AC7-11E5-AAC81764F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8B3E4-BD1E-2992-E55E-6E6220681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0839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615A-0748-F8E8-2B93-7AC67AD50D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9835-CA8A-4EF0-5B61-52276E32F0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6D794-E860-6C81-5A60-35231154E1D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83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5897-1ECD-873E-84D3-41BFF8AF3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CCF8A-8FFE-B9BF-52CE-5454D38EE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978-03DA-B019-265D-0BAE5354617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1E5E9-54B5-1CB7-85AA-72865A708F4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8F26A-AB96-0F7E-6D39-692237F77A5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017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DE27-564F-909C-2474-F9B9D491AB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36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7205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1298-7628-BFDD-D448-3ED5060CF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A0D2-6B79-78A9-264D-4051A8817D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D71C3-71E0-D242-A6AD-90036E7E37A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A37B5-D886-E370-2885-12BA7BE9B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D2DA2-D24D-6A82-7B14-AE6FABFF30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E9A08-69FE-3525-F234-68C458DA82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1850F8-7832-4952-B4BD-14C3E99DE1D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08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82B1-7FB7-0AD0-C6A5-0AB70BAF6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0B88E-3309-371B-8826-D39EB1724CD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53A5-672B-38C1-1923-B1F2ACB1B6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8569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396-7FE9-DBA8-015B-F373BB56C7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18F8A-332B-1E08-CA2B-8890CB0E4CF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330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5EEB9-6A47-2E58-EC44-0FA558BC00E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7C5A-CAC2-FCA2-7F34-F582BBEE026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03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D53AEF42-15E7-649A-BE0F-3BDA462B102A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551297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7451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3CC45D23-C112-4CD7-62D5-4A6E79A1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8985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36CA3EB-8B7D-F2D9-5F80-59E1BB963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5064349" cy="2482852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1AB2C8-8615-D21C-243F-5F34F55C76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57550"/>
            <a:ext cx="5064349" cy="385767"/>
          </a:xfrm>
        </p:spPr>
        <p:txBody>
          <a:bodyPr>
            <a:noAutofit/>
          </a:bodyPr>
          <a:lstStyle>
            <a:lvl1pPr marL="0" indent="0">
              <a:buNone/>
              <a:defRPr b="1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6EDFD50-C74E-C5A3-69E8-3B0FAC2823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3657600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A1A0F650-68B9-562D-8D12-B3A867861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78012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A1F6C06-3DAF-30D4-CED4-9CD4BC33DD7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21FE4-21AC-7C61-C60B-9B41566BD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107EA4-A580-208A-18B3-1347912116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86B1D2C4-9FDE-0681-35D2-67C0F95881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1161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13006703-B28E-F11B-D929-1081890B8289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34227F-2ACD-4335-5633-346161E3F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9332E11-87B4-67B6-3231-AF88218A36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59DD7D8-489B-89CE-AE41-0F432FA4A7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93571DC0-72B7-89C4-3E34-22F617D15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453733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9A45FBA7-6C8A-BCA8-BC2D-72EADDA9C099}"/>
              </a:ext>
            </a:extLst>
          </p:cNvPr>
          <p:cNvSpPr/>
          <p:nvPr/>
        </p:nvSpPr>
        <p:spPr>
          <a:xfrm>
            <a:off x="0" y="0"/>
            <a:ext cx="7029449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428"/>
              <a:gd name="f7" fmla="val 4320"/>
              <a:gd name="f8" fmla="val 4150"/>
              <a:gd name="f9" fmla="val 4333"/>
              <a:gd name="f10" fmla="val 3814"/>
              <a:gd name="f11" fmla="val 3278"/>
              <a:gd name="f12" fmla="val 2715"/>
              <a:gd name="f13" fmla="val 1447"/>
              <a:gd name="f14" fmla="val 3970"/>
              <a:gd name="f15" fmla="val 524"/>
              <a:gd name="f16" fmla="val 3271"/>
              <a:gd name="f17" fmla="+- 0 0 -90"/>
              <a:gd name="f18" fmla="*/ f3 1 4428"/>
              <a:gd name="f19" fmla="*/ f4 1 4320"/>
              <a:gd name="f20" fmla="+- f7 0 f5"/>
              <a:gd name="f21" fmla="+- f6 0 f5"/>
              <a:gd name="f22" fmla="*/ f17 f0 1"/>
              <a:gd name="f23" fmla="*/ f21 1 4428"/>
              <a:gd name="f24" fmla="*/ f20 1 4320"/>
              <a:gd name="f25" fmla="*/ 0 f21 1"/>
              <a:gd name="f26" fmla="*/ 4320 f20 1"/>
              <a:gd name="f27" fmla="*/ 4150 f21 1"/>
              <a:gd name="f28" fmla="*/ 4428 f21 1"/>
              <a:gd name="f29" fmla="*/ 2715 f20 1"/>
              <a:gd name="f30" fmla="*/ 3271 f21 1"/>
              <a:gd name="f31" fmla="*/ 0 f20 1"/>
              <a:gd name="f32" fmla="*/ f22 1 f2"/>
              <a:gd name="f33" fmla="*/ f25 1 4428"/>
              <a:gd name="f34" fmla="*/ f26 1 4320"/>
              <a:gd name="f35" fmla="*/ f27 1 4428"/>
              <a:gd name="f36" fmla="*/ f28 1 4428"/>
              <a:gd name="f37" fmla="*/ f29 1 4320"/>
              <a:gd name="f38" fmla="*/ f30 1 4428"/>
              <a:gd name="f39" fmla="*/ f31 1 4320"/>
              <a:gd name="f40" fmla="*/ 0 1 f23"/>
              <a:gd name="f41" fmla="*/ f6 1 f23"/>
              <a:gd name="f42" fmla="*/ 0 1 f24"/>
              <a:gd name="f43" fmla="*/ f7 1 f24"/>
              <a:gd name="f44" fmla="+- f32 0 f1"/>
              <a:gd name="f45" fmla="*/ f33 1 f23"/>
              <a:gd name="f46" fmla="*/ f34 1 f24"/>
              <a:gd name="f47" fmla="*/ f35 1 f23"/>
              <a:gd name="f48" fmla="*/ f36 1 f23"/>
              <a:gd name="f49" fmla="*/ f37 1 f24"/>
              <a:gd name="f50" fmla="*/ f38 1 f23"/>
              <a:gd name="f51" fmla="*/ f39 1 f24"/>
              <a:gd name="f52" fmla="*/ f40 f18 1"/>
              <a:gd name="f53" fmla="*/ f41 f18 1"/>
              <a:gd name="f54" fmla="*/ f43 f19 1"/>
              <a:gd name="f55" fmla="*/ f42 f19 1"/>
              <a:gd name="f56" fmla="*/ f45 f18 1"/>
              <a:gd name="f57" fmla="*/ f46 f19 1"/>
              <a:gd name="f58" fmla="*/ f47 f18 1"/>
              <a:gd name="f59" fmla="*/ f48 f18 1"/>
              <a:gd name="f60" fmla="*/ f49 f19 1"/>
              <a:gd name="f61" fmla="*/ f50 f18 1"/>
              <a:gd name="f62" fmla="*/ f51 f1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6" y="f57"/>
              </a:cxn>
              <a:cxn ang="f44">
                <a:pos x="f58" y="f57"/>
              </a:cxn>
              <a:cxn ang="f44">
                <a:pos x="f59" y="f60"/>
              </a:cxn>
              <a:cxn ang="f44">
                <a:pos x="f61" y="f62"/>
              </a:cxn>
              <a:cxn ang="f44">
                <a:pos x="f56" y="f62"/>
              </a:cxn>
              <a:cxn ang="f44">
                <a:pos x="f56" y="f57"/>
              </a:cxn>
            </a:cxnLst>
            <a:rect l="f52" t="f55" r="f53" b="f54"/>
            <a:pathLst>
              <a:path w="4428" h="4320">
                <a:moveTo>
                  <a:pt x="f5" y="f7"/>
                </a:move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6" y="f11"/>
                  <a:pt x="f6" y="f12"/>
                </a:cubicBezTo>
                <a:cubicBezTo>
                  <a:pt x="f6" y="f13"/>
                  <a:pt x="f14" y="f15"/>
                  <a:pt x="f16" y="f5"/>
                </a:cubicBezTo>
                <a:cubicBezTo>
                  <a:pt x="f5" y="f5"/>
                  <a:pt x="f5" y="f5"/>
                  <a:pt x="f5" y="f5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BF3618-DAA6-10EB-423C-97C038864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1972854"/>
            <a:ext cx="5441539" cy="1401628"/>
          </a:xfrm>
        </p:spPr>
        <p:txBody>
          <a:bodyPr anchor="b"/>
          <a:lstStyle>
            <a:lvl1pPr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C92BA2-A637-A4A9-3337-346AF85654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81955"/>
            <a:ext cx="5441539" cy="145417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3400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22D4199-90D5-18E8-BD7B-13DA11943A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5032372"/>
            <a:ext cx="3803017" cy="9016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0493544F-A4AD-6882-0901-8CF58EC5EF5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AE8B770A-4B49-FE64-C2F6-C2E7ED80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116809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259E-702F-ED73-90BE-A6345F828F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2A64-D988-C1C4-C8A2-8CC0BD6DDED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394066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614C-625B-05B0-3B53-76601251CE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6167-0D7E-D130-B4D9-B71C887CE1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04996"/>
            <a:ext cx="9115717" cy="4271967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9080217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E5B143AE-91AF-3B47-44FE-63325EE1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204F10-954C-B383-07B0-27B2459E8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505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D64489-A629-32AD-A625-EE2CF20E4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3505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B1766-6724-1A5E-0B3D-8BA201C10FF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177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A99B41E-A7F3-FFDA-7BE6-5CF5A0FF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4370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489F9FF-30CD-C651-42AB-BCE11C8AE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6799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2B0095-F0FC-5CB7-D504-4804E5595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86799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D6655-6894-869A-86BC-2260156BB1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95478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C86076B-2C5A-8EAC-83E2-36529320FE2B}"/>
              </a:ext>
            </a:extLst>
          </p:cNvPr>
          <p:cNvSpPr/>
          <p:nvPr/>
        </p:nvSpPr>
        <p:spPr>
          <a:xfrm flipV="1">
            <a:off x="0" y="1693861"/>
            <a:ext cx="6199183" cy="516254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30"/>
              <a:gd name="f7" fmla="val 2856"/>
              <a:gd name="f8" fmla="val 2730"/>
              <a:gd name="f9" fmla="val 2244"/>
              <a:gd name="f10" fmla="val 3196"/>
              <a:gd name="f11" fmla="val 1836"/>
              <a:gd name="f12" fmla="val 1281"/>
              <a:gd name="f13" fmla="val 578"/>
              <a:gd name="f14" fmla="val 373"/>
              <a:gd name="f15" fmla="val 3410"/>
              <a:gd name="f16" fmla="val 181"/>
              <a:gd name="f17" fmla="val 3370"/>
              <a:gd name="f18" fmla="val 2664"/>
              <a:gd name="f19" fmla="val 311"/>
              <a:gd name="f20" fmla="val 2792"/>
              <a:gd name="f21" fmla="val 654"/>
              <a:gd name="f22" fmla="val 1029"/>
              <a:gd name="f23" fmla="val 1699"/>
              <a:gd name="f24" fmla="val 2266"/>
              <a:gd name="f25" fmla="val 2652"/>
              <a:gd name="f26" fmla="+- 0 0 -90"/>
              <a:gd name="f27" fmla="*/ f3 1 3430"/>
              <a:gd name="f28" fmla="*/ f4 1 2856"/>
              <a:gd name="f29" fmla="+- f7 0 f5"/>
              <a:gd name="f30" fmla="+- f6 0 f5"/>
              <a:gd name="f31" fmla="*/ f26 f0 1"/>
              <a:gd name="f32" fmla="*/ f30 1 3430"/>
              <a:gd name="f33" fmla="*/ f29 1 2856"/>
              <a:gd name="f34" fmla="*/ 2730 f30 1"/>
              <a:gd name="f35" fmla="*/ 2244 f29 1"/>
              <a:gd name="f36" fmla="*/ 3430 f30 1"/>
              <a:gd name="f37" fmla="*/ 578 f29 1"/>
              <a:gd name="f38" fmla="*/ 3370 f30 1"/>
              <a:gd name="f39" fmla="*/ 0 f29 1"/>
              <a:gd name="f40" fmla="*/ 0 f30 1"/>
              <a:gd name="f41" fmla="*/ 2664 f29 1"/>
              <a:gd name="f42" fmla="*/ 1029 f30 1"/>
              <a:gd name="f43" fmla="*/ 2856 f29 1"/>
              <a:gd name="f44" fmla="*/ f31 1 f2"/>
              <a:gd name="f45" fmla="*/ f34 1 3430"/>
              <a:gd name="f46" fmla="*/ f35 1 2856"/>
              <a:gd name="f47" fmla="*/ f36 1 3430"/>
              <a:gd name="f48" fmla="*/ f37 1 2856"/>
              <a:gd name="f49" fmla="*/ f38 1 3430"/>
              <a:gd name="f50" fmla="*/ f39 1 2856"/>
              <a:gd name="f51" fmla="*/ f40 1 3430"/>
              <a:gd name="f52" fmla="*/ f41 1 2856"/>
              <a:gd name="f53" fmla="*/ f42 1 3430"/>
              <a:gd name="f54" fmla="*/ f43 1 2856"/>
              <a:gd name="f55" fmla="*/ 0 1 f32"/>
              <a:gd name="f56" fmla="*/ f6 1 f32"/>
              <a:gd name="f57" fmla="*/ 0 1 f33"/>
              <a:gd name="f58" fmla="*/ f7 1 f33"/>
              <a:gd name="f59" fmla="+- f44 0 f1"/>
              <a:gd name="f60" fmla="*/ f45 1 f32"/>
              <a:gd name="f61" fmla="*/ f46 1 f33"/>
              <a:gd name="f62" fmla="*/ f47 1 f32"/>
              <a:gd name="f63" fmla="*/ f48 1 f33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f27 1"/>
              <a:gd name="f71" fmla="*/ f56 f27 1"/>
              <a:gd name="f72" fmla="*/ f58 f28 1"/>
              <a:gd name="f73" fmla="*/ f57 f28 1"/>
              <a:gd name="f74" fmla="*/ f60 f27 1"/>
              <a:gd name="f75" fmla="*/ f61 f28 1"/>
              <a:gd name="f76" fmla="*/ f62 f27 1"/>
              <a:gd name="f77" fmla="*/ f63 f28 1"/>
              <a:gd name="f78" fmla="*/ f64 f27 1"/>
              <a:gd name="f79" fmla="*/ f65 f28 1"/>
              <a:gd name="f80" fmla="*/ f66 f27 1"/>
              <a:gd name="f81" fmla="*/ f67 f28 1"/>
              <a:gd name="f82" fmla="*/ f68 f27 1"/>
              <a:gd name="f83" fmla="*/ f69 f2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9">
                <a:pos x="f74" y="f75"/>
              </a:cxn>
              <a:cxn ang="f59">
                <a:pos x="f76" y="f77"/>
              </a:cxn>
              <a:cxn ang="f59">
                <a:pos x="f78" y="f79"/>
              </a:cxn>
              <a:cxn ang="f59">
                <a:pos x="f80" y="f79"/>
              </a:cxn>
              <a:cxn ang="f59">
                <a:pos x="f80" y="f81"/>
              </a:cxn>
              <a:cxn ang="f59">
                <a:pos x="f82" y="f83"/>
              </a:cxn>
              <a:cxn ang="f59">
                <a:pos x="f74" y="f75"/>
              </a:cxn>
            </a:cxnLst>
            <a:rect l="f70" t="f73" r="f71" b="f72"/>
            <a:pathLst>
              <a:path w="3430" h="2856">
                <a:moveTo>
                  <a:pt x="f8" y="f9"/>
                </a:moveTo>
                <a:cubicBezTo>
                  <a:pt x="f10" y="f11"/>
                  <a:pt x="f6" y="f12"/>
                  <a:pt x="f6" y="f13"/>
                </a:cubicBezTo>
                <a:cubicBezTo>
                  <a:pt x="f6" y="f14"/>
                  <a:pt x="f15" y="f16"/>
                  <a:pt x="f17" y="f5"/>
                </a:cubicBezTo>
                <a:cubicBezTo>
                  <a:pt x="f5" y="f5"/>
                  <a:pt x="f5" y="f5"/>
                  <a:pt x="f5" y="f5"/>
                </a:cubicBezTo>
                <a:cubicBezTo>
                  <a:pt x="f5" y="f18"/>
                  <a:pt x="f5" y="f18"/>
                  <a:pt x="f5" y="f18"/>
                </a:cubicBezTo>
                <a:cubicBezTo>
                  <a:pt x="f19" y="f20"/>
                  <a:pt x="f21" y="f7"/>
                  <a:pt x="f22" y="f7"/>
                </a:cubicBezTo>
                <a:cubicBezTo>
                  <a:pt x="f23" y="f7"/>
                  <a:pt x="f24" y="f25"/>
                  <a:pt x="f8" y="f9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EE4A8-6D71-8D3F-99C4-30E678509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3285786"/>
            <a:ext cx="3940405" cy="1765935"/>
          </a:xfrm>
        </p:spPr>
        <p:txBody>
          <a:bodyPr anchor="ctr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55EB8B96-1EC1-0D30-1AEA-B67C189C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10" y="667292"/>
            <a:ext cx="5029200" cy="158741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1381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9FFE6A9D-9DFA-163F-0B05-B1A10BDCB0FE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68D608F-2C77-EBC3-000F-3688DEDE20BA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204BF0E-86B3-0AC7-86A5-76076993F1E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10875CF-F839-010B-6AA8-5B9A35A4E728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118CDCD-19D6-E720-96EB-8DF1FF08EBFD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0BDEC53-67BB-37A8-A028-AF5FF912F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5045302" cy="3155868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83547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F2FC-FFBC-C1E3-18D6-E053688A937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7037-7D5F-565C-C0EB-ADFC82C5C48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D5277-586F-A06E-F63F-C11DA979440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72403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41498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469D256-C4E1-049F-70F6-F0FFC9F4BC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2189649"/>
            <a:ext cx="4790971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6E9E0F-EFC3-2CA5-17F0-3361F00BF3C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2717797"/>
            <a:ext cx="4790971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B4838F-7C3A-7342-A52D-D768DEE352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49588" y="2189649"/>
            <a:ext cx="4810813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745CC02-1B8D-B157-5C55-252A9971901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749588" y="2717797"/>
            <a:ext cx="4810813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D665BB44-34F7-92F9-2ECE-83A2931589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620855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C828-298E-6489-860F-5E7F628162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52258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676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4454-F38F-ECD4-E78B-69E3A61C5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4911361" cy="11128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4DE0-7EEA-BB26-4322-A2231BF93FE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1913638"/>
            <a:ext cx="4911361" cy="4062953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  <a:lvl4pPr marL="1600200" lvl="3">
              <a:spcBef>
                <a:spcPts val="500"/>
              </a:spcBef>
              <a:defRPr sz="1400"/>
            </a:lvl4pPr>
            <a:lvl5pPr marL="2057400" lvl="4"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84ECFE9-D713-73CD-3593-4C160BCBEAC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651400" y="577855"/>
            <a:ext cx="4908782" cy="539874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7EE31EF4-70D1-765D-A02D-2B79972146C0}"/>
              </a:ext>
            </a:extLst>
          </p:cNvPr>
          <p:cNvCxnSpPr/>
          <p:nvPr/>
        </p:nvCxnSpPr>
        <p:spPr>
          <a:xfrm>
            <a:off x="631594" y="466728"/>
            <a:ext cx="4911370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3914998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A9289DC-0B5A-281E-F94C-3355F5FEA32D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D29F10A4-3003-6A8E-DD2F-1AC50675CF7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CB1E31-AAEB-FCC2-1024-CFCA573A6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1793238"/>
            <a:ext cx="5003797" cy="3032763"/>
          </a:xfrm>
        </p:spPr>
        <p:txBody>
          <a:bodyPr/>
          <a:lstStyle>
            <a:lvl1pPr marL="227008" indent="-227008"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80EE6758-3401-5374-CC7F-8A973E9B3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876124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E8B6C1FA-66B6-92FE-5021-22E90DEBBD7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CEA8223-8919-EF0F-97FB-5DC948C2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D63489-052E-D675-230C-DFDDA3660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574042"/>
            <a:ext cx="4053206" cy="2219962"/>
          </a:xfrm>
        </p:spPr>
        <p:txBody>
          <a:bodyPr/>
          <a:lstStyle>
            <a:lvl1pPr marL="177795" indent="-177795">
              <a:lnSpc>
                <a:spcPct val="85000"/>
              </a:lnSpc>
              <a:defRPr sz="2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0F25E0D5-B7A9-79AF-63C3-DA97BEE6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026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With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E1BE3A0-6E9C-FAE2-4937-F29181B7DF1B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14FC6A02-07D4-7F1D-8CAB-077859045BA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2B7DC527-6DCA-2DAC-BE3B-B0952A84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ED799A8-5F08-E0C5-B3F8-448FE50907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1593131"/>
            <a:ext cx="4505550" cy="3723409"/>
          </a:xfrm>
        </p:spPr>
        <p:txBody>
          <a:bodyPr>
            <a:noAutofit/>
          </a:bodyPr>
          <a:lstStyle>
            <a:lvl1pPr marL="0" indent="0">
              <a:spcBef>
                <a:spcPts val="3600"/>
              </a:spcBef>
              <a:buNone/>
              <a:defRPr sz="2600" b="1">
                <a:solidFill>
                  <a:srgbClr val="26CAD3"/>
                </a:solidFill>
              </a:defRPr>
            </a:lvl1pPr>
            <a:lvl2pPr marL="0" lvl="1" indent="0">
              <a:spcBef>
                <a:spcPts val="500"/>
              </a:spcBef>
              <a:buNone/>
              <a:defRPr sz="26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694431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AE90E54-69EA-62F1-6B19-0B1D7DC459B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C1175AAB-B76C-9555-1B1F-6FE700AB7398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F5BEFEE-49C1-6470-3BEC-ED28DBDD5962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CEC27E2-C79F-C54B-E6E1-51961365F8D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9F138A5-2143-004F-52E2-51EAB00A116C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711B4FB-BD90-EB99-4785-7E15FF910D7A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3C705C6F-1E94-3D54-BA75-6A38868350CE}"/>
              </a:ext>
            </a:extLst>
          </p:cNvPr>
          <p:cNvSpPr txBox="1"/>
          <p:nvPr/>
        </p:nvSpPr>
        <p:spPr>
          <a:xfrm>
            <a:off x="12191996" y="3410556"/>
            <a:ext cx="248080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Use Format Background 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to change the image fill</a:t>
            </a: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66501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623-D522-4E76-FEA3-00B921A81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939" y="2435678"/>
            <a:ext cx="5036460" cy="4240895"/>
          </a:xfrm>
        </p:spPr>
        <p:txBody>
          <a:bodyPr anchor="b"/>
          <a:lstStyle>
            <a:lvl1pPr>
              <a:lnSpc>
                <a:spcPct val="70000"/>
              </a:lnSpc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29681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oing Fo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69A3222-84FF-96B0-E72C-804C528BB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9" y="4492127"/>
            <a:ext cx="3398157" cy="18745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25702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993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6C6A-F3B0-333C-0042-2D427A3AE0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3E4A1-B078-DC24-5252-0722F585E2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88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6615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029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8663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85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3308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231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842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4320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238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844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2933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5236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63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4439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45864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0699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181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B273-FA87-7A3F-8C65-8D399BFA2E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196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A9A9B-6743-C0A9-B8D4-45ECC3738A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6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47284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4DB2-AEF5-FA68-AD5D-DC416CEA43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DD38-7548-CB47-0457-718913B0282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53597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D2C6-324D-E87D-F770-C0A370B85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082" y="4406905"/>
            <a:ext cx="10363196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D7232-1988-7A6A-FF97-767830DD6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3082" y="2906713"/>
            <a:ext cx="10363196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59695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CAA4-EB8A-3861-65E8-BF5305451C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9538D-76A6-D3DB-5612-4089D86A77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BD446-9109-6665-3EC0-E3A9E4D5654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97602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8596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69AD-071B-1607-48F6-6463F68FFB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15351-E1A6-9C65-E50E-D7B6E6AA4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3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91B4C-7C3D-872D-FD33-890988AFC5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09603" y="2174872"/>
            <a:ext cx="5386913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72F5C-9483-95D4-D9B6-93E41141E1E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61FBE-8B77-B88A-0989-D0220916707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93368" y="2174872"/>
            <a:ext cx="538903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9053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4CD3-F78C-5C0E-5F9D-DE90B2840D1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602725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2468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E841-3D85-E398-AC91-63A45AFD2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3048"/>
            <a:ext cx="4011079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1C70-843B-E9CF-0B74-9824E4CA97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766730" y="273048"/>
            <a:ext cx="681567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E528C-1978-18AC-ECD6-E6EDF8409A2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3" y="1435105"/>
            <a:ext cx="4011079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376950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E22-186E-04EB-DC96-C7F137F51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9720" y="4800600"/>
            <a:ext cx="73152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E461D-F8D9-F0F4-31FF-D616AE1332A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2389720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2458D-0CBF-9501-DA6E-EB4E5768761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89720" y="5367335"/>
            <a:ext cx="73152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6322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A22C-8BF9-576D-C7CB-D2909D55EED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4C73B-7C24-F600-9C21-B4F1AF72096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653340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E81D-45BD-1469-2436-CE0B6C554BD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2D4A7-4F02-CD87-649F-A6E810AAA1C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116413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5E47FBA-8F3D-E2D7-86B5-096785FDB1E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val f5"/>
              <a:gd name="f29" fmla="val f6"/>
              <a:gd name="f30" fmla="val f7"/>
              <a:gd name="f31" fmla="*/ f25 f0 1"/>
              <a:gd name="f32" fmla="+- f30 0 f28"/>
              <a:gd name="f33" fmla="+- f29 0 f28"/>
              <a:gd name="f34" fmla="*/ f31 1 f2"/>
              <a:gd name="f35" fmla="*/ f33 1 5867"/>
              <a:gd name="f36" fmla="*/ f32 1 4320"/>
              <a:gd name="f37" fmla="*/ 0 f33 1"/>
              <a:gd name="f38" fmla="*/ 0 f32 1"/>
              <a:gd name="f39" fmla="*/ 4320 f32 1"/>
              <a:gd name="f40" fmla="*/ 3187 f33 1"/>
              <a:gd name="f41" fmla="*/ 4630 f33 1"/>
              <a:gd name="f42" fmla="*/ 3063 f32 1"/>
              <a:gd name="f43" fmla="*/ 5669 f33 1"/>
              <a:gd name="f44" fmla="*/ 1003 f32 1"/>
              <a:gd name="f45" fmla="*/ 5867 f33 1"/>
              <a:gd name="f46" fmla="+- f34 0 f1"/>
              <a:gd name="f47" fmla="*/ f37 1 5867"/>
              <a:gd name="f48" fmla="*/ f38 1 4320"/>
              <a:gd name="f49" fmla="*/ f39 1 4320"/>
              <a:gd name="f50" fmla="*/ f40 1 5867"/>
              <a:gd name="f51" fmla="*/ f41 1 5867"/>
              <a:gd name="f52" fmla="*/ f42 1 4320"/>
              <a:gd name="f53" fmla="*/ f43 1 5867"/>
              <a:gd name="f54" fmla="*/ f44 1 4320"/>
              <a:gd name="f55" fmla="*/ f45 1 5867"/>
              <a:gd name="f56" fmla="*/ 0 1 f35"/>
              <a:gd name="f57" fmla="*/ f29 1 f35"/>
              <a:gd name="f58" fmla="*/ 0 1 f36"/>
              <a:gd name="f59" fmla="*/ f30 1 f36"/>
              <a:gd name="f60" fmla="*/ f47 1 f35"/>
              <a:gd name="f61" fmla="*/ f48 1 f36"/>
              <a:gd name="f62" fmla="*/ f49 1 f36"/>
              <a:gd name="f63" fmla="*/ f50 1 f35"/>
              <a:gd name="f64" fmla="*/ f51 1 f35"/>
              <a:gd name="f65" fmla="*/ f52 1 f36"/>
              <a:gd name="f66" fmla="*/ f53 1 f35"/>
              <a:gd name="f67" fmla="*/ f54 1 f36"/>
              <a:gd name="f68" fmla="*/ f55 1 f35"/>
              <a:gd name="f69" fmla="*/ f56 f26 1"/>
              <a:gd name="f70" fmla="*/ f57 f26 1"/>
              <a:gd name="f71" fmla="*/ f59 f27 1"/>
              <a:gd name="f72" fmla="*/ f58 f27 1"/>
              <a:gd name="f73" fmla="*/ f60 f26 1"/>
              <a:gd name="f74" fmla="*/ f61 f27 1"/>
              <a:gd name="f75" fmla="*/ f62 f27 1"/>
              <a:gd name="f76" fmla="*/ f63 f26 1"/>
              <a:gd name="f77" fmla="*/ f64 f26 1"/>
              <a:gd name="f78" fmla="*/ f65 f27 1"/>
              <a:gd name="f79" fmla="*/ f66 f26 1"/>
              <a:gd name="f80" fmla="*/ f67 f27 1"/>
              <a:gd name="f81" fmla="*/ f68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3" y="f74"/>
              </a:cxn>
              <a:cxn ang="f46">
                <a:pos x="f73" y="f75"/>
              </a:cxn>
              <a:cxn ang="f46">
                <a:pos x="f76" y="f75"/>
              </a:cxn>
              <a:cxn ang="f46">
                <a:pos x="f77" y="f78"/>
              </a:cxn>
              <a:cxn ang="f46">
                <a:pos x="f79" y="f80"/>
              </a:cxn>
              <a:cxn ang="f46">
                <a:pos x="f81" y="f74"/>
              </a:cxn>
              <a:cxn ang="f46">
                <a:pos x="f73" y="f74"/>
              </a:cxn>
            </a:cxnLst>
            <a:rect l="f69" t="f72" r="f70" b="f71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85587" tIns="42793" rIns="85587" bIns="42793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216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8591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10DACD-8814-0719-1B69-9449D528892C}"/>
              </a:ext>
            </a:extLst>
          </p:cNvPr>
          <p:cNvSpPr txBox="1"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GB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4054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B3DB-352F-706E-8396-0711973F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9CEE-9788-9CFC-0336-41C2CB077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05C-8BFE-C23C-2BE8-8711C164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A3FC-B7B5-E571-025A-6EDC9BF2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13495-7196-BF3A-8E94-4A35AF04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35464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883E-B324-7614-E832-C8FA2D5A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B83D1-CFEB-F699-FF61-2316C10D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53EF-1B82-5CE0-D770-2336D957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1C29-FB7A-BB28-E384-E661FFB5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A9A7-1A6F-0DEF-01C0-8B7B83A4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3332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2047-70A9-2D03-B647-5755581C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1D4-1C56-BDF8-CE04-C033D2CD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F20ED-6B10-8F9B-AE53-52CD7841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7184-18A0-6EC7-844C-686E3026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11A2-4C74-9DA0-018F-0C795015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53FAE-C6F5-C793-AD81-1CA00D35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78798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29F0-653F-18E0-7165-5BA5CBD7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531B5-C7D5-3028-F0DE-22D69F8F4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3AE1F-7338-7490-95D4-33B43B8D0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9247F-082A-4DFF-738D-532D89747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DC79B-5F2E-88CD-B76C-26C869E5A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74FD9-C453-092D-9379-790EB54B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E4956-089C-EEE1-ED87-881BAC04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1FA7B-C31E-8DD6-BE30-38EFB4E9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7228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FEC7-FF5F-613C-8EB4-03C7D28F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C07DA-2C83-3C92-FD27-8C2CBFCA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AE1B4-7E6D-3D72-9F28-4F589DB4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D5769-5FED-8793-7595-C4E06636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6193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5C7F6-48E4-6E5F-449C-B03F87D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1A2DD-00B4-3FB2-E6AF-B353EED3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DF081-2407-6DEE-130A-E934151F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0976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7CFD-9EDB-36E2-FCBA-EE29ACA3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2714-CC7D-A7DB-195D-7D2A3456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1C133-6122-3853-524C-1458A27ED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CC213-218B-DDB2-F22F-BDE4BC50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4279-F92D-0D8A-0360-CE20484C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332DB-71CF-DB6A-F8B6-9852B35F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06141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EE78-AB8B-956C-3C03-ADF39349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CD64F-E49D-6173-6DE6-ABF43C437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4FFCF-DFE5-7E94-53DF-C626B0B8A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489CA-698D-AC35-07C6-A26CF27E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43135-74F2-4FFE-96BB-ED357421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BCDAC-B253-7FC6-1E11-7C77EB46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74613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9922-FA9D-383D-A19C-1670E04B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10FFC-07BA-368E-8BEF-5F9AD4558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FD48-A5EE-EB7B-2461-575DDF3E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E48C6-ED81-B3B2-92AE-AF25ECBC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B257-1A5B-C712-6D80-E569B055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23449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7DC50-9430-8F55-3F8C-079680426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CD0E4-FF02-5A2E-BCCE-E5DEEEB2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451A-2FD6-F62A-87A7-402F00CB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098B-CA21-3CC7-B4DE-2D294CBA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A002-EF22-9AD8-50CB-BDE5AB8F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81579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360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10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3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6192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002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00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521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3243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5126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558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68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4.xml"/><Relationship Id="rId2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1.xml"/><Relationship Id="rId18" Type="http://schemas.openxmlformats.org/officeDocument/2006/relationships/theme" Target="../theme/theme7.xml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3.xml"/><Relationship Id="rId1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4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6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536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DC453-280C-4DD0-B691-565117EA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AEDA-7F8E-5DD1-5615-9122A76C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F4B92-0338-8496-2BC9-D78BC35A9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1C1FB-97D8-32C1-4E03-B90A99350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F0401-86B8-B0E1-5F2E-8EFCFE719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21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7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845" r:id="rId3"/>
    <p:sldLayoutId id="2147483846" r:id="rId4"/>
    <p:sldLayoutId id="2147483847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8B0F-09FD-DDC6-3B63-8AF09C35E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EAB06-2AFE-2C12-1BB4-384FC38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F2E60-03D8-275F-2BA8-6EFAE3CF267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21A0-E937-50F8-C798-8EB0BC6D85A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6C06C-A904-8DD7-8829-D1021B6DFDE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B930FF2-ADD6-48BA-B740-C81F3D772E1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4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3E944-12FC-1DA6-1A82-9D447DBA0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lvl="0"/>
            <a:r>
              <a:rPr lang="en-US"/>
              <a:t>Project objectives 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742FB-3438-9D79-D6FF-4410846F7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1594" y="1904996"/>
            <a:ext cx="7521799" cy="42719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rmAutofit/>
          </a:bodyPr>
          <a:lstStyle/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052D5BE6-22DB-72DF-3E35-DA9381B8BD4C}"/>
              </a:ext>
            </a:extLst>
          </p:cNvPr>
          <p:cNvCxnSpPr/>
          <p:nvPr/>
        </p:nvCxnSpPr>
        <p:spPr>
          <a:xfrm>
            <a:off x="631594" y="540465"/>
            <a:ext cx="10928808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205501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1" i="0" u="none" strike="noStrike" kern="1200" cap="none" spc="0" baseline="0">
          <a:solidFill>
            <a:srgbClr val="00667D"/>
          </a:solidFill>
          <a:uFillTx/>
          <a:latin typeface="Calibri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1pPr>
      <a:lvl2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2pPr>
      <a:lvl3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3pPr>
      <a:lvl4pPr marL="228600" marR="0" lvl="1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4pPr>
      <a:lvl5pPr marL="228600" marR="0" lvl="2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19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F1F9C-7792-BD09-4C73-B4A1A4E7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1CB9-F3C8-E76B-9B8A-09616928C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D8D3E-1A37-301F-3BC2-E33102DFC5F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09603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8C35-9AE9-964C-69AE-27F457B2CA8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165604" y="6356351"/>
            <a:ext cx="38607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4B10F-C4BA-27CE-B2D2-A397B9B92D2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C0417AA-12A0-48A3-8BAE-748AB93736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</p:sldLayoutIdLst>
  <p:hf sldNum="0" hdr="0" ftr="0" dt="0"/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7F74F-2C97-CAAE-BFFE-4AB59C9B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AF5D8-44DC-3827-A81A-50B2DBA0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2394A-11AC-CA11-C367-46C0A3EB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DFE8-6F24-013F-2D13-36B268B2D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227F-37C6-3D08-364F-3CB3C3C6E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26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Relationship Id="rId8" Type="http://schemas.openxmlformats.org/officeDocument/2006/relationships/diagramData" Target="../diagrams/data4.xml"/><Relationship Id="rId9" Type="http://schemas.openxmlformats.org/officeDocument/2006/relationships/diagramLayout" Target="../diagrams/layout4.xml"/><Relationship Id="rId10" Type="http://schemas.openxmlformats.org/officeDocument/2006/relationships/diagramQuickStyle" Target="../diagrams/quickStyle4.xml"/><Relationship Id="rId11" Type="http://schemas.openxmlformats.org/officeDocument/2006/relationships/diagramColors" Target="../diagrams/colors4.xml"/><Relationship Id="rId12" Type="http://schemas.microsoft.com/office/2007/relationships/diagramDrawing" Target="../diagrams/drawing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5.xml"/><Relationship Id="rId3" Type="http://schemas.openxmlformats.org/officeDocument/2006/relationships/diagramLayout" Target="../diagrams/layout5.xml"/><Relationship Id="rId4" Type="http://schemas.openxmlformats.org/officeDocument/2006/relationships/diagramQuickStyle" Target="../diagrams/quickStyle5.xml"/><Relationship Id="rId5" Type="http://schemas.openxmlformats.org/officeDocument/2006/relationships/diagramColors" Target="../diagrams/colors5.xml"/><Relationship Id="rId6" Type="http://schemas.microsoft.com/office/2007/relationships/diagramDrawing" Target="../diagrams/drawing5.xml"/><Relationship Id="rId7" Type="http://schemas.openxmlformats.org/officeDocument/2006/relationships/image" Target="../media/image31.jpg"/><Relationship Id="rId8" Type="http://schemas.openxmlformats.org/officeDocument/2006/relationships/image" Target="../media/image32.jpg"/><Relationship Id="rId9" Type="http://schemas.openxmlformats.org/officeDocument/2006/relationships/image" Target="../media/image3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diagramData" Target="../diagrams/data6.xml"/><Relationship Id="rId4" Type="http://schemas.openxmlformats.org/officeDocument/2006/relationships/diagramLayout" Target="../diagrams/layout6.xml"/><Relationship Id="rId5" Type="http://schemas.openxmlformats.org/officeDocument/2006/relationships/diagramQuickStyle" Target="../diagrams/quickStyle6.xml"/><Relationship Id="rId6" Type="http://schemas.openxmlformats.org/officeDocument/2006/relationships/diagramColors" Target="../diagrams/colors6.xml"/><Relationship Id="rId7" Type="http://schemas.microsoft.com/office/2007/relationships/diagramDrawing" Target="../diagrams/drawing6.xml"/><Relationship Id="rId8" Type="http://schemas.openxmlformats.org/officeDocument/2006/relationships/image" Target="../media/image34.jpeg"/><Relationship Id="rId9" Type="http://schemas.openxmlformats.org/officeDocument/2006/relationships/image" Target="../media/image35.jpeg"/><Relationship Id="rId10" Type="http://schemas.openxmlformats.org/officeDocument/2006/relationships/image" Target="../media/image36.jpeg"/><Relationship Id="rId11" Type="http://schemas.openxmlformats.org/officeDocument/2006/relationships/image" Target="../media/image37.png"/><Relationship Id="rId12" Type="http://schemas.microsoft.com/office/2007/relationships/hdphoto" Target="../media/hdphoto2.wdp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eg"/><Relationship Id="rId3" Type="http://schemas.openxmlformats.org/officeDocument/2006/relationships/image" Target="../media/image43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eg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EDC52-8403-4D9B-3507-0C4C890DA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596696"/>
            <a:ext cx="4931229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Iron deficiency Anemia in Pregnancy</a:t>
            </a:r>
            <a:br>
              <a:rPr lang="en-IN" b="1" dirty="0"/>
            </a:b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0DF2F8-CA67-9581-79C4-79BAFA9CB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085" y="0"/>
            <a:ext cx="6770915" cy="66884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516E11-3E22-0484-482F-671F3E9F9E65}"/>
              </a:ext>
            </a:extLst>
          </p:cNvPr>
          <p:cNvSpPr txBox="1"/>
          <p:nvPr/>
        </p:nvSpPr>
        <p:spPr>
          <a:xfrm>
            <a:off x="228600" y="4119749"/>
            <a:ext cx="4842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Topic 2</a:t>
            </a:r>
          </a:p>
        </p:txBody>
      </p:sp>
    </p:spTree>
    <p:extLst>
      <p:ext uri="{BB962C8B-B14F-4D97-AF65-F5344CB8AC3E}">
        <p14:creationId xmlns:p14="http://schemas.microsoft.com/office/powerpoint/2010/main" val="3310241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/>
              <a:t> What is </a:t>
            </a:r>
            <a:r>
              <a:rPr lang="en-US" b="1" kern="1200" dirty="0" err="1"/>
              <a:t>Anaemia</a:t>
            </a:r>
            <a:r>
              <a:rPr lang="en-US" b="1" kern="1200" dirty="0"/>
              <a:t> ?</a:t>
            </a:r>
          </a:p>
        </p:txBody>
      </p:sp>
      <p:graphicFrame>
        <p:nvGraphicFramePr>
          <p:cNvPr id="8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1289151"/>
              </p:ext>
            </p:extLst>
          </p:nvPr>
        </p:nvGraphicFramePr>
        <p:xfrm>
          <a:off x="838200" y="1491343"/>
          <a:ext cx="10515600" cy="4685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0828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IN" b="1"/>
              <a:t>Grades of anaemia in pregnancy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373107"/>
              </p:ext>
            </p:extLst>
          </p:nvPr>
        </p:nvGraphicFramePr>
        <p:xfrm>
          <a:off x="855089" y="1825625"/>
          <a:ext cx="10481823" cy="435134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5033">
                  <a:extLst>
                    <a:ext uri="{9D8B030D-6E8A-4147-A177-3AD203B41FA5}">
                      <a16:colId xmlns:a16="http://schemas.microsoft.com/office/drawing/2014/main" val="463858364"/>
                    </a:ext>
                  </a:extLst>
                </a:gridCol>
                <a:gridCol w="6416790">
                  <a:extLst>
                    <a:ext uri="{9D8B030D-6E8A-4147-A177-3AD203B41FA5}">
                      <a16:colId xmlns:a16="http://schemas.microsoft.com/office/drawing/2014/main" val="2634204868"/>
                    </a:ext>
                  </a:extLst>
                </a:gridCol>
              </a:tblGrid>
              <a:tr h="1014269">
                <a:tc>
                  <a:txBody>
                    <a:bodyPr/>
                    <a:lstStyle/>
                    <a:p>
                      <a:pPr algn="ctr"/>
                      <a:r>
                        <a:rPr lang="en-IN" sz="2500" b="1" cap="all" spc="60" dirty="0">
                          <a:solidFill>
                            <a:schemeClr val="bg1"/>
                          </a:solidFill>
                        </a:rPr>
                        <a:t>Type of</a:t>
                      </a:r>
                      <a:r>
                        <a:rPr lang="en-IN" sz="2500" b="1" cap="all" spc="60" baseline="0" dirty="0">
                          <a:solidFill>
                            <a:schemeClr val="bg1"/>
                          </a:solidFill>
                        </a:rPr>
                        <a:t> Anaemia</a:t>
                      </a:r>
                      <a:endParaRPr lang="en-IN" sz="2500" b="1" cap="all" spc="60" dirty="0">
                        <a:solidFill>
                          <a:schemeClr val="bg1"/>
                        </a:solidFill>
                      </a:endParaRPr>
                    </a:p>
                  </a:txBody>
                  <a:tcPr marL="281741" marR="281741" marT="281741" marB="2817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b="1" cap="all" spc="60" dirty="0">
                          <a:solidFill>
                            <a:schemeClr val="bg1"/>
                          </a:solidFill>
                        </a:rPr>
                        <a:t>Haemoglobin Concentration</a:t>
                      </a:r>
                    </a:p>
                  </a:txBody>
                  <a:tcPr marL="281741" marR="281741" marT="281741" marB="281741" anchor="ctr"/>
                </a:tc>
                <a:extLst>
                  <a:ext uri="{0D108BD9-81ED-4DB2-BD59-A6C34878D82A}">
                    <a16:rowId xmlns:a16="http://schemas.microsoft.com/office/drawing/2014/main" val="3736327376"/>
                  </a:ext>
                </a:extLst>
              </a:tr>
              <a:tr h="834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300" cap="none" spc="0" dirty="0">
                          <a:solidFill>
                            <a:schemeClr val="tx1"/>
                          </a:solidFill>
                        </a:rPr>
                        <a:t>No Anaemia </a:t>
                      </a:r>
                      <a:endParaRPr lang="en-IN" sz="33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0871" marR="140871" marT="70435" marB="18782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300" cap="none" spc="0" dirty="0">
                          <a:solidFill>
                            <a:schemeClr val="tx1"/>
                          </a:solidFill>
                        </a:rPr>
                        <a:t>≥11</a:t>
                      </a:r>
                      <a:r>
                        <a:rPr lang="en-IN" sz="3300" cap="none" spc="0" baseline="0" dirty="0">
                          <a:solidFill>
                            <a:schemeClr val="tx1"/>
                          </a:solidFill>
                        </a:rPr>
                        <a:t> gm</a:t>
                      </a:r>
                      <a:r>
                        <a:rPr lang="en-IN" sz="3300" cap="none" spc="0" dirty="0">
                          <a:solidFill>
                            <a:schemeClr val="tx1"/>
                          </a:solidFill>
                        </a:rPr>
                        <a:t>/dl</a:t>
                      </a:r>
                      <a:endParaRPr lang="en-IN" sz="33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0871" marR="140871" marT="70435" marB="18782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897953"/>
                  </a:ext>
                </a:extLst>
              </a:tr>
              <a:tr h="834268">
                <a:tc>
                  <a:txBody>
                    <a:bodyPr/>
                    <a:lstStyle/>
                    <a:p>
                      <a:pPr algn="ctr"/>
                      <a:r>
                        <a:rPr lang="en-IN" sz="3300" cap="none" spc="0" dirty="0">
                          <a:solidFill>
                            <a:schemeClr val="tx1"/>
                          </a:solidFill>
                        </a:rPr>
                        <a:t>Mild Anaemia</a:t>
                      </a:r>
                      <a:endParaRPr lang="en-IN" sz="33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0871" marR="140871" marT="70435" marB="187828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300" cap="none" spc="0" dirty="0">
                          <a:solidFill>
                            <a:schemeClr val="tx1"/>
                          </a:solidFill>
                        </a:rPr>
                        <a:t>10  - 10.9 gm/dl</a:t>
                      </a:r>
                      <a:endParaRPr lang="en-IN" sz="33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0871" marR="140871" marT="70435" marB="187828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023046"/>
                  </a:ext>
                </a:extLst>
              </a:tr>
              <a:tr h="834268">
                <a:tc>
                  <a:txBody>
                    <a:bodyPr/>
                    <a:lstStyle/>
                    <a:p>
                      <a:pPr algn="ctr"/>
                      <a:r>
                        <a:rPr lang="en-IN" sz="3300" cap="none" spc="0" dirty="0">
                          <a:solidFill>
                            <a:schemeClr val="tx1"/>
                          </a:solidFill>
                        </a:rPr>
                        <a:t>Moderate Anaemia</a:t>
                      </a:r>
                      <a:endParaRPr lang="en-IN" sz="33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0871" marR="140871" marT="70435" marB="187828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300" cap="none" spc="0" dirty="0">
                          <a:solidFill>
                            <a:schemeClr val="tx1"/>
                          </a:solidFill>
                        </a:rPr>
                        <a:t>7 -  9.9 gm/dl</a:t>
                      </a:r>
                      <a:endParaRPr lang="en-IN" sz="33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0871" marR="140871" marT="70435" marB="187828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71900"/>
                  </a:ext>
                </a:extLst>
              </a:tr>
              <a:tr h="834268">
                <a:tc>
                  <a:txBody>
                    <a:bodyPr/>
                    <a:lstStyle/>
                    <a:p>
                      <a:pPr algn="ctr"/>
                      <a:r>
                        <a:rPr lang="en-IN" sz="3300" cap="none" spc="0" dirty="0">
                          <a:solidFill>
                            <a:schemeClr val="tx1"/>
                          </a:solidFill>
                        </a:rPr>
                        <a:t>Severe Anaemia</a:t>
                      </a:r>
                      <a:endParaRPr lang="en-IN" sz="33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0871" marR="140871" marT="70435" marB="187828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300" cap="none" spc="0" dirty="0">
                          <a:solidFill>
                            <a:schemeClr val="tx1"/>
                          </a:solidFill>
                        </a:rPr>
                        <a:t>&lt;7 gm/dl</a:t>
                      </a:r>
                      <a:endParaRPr lang="en-IN" sz="33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0871" marR="140871" marT="70435" marB="187828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682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6482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3734367"/>
              </p:ext>
            </p:extLst>
          </p:nvPr>
        </p:nvGraphicFramePr>
        <p:xfrm>
          <a:off x="1448709" y="1920107"/>
          <a:ext cx="4992006" cy="4365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3" name="Content Placeholder 7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410895139"/>
              </p:ext>
            </p:extLst>
          </p:nvPr>
        </p:nvGraphicFramePr>
        <p:xfrm>
          <a:off x="7690984" y="2266043"/>
          <a:ext cx="3151187" cy="3498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0" name="Text Placeholder 3"/>
          <p:cNvSpPr txBox="1">
            <a:spLocks/>
          </p:cNvSpPr>
          <p:nvPr/>
        </p:nvSpPr>
        <p:spPr>
          <a:xfrm>
            <a:off x="2519875" y="1477187"/>
            <a:ext cx="3120573" cy="3631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b="1" dirty="0"/>
              <a:t>Effect on mother</a:t>
            </a:r>
          </a:p>
        </p:txBody>
      </p:sp>
      <p:sp>
        <p:nvSpPr>
          <p:cNvPr id="12" name="Text Placeholder 4"/>
          <p:cNvSpPr txBox="1">
            <a:spLocks/>
          </p:cNvSpPr>
          <p:nvPr/>
        </p:nvSpPr>
        <p:spPr>
          <a:xfrm>
            <a:off x="6886227" y="1657113"/>
            <a:ext cx="4412343" cy="48911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dirty="0"/>
              <a:t> </a:t>
            </a:r>
            <a:r>
              <a:rPr lang="en-IN" b="1" dirty="0"/>
              <a:t>Effect on foetus and Newborn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18E28-A70F-C1EA-0399-8148041A4F96}"/>
              </a:ext>
            </a:extLst>
          </p:cNvPr>
          <p:cNvSpPr txBox="1">
            <a:spLocks/>
          </p:cNvSpPr>
          <p:nvPr/>
        </p:nvSpPr>
        <p:spPr>
          <a:xfrm>
            <a:off x="2377155" y="193489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300" b="1" dirty="0">
                <a:latin typeface="+mn-lt"/>
              </a:rPr>
              <a:t>Risk associated with Anemia in Pregnancy</a:t>
            </a:r>
            <a:endParaRPr lang="en-IN" sz="3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90319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0" y="389249"/>
            <a:ext cx="9144000" cy="85116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+mn-lt"/>
              </a:rPr>
              <a:t>Symptoms of Severe Anaemia</a:t>
            </a:r>
          </a:p>
        </p:txBody>
      </p:sp>
      <p:graphicFrame>
        <p:nvGraphicFramePr>
          <p:cNvPr id="15" name="Content Placeholder 1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1820829"/>
              </p:ext>
            </p:extLst>
          </p:nvPr>
        </p:nvGraphicFramePr>
        <p:xfrm>
          <a:off x="2558724" y="1536192"/>
          <a:ext cx="4570549" cy="4416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116" y="1536192"/>
            <a:ext cx="1781752" cy="15381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116" y="3177391"/>
            <a:ext cx="2075172" cy="14114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5" t="3580" r="13056" b="6685"/>
          <a:stretch/>
        </p:blipFill>
        <p:spPr>
          <a:xfrm>
            <a:off x="7468116" y="4691883"/>
            <a:ext cx="2075172" cy="172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622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511345"/>
            <a:ext cx="7886700" cy="743238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+mn-lt"/>
              </a:rPr>
              <a:t>Signs of severe Anaemia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7740499"/>
              </p:ext>
            </p:extLst>
          </p:nvPr>
        </p:nvGraphicFramePr>
        <p:xfrm>
          <a:off x="1826123" y="1583882"/>
          <a:ext cx="3654839" cy="4489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5563257" y="1629234"/>
            <a:ext cx="4634032" cy="4454959"/>
            <a:chOff x="4039257" y="1629233"/>
            <a:chExt cx="4634032" cy="445495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" r="-3618" b="7222"/>
            <a:stretch/>
          </p:blipFill>
          <p:spPr>
            <a:xfrm>
              <a:off x="4039257" y="3747396"/>
              <a:ext cx="2418693" cy="2336796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57951" y="1629233"/>
              <a:ext cx="2215338" cy="2051026"/>
            </a:xfrm>
            <a:prstGeom prst="rect">
              <a:avLst/>
            </a:prstGeom>
          </p:spPr>
        </p:pic>
        <p:pic>
          <p:nvPicPr>
            <p:cNvPr id="10" name="Picture 9" descr="DSC01863"/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76" t="12065" r="9683" b="11957"/>
            <a:stretch/>
          </p:blipFill>
          <p:spPr bwMode="auto">
            <a:xfrm>
              <a:off x="6457951" y="3741333"/>
              <a:ext cx="2215338" cy="2332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sharpenSoften amount="25000"/>
                      </a14:imgEffect>
                      <a14:imgEffect>
                        <a14:colorTemperature colorTemp="11200"/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93" t="10357" r="53451" b="54113"/>
            <a:stretch/>
          </p:blipFill>
          <p:spPr>
            <a:xfrm>
              <a:off x="4066689" y="1629233"/>
              <a:ext cx="2270103" cy="2029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3204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76308-CCCF-0A9D-5715-0D0DC1D38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</p:spPr>
        <p:txBody>
          <a:bodyPr anchor="b">
            <a:normAutofit/>
          </a:bodyPr>
          <a:lstStyle/>
          <a:p>
            <a:r>
              <a:rPr lang="en-IN" b="1"/>
              <a:t>Diagnostic equipment for </a:t>
            </a:r>
            <a:r>
              <a:rPr lang="en-IN" b="1" err="1"/>
              <a:t>Anemia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3C216C-3837-60F7-36D3-A2042BDDD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818550"/>
              </p:ext>
            </p:extLst>
          </p:nvPr>
        </p:nvGraphicFramePr>
        <p:xfrm>
          <a:off x="1543963" y="1906524"/>
          <a:ext cx="9104076" cy="372160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004152">
                  <a:extLst>
                    <a:ext uri="{9D8B030D-6E8A-4147-A177-3AD203B41FA5}">
                      <a16:colId xmlns:a16="http://schemas.microsoft.com/office/drawing/2014/main" val="3516568449"/>
                    </a:ext>
                  </a:extLst>
                </a:gridCol>
                <a:gridCol w="5099924">
                  <a:extLst>
                    <a:ext uri="{9D8B030D-6E8A-4147-A177-3AD203B41FA5}">
                      <a16:colId xmlns:a16="http://schemas.microsoft.com/office/drawing/2014/main" val="727973051"/>
                    </a:ext>
                  </a:extLst>
                </a:gridCol>
              </a:tblGrid>
              <a:tr h="678942"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Level of Facility </a:t>
                      </a:r>
                    </a:p>
                  </a:txBody>
                  <a:tcPr marL="125730" marR="125730" marT="62865" marB="628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Diagnostic equipment</a:t>
                      </a:r>
                    </a:p>
                  </a:txBody>
                  <a:tcPr marL="125730" marR="125730" marT="62865" marB="628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2825281"/>
                  </a:ext>
                </a:extLst>
              </a:tr>
              <a:tr h="678942"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VHSND</a:t>
                      </a:r>
                    </a:p>
                  </a:txBody>
                  <a:tcPr marL="125730" marR="125730" marT="62865" marB="628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Hemo Cue </a:t>
                      </a:r>
                    </a:p>
                  </a:txBody>
                  <a:tcPr marL="125730" marR="125730" marT="62865" marB="628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4829322"/>
                  </a:ext>
                </a:extLst>
              </a:tr>
              <a:tr h="1181862"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Facility Level ANC, PMSMA</a:t>
                      </a:r>
                    </a:p>
                  </a:txBody>
                  <a:tcPr marL="125730" marR="125730" marT="62865" marB="628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CBC</a:t>
                      </a:r>
                    </a:p>
                  </a:txBody>
                  <a:tcPr marL="125730" marR="125730" marT="62865" marB="628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583966"/>
                  </a:ext>
                </a:extLst>
              </a:tr>
              <a:tr h="1181862">
                <a:tc>
                  <a:txBody>
                    <a:bodyPr/>
                    <a:lstStyle/>
                    <a:p>
                      <a:pPr algn="ctr"/>
                      <a:r>
                        <a:rPr lang="en-US" sz="3300" dirty="0" err="1"/>
                        <a:t>Labour</a:t>
                      </a:r>
                      <a:r>
                        <a:rPr lang="en-US" sz="3300" dirty="0"/>
                        <a:t> Room </a:t>
                      </a:r>
                    </a:p>
                  </a:txBody>
                  <a:tcPr marL="125730" marR="125730" marT="62865" marB="628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dirty="0"/>
                        <a:t>Hemoglobinometer on Arrival, CBC as required </a:t>
                      </a:r>
                    </a:p>
                  </a:txBody>
                  <a:tcPr marL="125730" marR="125730" marT="62865" marB="628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766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484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1" y="384629"/>
            <a:ext cx="9143999" cy="1025236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+mn-lt"/>
              </a:rPr>
              <a:t>Methods of diagnosis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1409866"/>
            <a:ext cx="2590800" cy="28874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24138" y="1614245"/>
            <a:ext cx="565781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IN" sz="2400" b="1" dirty="0"/>
              <a:t>HemoCue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blood drop filled micro cuvette is placed in the cuvette holder and pushed to its measuring position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After 15-60 seconds the hemoglobin value of the sample is displayed on the screen and should be recorded.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548769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282EA-F21E-9A12-4773-24A2AD4EE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87C2-D9AF-0191-AB62-7A1F62602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What is FCM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14ACA-63E1-F357-04B7-125BBD5C3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Ferric Carboxy Maltose (FCM) is an intravenous iron formulation used to treat iron deficiency anemia (IDA), particularly in cases where </a:t>
            </a:r>
          </a:p>
          <a:p>
            <a:pPr lvl="1"/>
            <a:r>
              <a:rPr lang="en-US" dirty="0"/>
              <a:t>oral iron therapy has failed, is not tolerated, </a:t>
            </a:r>
          </a:p>
          <a:p>
            <a:pPr lvl="1"/>
            <a:r>
              <a:rPr lang="en-US" dirty="0"/>
              <a:t>or is unsuitable due to the severity of the anemia. </a:t>
            </a:r>
          </a:p>
          <a:p>
            <a:r>
              <a:rPr lang="en-US" dirty="0"/>
              <a:t>FCM ensures effective iron delivery to bone marrow and other sites for hemoglobin synthesis. </a:t>
            </a:r>
          </a:p>
          <a:p>
            <a:r>
              <a:rPr lang="en-US" dirty="0"/>
              <a:t>It replenishes iron stores quickly and raises hemoglobin levels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30EC83A-226C-BBB1-2BE2-6E066B4DC4C3}"/>
              </a:ext>
            </a:extLst>
          </p:cNvPr>
          <p:cNvSpPr/>
          <p:nvPr/>
        </p:nvSpPr>
        <p:spPr>
          <a:xfrm>
            <a:off x="778476" y="1989438"/>
            <a:ext cx="3668832" cy="2607276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Injectable FCM</a:t>
            </a:r>
          </a:p>
        </p:txBody>
      </p:sp>
    </p:spTree>
    <p:extLst>
      <p:ext uri="{BB962C8B-B14F-4D97-AF65-F5344CB8AC3E}">
        <p14:creationId xmlns:p14="http://schemas.microsoft.com/office/powerpoint/2010/main" val="1819253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31A62-99C3-D5A3-B364-05751E351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dirty="0"/>
              <a:t>Indications for FCM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71DE3-F257-A411-D697-3D7330E87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888" y="1757547"/>
            <a:ext cx="7564582" cy="4861913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To be administered after 1</a:t>
            </a:r>
            <a:r>
              <a:rPr lang="en-US" sz="2400" baseline="30000" dirty="0"/>
              <a:t>st</a:t>
            </a:r>
            <a:r>
              <a:rPr lang="en-US" sz="2400" dirty="0"/>
              <a:t> trimester for </a:t>
            </a:r>
            <a:r>
              <a:rPr lang="en-US" sz="2400" dirty="0" err="1"/>
              <a:t>anaemia</a:t>
            </a:r>
            <a:r>
              <a:rPr lang="en-US" sz="2400" dirty="0"/>
              <a:t> due to iron deficiency in the following conditions:</a:t>
            </a:r>
          </a:p>
          <a:p>
            <a:r>
              <a:rPr lang="en-US" sz="2400" dirty="0"/>
              <a:t>Severe </a:t>
            </a:r>
            <a:r>
              <a:rPr lang="en-US" sz="2400" dirty="0" err="1"/>
              <a:t>anaemia</a:t>
            </a:r>
            <a:r>
              <a:rPr lang="en-US" sz="2400" dirty="0"/>
              <a:t> (Hb 5-6.9 g/dL) at 13-34 weeks of pregnancy</a:t>
            </a:r>
          </a:p>
          <a:p>
            <a:r>
              <a:rPr lang="en-US" sz="2400" dirty="0"/>
              <a:t>Moderate </a:t>
            </a:r>
            <a:r>
              <a:rPr lang="en-US" sz="2400" dirty="0" err="1"/>
              <a:t>anaemia</a:t>
            </a:r>
            <a:r>
              <a:rPr lang="en-US" sz="2400" dirty="0"/>
              <a:t> (7 to 9.9 gm/dl) due to iron deficiency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Oral Iron not tolerated / Noncompliant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No improvement or improvement of less than 1 gm / dl after 1 month of oral IFA administration in IDA (Iron Deficiency </a:t>
            </a:r>
            <a:r>
              <a:rPr lang="en-US" dirty="0" err="1"/>
              <a:t>Anaemia</a:t>
            </a:r>
            <a:r>
              <a:rPr lang="en-US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Moderate </a:t>
            </a:r>
            <a:r>
              <a:rPr lang="en-US" dirty="0" err="1"/>
              <a:t>Aneamia</a:t>
            </a:r>
            <a:r>
              <a:rPr lang="en-US" dirty="0"/>
              <a:t> after 32 weeks of gestation due to Iron deficiency </a:t>
            </a:r>
            <a:r>
              <a:rPr lang="en-US" dirty="0" err="1"/>
              <a:t>aneamia</a:t>
            </a:r>
            <a:r>
              <a:rPr lang="en-US" dirty="0"/>
              <a:t>.</a:t>
            </a:r>
          </a:p>
          <a:p>
            <a:pPr marL="228600" lvl="1">
              <a:spcBef>
                <a:spcPts val="1000"/>
              </a:spcBef>
            </a:pPr>
            <a:r>
              <a:rPr lang="en-US" dirty="0"/>
              <a:t>Can also be administered in lactating mothers if Hb 5-7.9 g/dL</a:t>
            </a:r>
          </a:p>
          <a:p>
            <a:endParaRPr lang="en-US" sz="1900" dirty="0"/>
          </a:p>
        </p:txBody>
      </p:sp>
      <p:pic>
        <p:nvPicPr>
          <p:cNvPr id="2050" name="Picture 2" descr="Tick mark hi-res stock photography and images - Alamy">
            <a:extLst>
              <a:ext uri="{FF2B5EF4-FFF2-40B4-BE49-F238E27FC236}">
                <a16:creationId xmlns:a16="http://schemas.microsoft.com/office/drawing/2014/main" id="{79E33092-3FC8-AA65-9625-FF16A7D3A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8" r="1642"/>
          <a:stretch>
            <a:fillRect/>
          </a:stretch>
        </p:blipFill>
        <p:spPr bwMode="auto">
          <a:xfrm>
            <a:off x="8668986" y="2093976"/>
            <a:ext cx="2947735" cy="3064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2658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89B69-C488-70D8-E50B-D896CBFE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E2FAE-DA66-F594-343D-40F4E1A14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Contraindications for FCM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0B17B-0E5F-64C5-AFCB-A6FD66A63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 dirty="0"/>
              <a:t>Iron overload Serum ferritin &gt;150 </a:t>
            </a:r>
            <a:r>
              <a:rPr lang="el-GR" sz="2200" dirty="0"/>
              <a:t>μ</a:t>
            </a:r>
            <a:r>
              <a:rPr lang="en-US" sz="2200" dirty="0"/>
              <a:t>g/L</a:t>
            </a:r>
          </a:p>
          <a:p>
            <a:r>
              <a:rPr lang="en-US" sz="2200" dirty="0"/>
              <a:t>Known hypersensitivity to iron preparation or excipients of Iron Sucrose or FCM</a:t>
            </a:r>
          </a:p>
          <a:p>
            <a:r>
              <a:rPr lang="en-US" sz="2200" dirty="0"/>
              <a:t>Anemia not caused by iron deficiency</a:t>
            </a:r>
          </a:p>
          <a:p>
            <a:r>
              <a:rPr lang="en-US" sz="2200" dirty="0"/>
              <a:t>Liver disorder like jaundice, cirrhosis, liver failure</a:t>
            </a:r>
          </a:p>
          <a:p>
            <a:r>
              <a:rPr lang="en-US" sz="2200" dirty="0"/>
              <a:t>Acute cardiac failure</a:t>
            </a:r>
          </a:p>
          <a:p>
            <a:r>
              <a:rPr lang="en-US" sz="2200" dirty="0"/>
              <a:t>Known case of thalassemia, sickle cell anemia, hemolytic anemia</a:t>
            </a:r>
          </a:p>
          <a:p>
            <a:r>
              <a:rPr lang="en-US" sz="2200" dirty="0"/>
              <a:t>Fever, Acute infection/Illness</a:t>
            </a:r>
          </a:p>
        </p:txBody>
      </p:sp>
      <p:pic>
        <p:nvPicPr>
          <p:cNvPr id="4" name="Picture 2" descr="19,400+ Cross Mark Stock Photos, Pictures &amp; Royalty-Free ...">
            <a:extLst>
              <a:ext uri="{FF2B5EF4-FFF2-40B4-BE49-F238E27FC236}">
                <a16:creationId xmlns:a16="http://schemas.microsoft.com/office/drawing/2014/main" id="{973299CE-60D9-FA05-B569-FCBC6E7D1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4" r="748" b="-3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759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26742-BF84-F8BE-FA6C-172DFC998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55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Comparison between Iron Sucrose and FCM …1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094D5-74ED-6A71-AD3F-6B3E63BD3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5362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Iron Sucrose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95B14-839A-397A-5EA9-7D68F0F4C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939017"/>
            <a:ext cx="5453743" cy="4913428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400" dirty="0"/>
              <a:t>Lower stability; relatively short half-life of 5-6 hours</a:t>
            </a:r>
          </a:p>
          <a:p>
            <a:r>
              <a:rPr lang="en-US" sz="2400" dirty="0"/>
              <a:t>Rapid increase in hemoglobin levels, typically seen within one week of completion of the final dose of the treatment</a:t>
            </a:r>
          </a:p>
          <a:p>
            <a:r>
              <a:rPr lang="en-US" sz="2400" dirty="0"/>
              <a:t>The expected increase in Hb level for PW with severe and moderate anemia is approximately 2.5 gm/dL and 1.6 gm/dL, respectively 3 weeks after complete calculated dose of IV-IS treatment</a:t>
            </a:r>
          </a:p>
          <a:p>
            <a:r>
              <a:rPr lang="en-US" sz="2400" dirty="0"/>
              <a:t>Time for administration: 30 minutes</a:t>
            </a:r>
          </a:p>
          <a:p>
            <a:endParaRPr lang="en-US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5B95C-9A52-CD25-447A-5E12C9889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08812" y="1115105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Ferric Carboxy Maltose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B506CF-E777-A40A-A61B-6E8235EC2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1057" y="1939017"/>
            <a:ext cx="5910943" cy="4913428"/>
          </a:xfrm>
          <a:solidFill>
            <a:srgbClr val="FFCC66"/>
          </a:solidFill>
        </p:spPr>
        <p:txBody>
          <a:bodyPr>
            <a:normAutofit/>
          </a:bodyPr>
          <a:lstStyle/>
          <a:p>
            <a:r>
              <a:rPr lang="en-US" sz="2400" dirty="0"/>
              <a:t>Higher stability, longer half-life of about 16 hours</a:t>
            </a:r>
          </a:p>
          <a:p>
            <a:r>
              <a:rPr lang="en-US" sz="2400" dirty="0"/>
              <a:t>Rapid replenishment of iron stores with significantly higher Hb rise typically seen within one week and sustained </a:t>
            </a:r>
            <a:r>
              <a:rPr lang="en-US" sz="2400" dirty="0" err="1"/>
              <a:t>upto</a:t>
            </a:r>
            <a:r>
              <a:rPr lang="en-US" sz="2400" dirty="0"/>
              <a:t> 3 to 6 weeks. FCM brings greater and faster Hb increase as compared to IS</a:t>
            </a:r>
          </a:p>
          <a:p>
            <a:r>
              <a:rPr lang="en-US" sz="2400" dirty="0"/>
              <a:t>The expected increase in Hb level for PW with severe and moderate anemia is approximately 3.6 gm/dL and 2.74 gm/dL, respectively 4 weeks after complete calculated dose of FCM treatment</a:t>
            </a:r>
          </a:p>
          <a:p>
            <a:r>
              <a:rPr lang="en-US" sz="2400" dirty="0"/>
              <a:t>Time for administration: 15 minutes</a:t>
            </a:r>
          </a:p>
        </p:txBody>
      </p:sp>
    </p:spTree>
    <p:extLst>
      <p:ext uri="{BB962C8B-B14F-4D97-AF65-F5344CB8AC3E}">
        <p14:creationId xmlns:p14="http://schemas.microsoft.com/office/powerpoint/2010/main" val="887282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62B88-8455-5325-2D3A-1AF50A91E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3774-F1A3-0366-9A9A-1624862CF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55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Comparison between Iron Sucrose and FCM …2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379EA-5A4D-F93E-D50A-EAF0845C0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5362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Iron Sucrose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E6B15-8D11-6117-107C-C5F7F5826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939017"/>
            <a:ext cx="5453743" cy="4913428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400" dirty="0"/>
              <a:t>Dose: Need of multiple visits to deliver the required dose</a:t>
            </a:r>
          </a:p>
          <a:p>
            <a:pPr marL="0" indent="0">
              <a:buNone/>
            </a:pPr>
            <a:r>
              <a:rPr lang="en-US" sz="2400" dirty="0"/>
              <a:t>Maximum dose in one sitting: 200 mg</a:t>
            </a:r>
          </a:p>
          <a:p>
            <a:pPr marL="0" indent="0">
              <a:buNone/>
            </a:pPr>
            <a:r>
              <a:rPr lang="en-US" sz="2400" dirty="0"/>
              <a:t>Maximum dose in one week: 600 mg</a:t>
            </a:r>
          </a:p>
          <a:p>
            <a:pPr marL="0" indent="0">
              <a:buNone/>
            </a:pPr>
            <a:r>
              <a:rPr lang="en-US" sz="2400" dirty="0"/>
              <a:t>Maximum dose in one pregnancy is 1000 mg </a:t>
            </a:r>
            <a:r>
              <a:rPr lang="en-US" sz="2400" dirty="0" err="1"/>
              <a:t>i.e</a:t>
            </a:r>
            <a:r>
              <a:rPr lang="en-US" sz="2400" dirty="0"/>
              <a:t> 5 doses of 200 mg Inj. Iron Sucrose over 2 weeks</a:t>
            </a:r>
          </a:p>
          <a:p>
            <a:r>
              <a:rPr lang="en-US" sz="2400" dirty="0"/>
              <a:t>Administration: After preparation using 0.9% Normal Saline, the initial phase of the infusion should be at a rate of 20-30 drops per minute for the first 5 minutes, subsequently increasing to 80-90 drops per minute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4151A4-6206-D8CF-63B0-8126FFA3BA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08812" y="1115105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Ferric Carboxy Maltose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9C304-FA0C-9024-131A-98928EAE9F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1057" y="1939017"/>
            <a:ext cx="5910943" cy="4913428"/>
          </a:xfrm>
          <a:solidFill>
            <a:srgbClr val="FFCC66"/>
          </a:solidFill>
        </p:spPr>
        <p:txBody>
          <a:bodyPr>
            <a:normAutofit/>
          </a:bodyPr>
          <a:lstStyle/>
          <a:p>
            <a:r>
              <a:rPr lang="en-US" sz="2400" dirty="0"/>
              <a:t>Dose: Maximum dose and total replacement dose can be given in a single infusion, </a:t>
            </a:r>
          </a:p>
          <a:p>
            <a:pPr marL="0" indent="0">
              <a:buNone/>
            </a:pPr>
            <a:r>
              <a:rPr lang="en-US" sz="2400" dirty="0"/>
              <a:t>Maximum dose in one sitting: 1000 mg</a:t>
            </a:r>
          </a:p>
          <a:p>
            <a:pPr marL="0" indent="0">
              <a:buNone/>
            </a:pPr>
            <a:r>
              <a:rPr lang="en-US" sz="2400" dirty="0"/>
              <a:t>Maximum dose in one pregnancy is 1500 mg</a:t>
            </a:r>
          </a:p>
          <a:p>
            <a:r>
              <a:rPr lang="en-US" sz="2400" dirty="0"/>
              <a:t>Administration: After preparation using 0.9% Normal Saline, the initial phase of the infusion should be of 20-30 drops per minute for the first five minutes and after that drop rate can be increased to 100-120 drops per minute</a:t>
            </a:r>
          </a:p>
        </p:txBody>
      </p:sp>
    </p:spTree>
    <p:extLst>
      <p:ext uri="{BB962C8B-B14F-4D97-AF65-F5344CB8AC3E}">
        <p14:creationId xmlns:p14="http://schemas.microsoft.com/office/powerpoint/2010/main" val="16334045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B22B5-A9DC-CEE9-294E-305C0FBA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FDC69-2DCC-BEC2-DFB6-8719B7D21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7300847" cy="824303"/>
          </a:xfrm>
        </p:spPr>
        <p:txBody>
          <a:bodyPr anchor="b">
            <a:normAutofit/>
          </a:bodyPr>
          <a:lstStyle/>
          <a:p>
            <a:r>
              <a:rPr lang="en-US" b="1" dirty="0"/>
              <a:t>Dose Calculation of FCM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0809B-B4CD-222D-F12F-6F35B244A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2" y="1472541"/>
            <a:ext cx="7455227" cy="4322618"/>
          </a:xfrm>
          <a:ln>
            <a:solidFill>
              <a:schemeClr val="accent1"/>
            </a:solidFill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400" b="1" dirty="0">
                <a:highlight>
                  <a:srgbClr val="FFFF00"/>
                </a:highlight>
              </a:rPr>
              <a:t>Total Iron deficit (mg)= 2.4 x Body </a:t>
            </a:r>
            <a:r>
              <a:rPr lang="en-US" sz="2400" b="1" dirty="0" err="1">
                <a:highlight>
                  <a:srgbClr val="FFFF00"/>
                </a:highlight>
              </a:rPr>
              <a:t>wt</a:t>
            </a:r>
            <a:r>
              <a:rPr lang="en-US" sz="2400" b="1" dirty="0">
                <a:highlight>
                  <a:srgbClr val="FFFF00"/>
                </a:highlight>
              </a:rPr>
              <a:t> (kg) x (11 – actual Hb in gm/dl) + 500</a:t>
            </a:r>
          </a:p>
          <a:p>
            <a:pPr lvl="1"/>
            <a:r>
              <a:rPr lang="en-US" sz="2200" dirty="0"/>
              <a:t>If </a:t>
            </a:r>
            <a:r>
              <a:rPr lang="en-US" sz="2200" dirty="0" err="1"/>
              <a:t>wt</a:t>
            </a:r>
            <a:r>
              <a:rPr lang="en-US" sz="2200" dirty="0"/>
              <a:t> is more than 35 kg allowance for store is 500</a:t>
            </a:r>
          </a:p>
          <a:p>
            <a:pPr lvl="1"/>
            <a:r>
              <a:rPr lang="en-US" sz="2200" dirty="0"/>
              <a:t>If </a:t>
            </a:r>
            <a:r>
              <a:rPr lang="en-US" sz="2200" dirty="0" err="1"/>
              <a:t>wt</a:t>
            </a:r>
            <a:r>
              <a:rPr lang="en-US" sz="2200" dirty="0"/>
              <a:t> is less than 35 kg allowance for store is 15 mg per kg </a:t>
            </a:r>
          </a:p>
          <a:p>
            <a:pPr lvl="1"/>
            <a:r>
              <a:rPr lang="en-US" sz="2200" dirty="0"/>
              <a:t>FCM is available in 10 ml (50 mg iron) &amp; 20 ml vials </a:t>
            </a:r>
          </a:p>
          <a:p>
            <a:pPr lvl="1"/>
            <a:r>
              <a:rPr lang="en-US" sz="2200" dirty="0"/>
              <a:t>Administer with 100 ml of 0.9% normal saline over 15 mins</a:t>
            </a:r>
          </a:p>
          <a:p>
            <a:pPr lvl="1"/>
            <a:r>
              <a:rPr lang="en-US" sz="2200" dirty="0"/>
              <a:t>Maximum dose per session 1000 mg, subsequent doses can be planned on 7</a:t>
            </a:r>
            <a:r>
              <a:rPr lang="en-US" sz="2200" baseline="30000" dirty="0"/>
              <a:t>th</a:t>
            </a:r>
            <a:r>
              <a:rPr lang="en-US" sz="2200" dirty="0"/>
              <a:t> and 14</a:t>
            </a:r>
            <a:r>
              <a:rPr lang="en-US" sz="2200" baseline="30000" dirty="0"/>
              <a:t>th</a:t>
            </a:r>
            <a:r>
              <a:rPr lang="en-US" sz="2200" dirty="0"/>
              <a:t> days</a:t>
            </a:r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</p:txBody>
      </p:sp>
      <p:pic>
        <p:nvPicPr>
          <p:cNvPr id="5" name="Picture 4" descr="A hand holding a box of medicine&#10;&#10;AI-generated content may be incorrect.">
            <a:extLst>
              <a:ext uri="{FF2B5EF4-FFF2-40B4-BE49-F238E27FC236}">
                <a16:creationId xmlns:a16="http://schemas.microsoft.com/office/drawing/2014/main" id="{989C76F7-9120-0315-A5EE-51E31FF1B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66" r="1" b="13366"/>
          <a:stretch>
            <a:fillRect/>
          </a:stretch>
        </p:blipFill>
        <p:spPr>
          <a:xfrm>
            <a:off x="8186000" y="2624446"/>
            <a:ext cx="3430722" cy="356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86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B22B5-A9DC-CEE9-294E-305C0FBA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FDC69-2DCC-BEC2-DFB6-8719B7D21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/>
              <a:t>Administration of FCM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0809B-B4CD-222D-F12F-6F35B244A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2" y="1777654"/>
            <a:ext cx="6960421" cy="4927945"/>
          </a:xfrm>
        </p:spPr>
        <p:txBody>
          <a:bodyPr anchor="t">
            <a:noAutofit/>
          </a:bodyPr>
          <a:lstStyle/>
          <a:p>
            <a:r>
              <a:rPr lang="en-US" sz="2400" dirty="0"/>
              <a:t>Administered as IV infusion under supervision of MO at PHC/CHC/ SDH/DHH/MCH</a:t>
            </a:r>
          </a:p>
          <a:p>
            <a:r>
              <a:rPr lang="en-US" sz="2400" dirty="0"/>
              <a:t>Vitals to be monitored before, during and after administration</a:t>
            </a:r>
          </a:p>
          <a:p>
            <a:r>
              <a:rPr lang="en-US" sz="2400" dirty="0"/>
              <a:t>BP, heart rate, respiratory rate, temperature, fetal heart rate</a:t>
            </a:r>
          </a:p>
          <a:p>
            <a:r>
              <a:rPr lang="en-US" sz="2400" dirty="0"/>
              <a:t>Patency of canula to be checked by flushing normal saline to avoid discoloration of skin due to extravasation of FCM</a:t>
            </a:r>
          </a:p>
          <a:p>
            <a:r>
              <a:rPr lang="en-US" sz="2400" dirty="0"/>
              <a:t>PW to be observed for 30 mins for adverse events following infusion</a:t>
            </a:r>
          </a:p>
          <a:p>
            <a:r>
              <a:rPr lang="en-US" sz="2400" dirty="0"/>
              <a:t>Test dose is not required</a:t>
            </a:r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</p:txBody>
      </p:sp>
      <p:pic>
        <p:nvPicPr>
          <p:cNvPr id="5" name="Picture 4" descr="A hand holding a box of medicine&#10;&#10;AI-generated content may be incorrect.">
            <a:extLst>
              <a:ext uri="{FF2B5EF4-FFF2-40B4-BE49-F238E27FC236}">
                <a16:creationId xmlns:a16="http://schemas.microsoft.com/office/drawing/2014/main" id="{989C76F7-9120-0315-A5EE-51E31FF1B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66" r="1" b="13366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589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6FCB7-18CC-ED19-8505-FAAAC90E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D3F95-067E-B933-DBF7-1EB884CA0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Precautions for FCM administration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9699C-C2C8-719A-B438-28C5DC5D1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Kit for managing adverse events must be kept ready</a:t>
            </a:r>
          </a:p>
          <a:p>
            <a:r>
              <a:rPr lang="en-US" sz="2200" dirty="0"/>
              <a:t>Hand hygiene to be performed before and after procedure</a:t>
            </a:r>
          </a:p>
          <a:p>
            <a:r>
              <a:rPr lang="en-US" sz="2200" dirty="0"/>
              <a:t>Sterile and disposable IV infusion set, IV canula and syringe must be used</a:t>
            </a:r>
          </a:p>
          <a:p>
            <a:r>
              <a:rPr lang="en-US" sz="2200" dirty="0"/>
              <a:t>Patency of canula must be ensured to prevent extravasation of iron and permanent staining of skin.</a:t>
            </a:r>
          </a:p>
          <a:p>
            <a:r>
              <a:rPr lang="en-US" sz="2200" dirty="0"/>
              <a:t>Remaining unused drug in the vial must be discarded</a:t>
            </a:r>
          </a:p>
        </p:txBody>
      </p:sp>
    </p:spTree>
    <p:extLst>
      <p:ext uri="{BB962C8B-B14F-4D97-AF65-F5344CB8AC3E}">
        <p14:creationId xmlns:p14="http://schemas.microsoft.com/office/powerpoint/2010/main" val="2641728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42B8-0F47-CC6D-758E-B8C1080D3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329183"/>
            <a:ext cx="8155460" cy="1277196"/>
          </a:xfrm>
        </p:spPr>
        <p:txBody>
          <a:bodyPr anchor="b">
            <a:normAutofit/>
          </a:bodyPr>
          <a:lstStyle/>
          <a:p>
            <a:r>
              <a:rPr lang="en-US" sz="4200" dirty="0"/>
              <a:t>Management of adverse events following FCM administration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E79D1-353C-DAB9-B7F5-96D625BE9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6" y="1783080"/>
            <a:ext cx="8279028" cy="4901925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/>
              <a:t>Kit to be kept ready</a:t>
            </a:r>
          </a:p>
          <a:p>
            <a:pPr lvl="1"/>
            <a:r>
              <a:rPr lang="en-US" sz="2600" dirty="0"/>
              <a:t>5 ml syringe – 1 </a:t>
            </a:r>
          </a:p>
          <a:p>
            <a:pPr lvl="1"/>
            <a:r>
              <a:rPr lang="en-US" sz="2600" dirty="0"/>
              <a:t>2 ml syringe – 1</a:t>
            </a:r>
          </a:p>
          <a:p>
            <a:pPr lvl="1"/>
            <a:r>
              <a:rPr lang="en-US" sz="2600" dirty="0"/>
              <a:t>Inj. </a:t>
            </a:r>
            <a:r>
              <a:rPr lang="en-US" sz="2600" dirty="0" err="1"/>
              <a:t>Pheneramine</a:t>
            </a:r>
            <a:r>
              <a:rPr lang="en-US" sz="2600" dirty="0"/>
              <a:t> Maleate – 1 ampoule</a:t>
            </a:r>
          </a:p>
          <a:p>
            <a:pPr lvl="1"/>
            <a:r>
              <a:rPr lang="en-US" sz="2600" dirty="0"/>
              <a:t>Inj. Hydrocortisone – 1 vial</a:t>
            </a:r>
          </a:p>
          <a:p>
            <a:pPr lvl="1"/>
            <a:r>
              <a:rPr lang="en-US" sz="2600" dirty="0"/>
              <a:t>Source of Oxygen</a:t>
            </a:r>
          </a:p>
          <a:p>
            <a:pPr marL="457200" lvl="1" indent="0">
              <a:buNone/>
            </a:pPr>
            <a:endParaRPr lang="en-US" b="1" i="1" dirty="0"/>
          </a:p>
          <a:p>
            <a:pPr marL="457200" lvl="1" indent="0">
              <a:buNone/>
            </a:pPr>
            <a:r>
              <a:rPr lang="en-US" sz="2600" b="1" i="1" dirty="0"/>
              <a:t>Mention batch number and expiry date of both drugs on the top of kit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sz="2600" dirty="0"/>
              <a:t>In case of adverse reaction, stop FCM administration, administer 1 amp (2ml) of Inj. </a:t>
            </a:r>
            <a:r>
              <a:rPr lang="en-US" sz="2600" dirty="0" err="1"/>
              <a:t>Pheneramine</a:t>
            </a:r>
            <a:r>
              <a:rPr lang="en-US" sz="2600" dirty="0"/>
              <a:t> Maleate IV, 1 vial of Inj. Hydrocortisone IV (100 mg in 5 ml). </a:t>
            </a:r>
          </a:p>
          <a:p>
            <a:pPr lvl="1"/>
            <a:r>
              <a:rPr lang="en-US" sz="2600" dirty="0"/>
              <a:t>If not responding Inj. Adrenaline 0.5ml IM may be administered to relieve symptoms</a:t>
            </a:r>
          </a:p>
          <a:p>
            <a:pPr marL="457200" lvl="1" indent="0">
              <a:buNone/>
            </a:pPr>
            <a:endParaRPr lang="en-US" sz="1900" dirty="0"/>
          </a:p>
        </p:txBody>
      </p:sp>
      <p:pic>
        <p:nvPicPr>
          <p:cNvPr id="7" name="Picture 6" descr="A hand holding a small bottle&#10;&#10;AI-generated content may be incorrect.">
            <a:extLst>
              <a:ext uri="{FF2B5EF4-FFF2-40B4-BE49-F238E27FC236}">
                <a16:creationId xmlns:a16="http://schemas.microsoft.com/office/drawing/2014/main" id="{8C615E35-4EC1-B433-5D91-48D843123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35" t="3344" r="29151" b="29842"/>
          <a:stretch>
            <a:fillRect/>
          </a:stretch>
        </p:blipFill>
        <p:spPr>
          <a:xfrm>
            <a:off x="9333642" y="329183"/>
            <a:ext cx="1074611" cy="3429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4AA1E8-4F18-3678-2E33-6A2AF2E3B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49" r="36411" b="30953"/>
          <a:stretch>
            <a:fillRect/>
          </a:stretch>
        </p:blipFill>
        <p:spPr>
          <a:xfrm>
            <a:off x="9123231" y="4079193"/>
            <a:ext cx="1477145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490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B6FE-546F-6A70-8D7E-B606AB9CB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/>
              <a:t>FOLLOW UP ACTIONS AFTER ADMINISTRATION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104E7-F2F2-6931-EBD2-73C9F01C8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Check Hb level 4 weeks after administration</a:t>
            </a:r>
          </a:p>
          <a:p>
            <a:r>
              <a:rPr lang="en-US" sz="2200"/>
              <a:t>If there is no improvement or less than 1 gm/dl increase in Hb, look for other causes of anemia</a:t>
            </a:r>
          </a:p>
          <a:p>
            <a:r>
              <a:rPr lang="en-US" sz="2200"/>
              <a:t>IFA tablets need </a:t>
            </a:r>
            <a:r>
              <a:rPr lang="en-US" sz="2200" b="1"/>
              <a:t>not</a:t>
            </a:r>
            <a:r>
              <a:rPr lang="en-US" sz="2200"/>
              <a:t> be given for 3 months post full dose of infusion. Revaluate after 3 months regarding course of action.</a:t>
            </a:r>
          </a:p>
          <a:p>
            <a:r>
              <a:rPr lang="en-US" sz="2200"/>
              <a:t>Counsel the pregnant woman and family regarding appropriate diet.</a:t>
            </a:r>
          </a:p>
          <a:p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6295607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E3F6E4-42C7-1033-1006-A77B79E51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8" y="0"/>
            <a:ext cx="117783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944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3.7802"/>
  <p:tag name="SLIDO_PRESENTATION_ID" val="cea41368-b299-453a-86ac-367c32b5efe9"/>
  <p:tag name="SLIDO_EVENT_UUID" val="fcad33ae-25be-4cda-ad67-3ccd05ff2cd6"/>
  <p:tag name="SLIDO_EVENT_SECTION_UUID" val="e20e75c6-e565-4309-bef2-b02a4dc93b90"/>
</p:tagLst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/Relationships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Jhpiego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8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684FDF-ECB5-4D95-AD9B-F7E3763E2B16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2370</TotalTime>
  <Words>23516</Words>
  <Application>Microsoft Office PowerPoint</Application>
  <PresentationFormat>Widescreen</PresentationFormat>
  <Paragraphs>4491</Paragraphs>
  <Slides>380</Slides>
  <Notes>89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380</vt:i4>
      </vt:variant>
    </vt:vector>
  </HeadingPairs>
  <TitlesOfParts>
    <vt:vector size="390" baseType="lpstr">
      <vt:lpstr>Office 2013 - 2022 Theme</vt:lpstr>
      <vt:lpstr>Office Theme</vt:lpstr>
      <vt:lpstr>1_Office Theme</vt:lpstr>
      <vt:lpstr>2_Office Theme</vt:lpstr>
      <vt:lpstr>3_Office Theme</vt:lpstr>
      <vt:lpstr>Jhpiego Theme</vt:lpstr>
      <vt:lpstr>Organic</vt:lpstr>
      <vt:lpstr>5_Office Theme</vt:lpstr>
      <vt:lpstr>6_Office Theme</vt:lpstr>
      <vt:lpstr>7_Office Theme</vt:lpstr>
      <vt:lpstr>DAY : 1 </vt:lpstr>
      <vt:lpstr>Maternal Health</vt:lpstr>
      <vt:lpstr>PowerPoint Presentation</vt:lpstr>
      <vt:lpstr>Importance of diagnosing hypertensive disorders of pregnancy</vt:lpstr>
      <vt:lpstr>Effects of high BP on mother  and child during pregnancy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Iron deficiency Anemia in Pregnancy </vt:lpstr>
      <vt:lpstr> What is Anaemia ?</vt:lpstr>
      <vt:lpstr>Grades of anaemia in pregnancy </vt:lpstr>
      <vt:lpstr>PowerPoint Presentation</vt:lpstr>
      <vt:lpstr>Symptoms of Severe Anaemia</vt:lpstr>
      <vt:lpstr>Signs of severe Anaemia</vt:lpstr>
      <vt:lpstr>Diagnostic equipment for Anemia</vt:lpstr>
      <vt:lpstr>Methods of diagnosis</vt:lpstr>
      <vt:lpstr>What is FCM </vt:lpstr>
      <vt:lpstr>Indications for FCM </vt:lpstr>
      <vt:lpstr>Contraindications for FCM </vt:lpstr>
      <vt:lpstr>Comparison between Iron Sucrose and FCM …1</vt:lpstr>
      <vt:lpstr>Comparison between Iron Sucrose and FCM …2</vt:lpstr>
      <vt:lpstr>Dose Calculation of FCM </vt:lpstr>
      <vt:lpstr>Administration of FCM </vt:lpstr>
      <vt:lpstr>Precautions for FCM administration </vt:lpstr>
      <vt:lpstr>Management of adverse events following FCM administration</vt:lpstr>
      <vt:lpstr>FOLLOW UP ACTIONS AFTER ADMINISTRATION</vt:lpstr>
      <vt:lpstr>PowerPoint Presentation</vt:lpstr>
      <vt:lpstr>PowerPoint Presentation</vt:lpstr>
      <vt:lpstr>PowerPoint Presentation</vt:lpstr>
      <vt:lpstr>    Effects of GDM on Pregnant Woman and Newborn</vt:lpstr>
      <vt:lpstr>PowerPoint Presentation</vt:lpstr>
      <vt:lpstr>Consideration for GDM Screening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Medical Nutrition Therapy</vt:lpstr>
      <vt:lpstr>Management of GDM – Physical Exercise (contd.)</vt:lpstr>
      <vt:lpstr>PowerPoint Presentation</vt:lpstr>
      <vt:lpstr>PowerPoint Presentation</vt:lpstr>
      <vt:lpstr>Hypothyroidism and its significance during pregnancy</vt:lpstr>
      <vt:lpstr>Diagnostic equipment for Hypothyroidism</vt:lpstr>
      <vt:lpstr>Adverse effects of untreated hypothyroidism in mother and fetus/newborn</vt:lpstr>
      <vt:lpstr>Magnitude of the problem and target population</vt:lpstr>
      <vt:lpstr>PowerPoint Presentation</vt:lpstr>
      <vt:lpstr>Diagnostic criteria in pregnancy</vt:lpstr>
      <vt:lpstr>PowerPoint Presentation</vt:lpstr>
      <vt:lpstr>PowerPoint Presentation</vt:lpstr>
      <vt:lpstr>PowerPoint Presentation</vt:lpstr>
      <vt:lpstr>Effect of SCD  on Mother and Baby</vt:lpstr>
      <vt:lpstr>High Performance Liquid Chromatography</vt:lpstr>
      <vt:lpstr>PowerPoint Presentation</vt:lpstr>
      <vt:lpstr>Prevention and Management of SCD</vt:lpstr>
      <vt:lpstr>Assessment prior to conception/First visit post conception:</vt:lpstr>
      <vt:lpstr>Management of Sickle cell disease during Antenatal period</vt:lpstr>
      <vt:lpstr>Medications and Monitoring</vt:lpstr>
      <vt:lpstr>Management of Sickle cell disease during Antenatal period</vt:lpstr>
      <vt:lpstr>Management of Sickle cell disease during Antenatal period</vt:lpstr>
      <vt:lpstr>Diagnostic Test of Sickle Cell</vt:lpstr>
      <vt:lpstr>Modalities of screening, treatment and management</vt:lpstr>
      <vt:lpstr>Modalities of screening, treatment and management</vt:lpstr>
      <vt:lpstr>Modalities of screening, treatment and management</vt:lpstr>
      <vt:lpstr>Management of Sickle cell disease in 2nd &amp; 3rd trimester </vt:lpstr>
      <vt:lpstr>PowerPoint Presentation</vt:lpstr>
      <vt:lpstr>Acute Pain Crisis Management</vt:lpstr>
      <vt:lpstr>Mode and timing of delivery</vt:lpstr>
      <vt:lpstr>Roles &amp; Responsibilities of MO/OG</vt:lpstr>
      <vt:lpstr>PowerPoint Presentation</vt:lpstr>
      <vt:lpstr>Preterm birth - A leading cause of neonatal deaths in India</vt:lpstr>
      <vt:lpstr>PowerPoint Presentation</vt:lpstr>
      <vt:lpstr>Recognizing true labor </vt:lpstr>
      <vt:lpstr>Interventions done in mother to prevent neonatal complications:</vt:lpstr>
      <vt:lpstr>Antenatal corticosteroids</vt:lpstr>
      <vt:lpstr>When to give and when not to give ANCS</vt:lpstr>
      <vt:lpstr>PowerPoint Presentation</vt:lpstr>
      <vt:lpstr>Post partum Hemorrhage</vt:lpstr>
      <vt:lpstr>Identification of PPH</vt:lpstr>
      <vt:lpstr>PowerPoint Presentation</vt:lpstr>
      <vt:lpstr>PowerPoint Presentation</vt:lpstr>
      <vt:lpstr>PowerPoint Presentation</vt:lpstr>
      <vt:lpstr>PowerPoint Presentation</vt:lpstr>
      <vt:lpstr>Classification of hypovolemic shock</vt:lpstr>
      <vt:lpstr> Assessment of Blood Loss </vt:lpstr>
      <vt:lpstr>PowerPoint Presentation</vt:lpstr>
      <vt:lpstr>PowerPoint Presentation</vt:lpstr>
      <vt:lpstr>PowerPoint Presentation</vt:lpstr>
      <vt:lpstr>Cause Specific Management: Atonic PPH</vt:lpstr>
      <vt:lpstr>PowerPoint Presentation</vt:lpstr>
      <vt:lpstr>Bimanual Uterine Compression</vt:lpstr>
      <vt:lpstr>Compression of Abdominal Aorta</vt:lpstr>
      <vt:lpstr>Condom Tamponade</vt:lpstr>
      <vt:lpstr>PowerPoint Presentation</vt:lpstr>
      <vt:lpstr>Cause Specific Management: Tears or Trauma</vt:lpstr>
      <vt:lpstr>Key Messages</vt:lpstr>
      <vt:lpstr>PowerPoint Presentation</vt:lpstr>
      <vt:lpstr>PARTOGRAPH – CASE STUDY 1</vt:lpstr>
      <vt:lpstr>PowerPoint Presentation</vt:lpstr>
      <vt:lpstr>PARTOGRAPH – CASE STUDY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Clinical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messages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 of Care for Newborn at Birth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Monitoring of Baby (Delivery Case-sheet)</vt:lpstr>
      <vt:lpstr>PowerPoint Presentation</vt:lpstr>
      <vt:lpstr>PowerPoint Presentation</vt:lpstr>
      <vt:lpstr>PowerPoint Presentation</vt:lpstr>
      <vt:lpstr>RoP IEC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Home Message</vt:lpstr>
      <vt:lpstr>Thermal Control (KMC)</vt:lpstr>
      <vt:lpstr>PowerPoint Presentation</vt:lpstr>
      <vt:lpstr>PowerPoint Presentation</vt:lpstr>
      <vt:lpstr>ASSESSMENT OF TEMPERATURE BY TOUCH</vt:lpstr>
      <vt:lpstr>PowerPoint Presentation</vt:lpstr>
      <vt:lpstr>PowerPoint Presentation</vt:lpstr>
      <vt:lpstr>PowerPoint Presentation</vt:lpstr>
      <vt:lpstr>Wrapping and covering a baby</vt:lpstr>
      <vt:lpstr>PowerPoint Presentation</vt:lpstr>
      <vt:lpstr>PowerPoint Presentation</vt:lpstr>
      <vt:lpstr>PowerPoint Presentation</vt:lpstr>
      <vt:lpstr>Kangaroo positioning</vt:lpstr>
      <vt:lpstr>PowerPoint Presentation</vt:lpstr>
      <vt:lpstr>Monitoring </vt:lpstr>
      <vt:lpstr> Duration of KMC </vt:lpstr>
      <vt:lpstr>PowerPoint Presentation</vt:lpstr>
      <vt:lpstr>PowerPoint Presentation</vt:lpstr>
      <vt:lpstr>PowerPoint Presentation</vt:lpstr>
      <vt:lpstr>PowerPoint Presentation</vt:lpstr>
      <vt:lpstr>Breast Anatomy - Structure</vt:lpstr>
      <vt:lpstr>Oxytocin Reflex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Stabilize prior to transport</vt:lpstr>
      <vt:lpstr>Communication</vt:lpstr>
      <vt:lpstr>TemperatureMaintenance as per warm chain</vt:lpstr>
      <vt:lpstr>PowerPoint Presentation</vt:lpstr>
      <vt:lpstr>PowerPoint Presentation</vt:lpstr>
      <vt:lpstr>Prevention &amp; Management of Hypoxia</vt:lpstr>
      <vt:lpstr>Danger signs of newborn</vt:lpstr>
      <vt:lpstr>PowerPoint Presentation</vt:lpstr>
      <vt:lpstr>Childhood Pneumonia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Childhood Diarrhoea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Dose of ORS in 4 hours</vt:lpstr>
      <vt:lpstr>PowerPoint Presentation</vt:lpstr>
      <vt:lpstr>When to send child home &amp; Advice</vt:lpstr>
      <vt:lpstr>PowerPoint Presentation</vt:lpstr>
      <vt:lpstr>An Over View Immunization Programme  </vt:lpstr>
      <vt:lpstr>Introduction</vt:lpstr>
      <vt:lpstr>India’s Universal Immunization Programme (UIP)</vt:lpstr>
      <vt:lpstr>Roadmap of Introduction &amp; Expansion of New Vaccines</vt:lpstr>
      <vt:lpstr>Universal Immunization Programme (Scope and Scale in Odisha)</vt:lpstr>
      <vt:lpstr>Aim and objectives of UIP </vt:lpstr>
      <vt:lpstr>Full Immunization trend ( NFHS)</vt:lpstr>
      <vt:lpstr>Concept of Full Immunization Coverage (FIC) Plus</vt:lpstr>
      <vt:lpstr>Immunization programme Component </vt:lpstr>
      <vt:lpstr>VPDs </vt:lpstr>
      <vt:lpstr>PowerPoint Presentation</vt:lpstr>
      <vt:lpstr>Sequence , Site and Route of Vaccination at birth</vt:lpstr>
      <vt:lpstr>Sequence , Site and Route of Vaccination at 6th  Week</vt:lpstr>
      <vt:lpstr>Sequence , Site and Route of Vaccination at 10th  Week</vt:lpstr>
      <vt:lpstr>Sequence , Site and Route of Vaccination at 14th  Week</vt:lpstr>
      <vt:lpstr>Sequence , Site and Route of Vaccination at 9-11th month</vt:lpstr>
      <vt:lpstr>Sequence , Site and Route of Vaccination at 16-23 months</vt:lpstr>
      <vt:lpstr>PowerPoint Presentation</vt:lpstr>
      <vt:lpstr>Syringe and needle position for Vaccination </vt:lpstr>
      <vt:lpstr>PowerPoint Presentation</vt:lpstr>
      <vt:lpstr>Sensitivity of Vaccine to heat, light and freezing  </vt:lpstr>
      <vt:lpstr>PowerPoint Presentation</vt:lpstr>
      <vt:lpstr>PowerPoint Presentation</vt:lpstr>
      <vt:lpstr>Conditioning of Ice Packs</vt:lpstr>
      <vt:lpstr>Vaccine Arrangement at RI session sites </vt:lpstr>
      <vt:lpstr>Adverse event following immunization (AEFI)</vt:lpstr>
      <vt:lpstr>WHO cause specific definition of AEFIs</vt:lpstr>
      <vt:lpstr>Recognition of Anaphylaxis</vt:lpstr>
      <vt:lpstr>Steps for Initial Management of AEFI</vt:lpstr>
      <vt:lpstr>Managing AEFI </vt:lpstr>
      <vt:lpstr>Contents of the Anaphylaxis Kit </vt:lpstr>
      <vt:lpstr>Dose of Adrenaline </vt:lpstr>
      <vt:lpstr>Difference between AEFI Kit and Anaphylaxis kit </vt:lpstr>
      <vt:lpstr> Reporting of AEFIs  </vt:lpstr>
      <vt:lpstr> Immunization Wastes Segregation </vt:lpstr>
      <vt:lpstr>Monitoring and Supervision of RI Programme </vt:lpstr>
      <vt:lpstr>Reporting and recording of RI Programme </vt:lpstr>
      <vt:lpstr>DAY 2 Programs</vt:lpstr>
      <vt:lpstr>PowerPoint Presentation</vt:lpstr>
      <vt:lpstr>PowerPoint Presentation</vt:lpstr>
      <vt:lpstr>PowerPoint Presentation</vt:lpstr>
      <vt:lpstr>Requirements at VHSND/ UHSND site</vt:lpstr>
      <vt:lpstr>PowerPoint Presentation</vt:lpstr>
      <vt:lpstr>MCP card</vt:lpstr>
      <vt:lpstr>“Guidance Note on Optimizing Post-Natal Care”</vt:lpstr>
      <vt:lpstr>Framework to identify the high-risk post-natal mother</vt:lpstr>
      <vt:lpstr>PowerPoint Presentation</vt:lpstr>
      <vt:lpstr>Reporting, Monitoring and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HRP condition in MCP card</vt:lpstr>
      <vt:lpstr>PowerPoint Presentation</vt:lpstr>
      <vt:lpstr>HRP Condition to be evaluate in 1st visit</vt:lpstr>
      <vt:lpstr>HRP Condition to be evaluate in every visit/Subsequent visit</vt:lpstr>
      <vt:lpstr>PowerPoint Presentation</vt:lpstr>
      <vt:lpstr>PowerPoint Presentation</vt:lpstr>
      <vt:lpstr>The expert committee unanimously recommended the following investigation for all ANC cases at the facility level:</vt:lpstr>
      <vt:lpstr>Following investigations are recommended for every delivery cases at the time of admission for delivery at facility:</vt:lpstr>
      <vt:lpstr>Follow up Tracking for HRP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BPCR – Complication Readiness</vt:lpstr>
      <vt:lpstr>PMSMA &amp; EPMSMA</vt:lpstr>
      <vt:lpstr>Pradhan Mantri Surakshit Matritva Abhiyan (PMSMA)/Extended PMSMA</vt:lpstr>
      <vt:lpstr>PowerPoint Presentation</vt:lpstr>
      <vt:lpstr>Features</vt:lpstr>
      <vt:lpstr>Financial Support</vt:lpstr>
      <vt:lpstr>Non-Negotiable Component</vt:lpstr>
      <vt:lpstr>Flow of Beneficiary</vt:lpstr>
      <vt:lpstr>Roles and responsibility of Health care providers</vt:lpstr>
      <vt:lpstr>List of PMSMA HRP Condition (25)</vt:lpstr>
      <vt:lpstr>Integration of MCP card and PMSMA HRP condition</vt:lpstr>
      <vt:lpstr>Integration of MCP card and PMSMA HRP condition</vt:lpstr>
      <vt:lpstr>AMLAN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Modalities for Oral IFA consumptions for all age groups</vt:lpstr>
      <vt:lpstr>PowerPoint Presentation</vt:lpstr>
      <vt:lpstr>PowerPoint Presentation</vt:lpstr>
      <vt:lpstr>PowerPoint Presentation</vt:lpstr>
      <vt:lpstr>PowerPoint Presentation</vt:lpstr>
      <vt:lpstr>Way Forward</vt:lpstr>
      <vt:lpstr> Home Based Newborn &amp; Young Child Care</vt:lpstr>
      <vt:lpstr>HBNC</vt:lpstr>
      <vt:lpstr>HBYC</vt:lpstr>
      <vt:lpstr>Skill Needed for HBNC</vt:lpstr>
      <vt:lpstr>Skill Needed for HBYC</vt:lpstr>
      <vt:lpstr>Recording</vt:lpstr>
      <vt:lpstr>SUPPLY CHAIN MANGEMENT</vt:lpstr>
      <vt:lpstr>FLOW OF INDENT</vt:lpstr>
      <vt:lpstr>ISSUE OF DRUGS</vt:lpstr>
      <vt:lpstr>INVENTORY MANAGEMENT</vt:lpstr>
      <vt:lpstr>INVENTORY MANAGEMENT</vt:lpstr>
      <vt:lpstr>BASIC PRINCIPLE </vt:lpstr>
      <vt:lpstr>Monthly Indent Calendar</vt:lpstr>
      <vt:lpstr>INVENTORY MANAGEMENT</vt:lpstr>
      <vt:lpstr>INVENTORY MANAGEMENT</vt:lpstr>
      <vt:lpstr>MONTHLY AVERAGE CONSUMPTION Ex- Tab. Pantoprazole 40 mg</vt:lpstr>
      <vt:lpstr>PowerPoint Presentation</vt:lpstr>
      <vt:lpstr>FORECASTING</vt:lpstr>
      <vt:lpstr>FORECASTING</vt:lpstr>
      <vt:lpstr>FORECASTING</vt:lpstr>
      <vt:lpstr>SMART MOVES</vt:lpstr>
      <vt:lpstr>Block Drug &amp; Therapeutics Committee (BDTC)</vt:lpstr>
      <vt:lpstr>ANNUAL PROCUREMENT PLAN</vt:lpstr>
      <vt:lpstr>STEPS INVOLVED IN PREPARATION OF AAP</vt:lpstr>
      <vt:lpstr>PowerPoint Presentation</vt:lpstr>
      <vt:lpstr>How to Rationalise Indents</vt:lpstr>
      <vt:lpstr>Role &amp; Responsibilities of  MO I/C</vt:lpstr>
      <vt:lpstr>Role &amp; Responsibilities of  Pharmacy Officer</vt:lpstr>
      <vt:lpstr> Instrument Processing </vt:lpstr>
      <vt:lpstr>PowerPoint Presentation</vt:lpstr>
      <vt:lpstr>PowerPoint Presentation</vt:lpstr>
      <vt:lpstr>Hypochlorite solution available concentration and dilution</vt:lpstr>
      <vt:lpstr>High Level disinfection/ Chemical sterilization</vt:lpstr>
      <vt:lpstr>PowerPoint Presentation</vt:lpstr>
      <vt:lpstr>PowerPoint Presentation</vt:lpstr>
      <vt:lpstr>Test Details As per Notification</vt:lpstr>
      <vt:lpstr>List of tests as per Type facility including</vt:lpstr>
      <vt:lpstr>List of tests as per Type facility including</vt:lpstr>
      <vt:lpstr>List of tests as per Type facility including</vt:lpstr>
      <vt:lpstr>List of tests as per Type facility including</vt:lpstr>
      <vt:lpstr>PowerPoint Presentation</vt:lpstr>
      <vt:lpstr>PowerPoint Presentation</vt:lpstr>
      <vt:lpstr>PowerPoint Presentation</vt:lpstr>
      <vt:lpstr>PowerPoint Presentation</vt:lpstr>
      <vt:lpstr>MDR Process</vt:lpstr>
      <vt:lpstr>CDR Process</vt:lpstr>
      <vt:lpstr>PowerPoint Presentation</vt:lpstr>
      <vt:lpstr>PowerPoint Presentation</vt:lpstr>
      <vt:lpstr>PowerPoint Presentation</vt:lpstr>
      <vt:lpstr>Dummy Data for group work </vt:lpstr>
      <vt:lpstr>Answer key </vt:lpstr>
      <vt:lpstr>Reporting &amp;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</dc:title>
  <dc:creator>Nilophor; Rudra Das</dc:creator>
  <cp:lastModifiedBy>sibasish swain</cp:lastModifiedBy>
  <cp:revision>77</cp:revision>
  <cp:lastPrinted>2026-06-06T05:30:39Z</cp:lastPrinted>
  <dcterms:created xsi:type="dcterms:W3CDTF">2026-06-03T10:15:04Z</dcterms:created>
  <dcterms:modified xsi:type="dcterms:W3CDTF">2026-08-22T11:46:46Z</dcterms:modified>
</cp:coreProperties>
</file>