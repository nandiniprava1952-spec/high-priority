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C3: SOP: Transportation of High-Risk Pregnancies to MCH/FRU</a:t>
            </a:r>
          </a:p>
          <a:p>
            <a:r>
              <a:t>Module: Day 2 – Programs &amp; Systems</a:t>
            </a:r>
          </a:p>
          <a:p/>
          <a:p>
            <a:r>
              <a:t>Key content covered in source deck:</a:t>
            </a:r>
          </a:p>
          <a:p>
            <a:r>
              <a:t>- STANDARD OPERATING PROCEDURE</a:t>
            </a:r>
          </a:p>
          <a:p>
            <a:r>
              <a:t>- TRANSPORTATION OF HIGH-RISK PREGNANCIES TO MCHs / FUNCTIONAL FRUs</a:t>
            </a:r>
          </a:p>
          <a:p>
            <a:r>
              <a:t>- Topic: 3</a:t>
            </a:r>
          </a:p>
          <a:p>
            <a:r>
              <a:t>- REFERRAL LINKAGE</a:t>
            </a:r>
          </a:p>
          <a:p>
            <a:r>
              <a:t>- Tagging Calls to the Right FRU</a:t>
            </a:r>
          </a:p>
          <a:p>
            <a:r>
              <a:t>- 108 Emergency Call Centre</a:t>
            </a:r>
          </a:p>
          <a:p>
            <a:r>
              <a:t>- The 108 Emergency Call Centre shall ensure that referral calls from the concerned blocks are linked to the respective tagged FRUs, as indicated in Annexure I.</a:t>
            </a:r>
          </a:p>
          <a:p>
            <a:r>
              <a:t>- Referring Facilities (Block Level)</a:t>
            </a:r>
          </a:p>
          <a:p>
            <a:r>
              <a:t>- Referring facilities at the block level (SC/PHC/CHC/SDH) shall initiate referrals to the tagged FRU, unless diversion is required due to unavoidable circumstances.</a:t>
            </a:r>
          </a:p>
          <a:p>
            <a:r>
              <a:t>- CALL &amp; DISPATCH</a:t>
            </a:r>
          </a:p>
          <a:p>
            <a:r>
              <a:t>- Confirming High-Risk Status and Dispatch</a:t>
            </a:r>
          </a:p>
          <a:p>
            <a:r>
              <a:t>- Confirmation of High-Risk Status</a:t>
            </a:r>
          </a:p>
          <a:p>
            <a:r>
              <a:t>- If the call from HRP is given to 108 from home by ASHA/or attendant of pregnant women, then confirmation of high risk status will be made by ensuring the RED card availability with delivery case or by enquiring of any complicated condition/ danger sign condition. In such cases, the delivery case is to be referred to the functional FRU as per the tagged block list.</a:t>
            </a:r>
          </a:p>
          <a:p>
            <a:r>
              <a:t>- Call Centre Action</a:t>
            </a:r>
          </a:p>
          <a:p>
            <a:r>
              <a:t>- The call centre shall dispatch the ambulance and simultaneously send an SMS to the referral nodal officer of the tagged facility to ensure advance preparedness for receiving the patient.</a:t>
            </a:r>
          </a:p>
          <a:p>
            <a:r>
              <a:t>- REFERRAL SLIP</a:t>
            </a:r>
          </a:p>
          <a:p>
            <a:r>
              <a:t>- Who Signs the Referral Slip</a:t>
            </a:r>
          </a:p>
          <a:p>
            <a:r>
              <a:t>- Receiving the Patient</a:t>
            </a:r>
          </a:p>
          <a:p>
            <a:r>
              <a:t>- The 108 EMAS /Janani driver shall receive the patient along with a properly filled referral slip signed by the Medical Officer of the referring facility.</a:t>
            </a:r>
          </a:p>
          <a:p>
            <a:r>
              <a:t>- Below CHC Level (PHC / Sub Centre)</a:t>
            </a:r>
          </a:p>
          <a:p>
            <a:r>
              <a:t>- In facilities below CHC level, ie., PHC, the Medical Officer/AYUSH doctor who ever has treated the case, shall sign the referral slip. In case of non-availability of Medical Officer, senior nursing officer/ on duty nursing officer of the facility/and HW(F) in case of sub center shall sign the referral slip.</a:t>
            </a:r>
          </a:p>
          <a:p>
            <a:r>
              <a:t>- Night Hours</a:t>
            </a:r>
          </a:p>
          <a:p>
            <a:r>
              <a:t>- If the referral is done during night hours the available MO /Nursing officer will give the referral slip to the maternity case while referring.</a:t>
            </a:r>
          </a:p>
          <a:p>
            <a:r>
              <a:t>- HANDOVER</a:t>
            </a:r>
          </a:p>
          <a:p>
            <a:r>
              <a:t>- Receiving the Patient at the Facility</a:t>
            </a:r>
          </a:p>
          <a:p/>
          <a:p>
            <a:r>
              <a:t>Facilitator reminder: cross-check this section against the training checklist (module_C / grp_C3)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3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2 – PROGRAMS &amp;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C3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SOP: Transportation of High-Risk Pregnancies to MCH/FRU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