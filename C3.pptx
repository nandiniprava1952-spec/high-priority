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diagrams/colors16.xml" ContentType="application/vnd.openxmlformats-officedocument.drawingml.diagramColors+xml"/>
  <Override PartName="/ppt/diagrams/colors17.xml" ContentType="application/vnd.openxmlformats-officedocument.drawingml.diagramColors+xml"/>
  <Override PartName="/ppt/diagrams/colors18.xml" ContentType="application/vnd.openxmlformats-officedocument.drawingml.diagramColors+xml"/>
  <Override PartName="/ppt/diagrams/data16.xml" ContentType="application/vnd.openxmlformats-officedocument.drawingml.diagramData+xml"/>
  <Override PartName="/ppt/diagrams/data17.xml" ContentType="application/vnd.openxmlformats-officedocument.drawingml.diagramData+xml"/>
  <Override PartName="/ppt/diagrams/data18.xml" ContentType="application/vnd.openxmlformats-officedocument.drawingml.diagramData+xml"/>
  <Override PartName="/ppt/diagrams/drawing16.xml" ContentType="application/vnd.ms-office.drawingml.diagramDrawing+xml"/>
  <Override PartName="/ppt/diagrams/drawing17.xml" ContentType="application/vnd.ms-office.drawingml.diagramDrawing+xml"/>
  <Override PartName="/ppt/diagrams/drawing18.xml" ContentType="application/vnd.ms-office.drawingml.diagramDrawing+xml"/>
  <Override PartName="/ppt/diagrams/layout16.xml" ContentType="application/vnd.openxmlformats-officedocument.drawingml.diagramLayout+xml"/>
  <Override PartName="/ppt/diagrams/layout17.xml" ContentType="application/vnd.openxmlformats-officedocument.drawingml.diagramLayout+xml"/>
  <Override PartName="/ppt/diagrams/layout18.xml" ContentType="application/vnd.openxmlformats-officedocument.drawingml.diagramLayout+xml"/>
  <Override PartName="/ppt/diagrams/quickStyle16.xml" ContentType="application/vnd.openxmlformats-officedocument.drawingml.diagramStyle+xml"/>
  <Override PartName="/ppt/diagrams/quickStyle17.xml" ContentType="application/vnd.openxmlformats-officedocument.drawingml.diagramStyle+xml"/>
  <Override PartName="/ppt/diagrams/quickStyle18.xml" ContentType="application/vnd.openxmlformats-officedocument.drawingml.diagramStyle+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Masters/slideMaster1.xml" ContentType="application/vnd.openxmlformats-officedocument.presentationml.slideMaster+xml"/>
  <Override PartName="/ppt/slideMasters/slideMaster10.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10.xml" ContentType="application/vnd.openxmlformats-officedocument.theme+xml"/>
  <Override PartName="/ppt/theme/theme11.xml" ContentType="application/vnd.openxmlformats-officedocument.theme+xml"/>
  <Override PartName="/ppt/theme/theme12.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99" r:id="rId1"/>
    <p:sldMasterId id="2147483717" r:id="rId2"/>
    <p:sldMasterId id="2147483729" r:id="rId3"/>
    <p:sldMasterId id="2147483745" r:id="rId4"/>
    <p:sldMasterId id="2147483748" r:id="rId5"/>
    <p:sldMasterId id="2147483766" r:id="rId6"/>
    <p:sldMasterId id="2147483790" r:id="rId7"/>
    <p:sldMasterId id="2147483808" r:id="rId8"/>
    <p:sldMasterId id="2147483821" r:id="rId9"/>
    <p:sldMasterId id="2147483833" r:id="rId10"/>
  </p:sldMasterIdLst>
  <p:notesMasterIdLst>
    <p:notesMasterId r:id="rId391"/>
  </p:notesMasterIdLst>
  <p:handoutMasterIdLst>
    <p:handoutMasterId r:id="rId392"/>
  </p:handoutMasterIdLst>
  <p:sldIdLst>
    <p:sldId id="2147470849" r:id="rId283"/>
    <p:sldId id="2147470850" r:id="rId284"/>
    <p:sldId id="2147470851" r:id="rId285"/>
    <p:sldId id="2147470852" r:id="rId286"/>
    <p:sldId id="2147470853" r:id="rId287"/>
    <p:sldId id="2147470854" r:id="rId288"/>
    <p:sldId id="2147470855" r:id="rId289"/>
    <p:sldId id="2147470643" r:id="rId290"/>
    <p:sldId id="2147470732" r:id="rId291"/>
    <p:sldId id="2147470579" r:id="rId292"/>
    <p:sldId id="2147470733" r:id="rId293"/>
    <p:sldId id="2147470734" r:id="rId294"/>
    <p:sldId id="2147470842" r:id="rId295"/>
    <p:sldId id="2147470735" r:id="rId296"/>
    <p:sldId id="267" r:id="rId297"/>
    <p:sldId id="2147470843" r:id="rId298"/>
    <p:sldId id="2147470844" r:id="rId299"/>
  </p:sldIdLst>
  <p:sldSz cx="12192000" cy="6858000"/>
  <p:notesSz cx="7104063" cy="10234613"/>
  <p:custDataLst>
    <p:tags r:id="rId393"/>
  </p:custData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7807B35-6682-E863-7CDC-BAFFABE6384C}" name="Dande Venkata Sireesha" initials="DS" userId="S::dsireesha@jhpiego.org::38427968-4704-4b19-87c8-b85b3f92401e"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33CCCC"/>
    <a:srgbClr val="EA2E52"/>
    <a:srgbClr val="EC848E"/>
    <a:srgbClr val="F3F3F3"/>
    <a:srgbClr val="EAD5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8FD4443E-F989-4FC4-A0C8-D5A2AF1F390B}" styleName="Dark Style 1 – Accent 5">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5"/>
          </a:solidFill>
        </a:fill>
      </a:tcStyle>
    </a:wholeTbl>
    <a:band1H>
      <a:tcStyle>
        <a:tcBdr/>
        <a:fill>
          <a:solidFill>
            <a:schemeClr val="accent5">
              <a:shade val="60000"/>
            </a:schemeClr>
          </a:solidFill>
        </a:fill>
      </a:tcStyle>
    </a:band1H>
    <a:band1V>
      <a:tcStyle>
        <a:tcBdr/>
        <a:fill>
          <a:solidFill>
            <a:schemeClr val="accent5">
              <a:shade val="60000"/>
            </a:schemeClr>
          </a:solidFill>
        </a:fill>
      </a:tcStyle>
    </a:band1V>
    <a:lastCol>
      <a:tcTxStyle b="on"/>
      <a:tcStyle>
        <a:tcBdr>
          <a:left>
            <a:ln w="25400" cmpd="sng">
              <a:solidFill>
                <a:schemeClr val="lt1"/>
              </a:solidFill>
            </a:ln>
          </a:left>
        </a:tcBdr>
        <a:fill>
          <a:solidFill>
            <a:schemeClr val="accent5">
              <a:shade val="60000"/>
            </a:schemeClr>
          </a:solidFill>
        </a:fill>
      </a:tcStyle>
    </a:lastCol>
    <a:firstCol>
      <a:tcTxStyle b="on"/>
      <a:tcStyle>
        <a:tcBdr>
          <a:right>
            <a:ln w="25400" cmpd="sng">
              <a:solidFill>
                <a:schemeClr val="lt1"/>
              </a:solidFill>
            </a:ln>
          </a:right>
        </a:tcBdr>
        <a:fill>
          <a:solidFill>
            <a:schemeClr val="accent5">
              <a:shade val="60000"/>
            </a:schemeClr>
          </a:solidFill>
        </a:fill>
      </a:tcStyle>
    </a:firstCol>
    <a:lastRow>
      <a:tcTxStyle b="on"/>
      <a:tcStyle>
        <a:tcBdr>
          <a:top>
            <a:ln w="25400" cmpd="sng">
              <a:solidFill>
                <a:schemeClr val="lt1"/>
              </a:solidFill>
            </a:ln>
          </a:top>
        </a:tcBdr>
        <a:fill>
          <a:solidFill>
            <a:schemeClr val="accent5">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086"/>
    <p:restoredTop sz="94656"/>
  </p:normalViewPr>
  <p:slideViewPr>
    <p:cSldViewPr snapToGrid="0">
      <p:cViewPr varScale="1">
        <p:scale>
          <a:sx n="59" d="100"/>
          <a:sy n="59" d="100"/>
        </p:scale>
        <p:origin x="996"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Master" Target="slideMasters/slideMaster4.xml"/><Relationship Id="rId5" Type="http://schemas.openxmlformats.org/officeDocument/2006/relationships/slideMaster" Target="slideMasters/slideMaster5.xml"/><Relationship Id="rId6" Type="http://schemas.openxmlformats.org/officeDocument/2006/relationships/slideMaster" Target="slideMasters/slideMaster6.xml"/><Relationship Id="rId7" Type="http://schemas.openxmlformats.org/officeDocument/2006/relationships/slideMaster" Target="slideMasters/slideMaster7.xml"/><Relationship Id="rId8" Type="http://schemas.openxmlformats.org/officeDocument/2006/relationships/slideMaster" Target="slideMasters/slideMaster8.xml"/><Relationship Id="rId9" Type="http://schemas.openxmlformats.org/officeDocument/2006/relationships/slideMaster" Target="slideMasters/slideMaster9.xml"/><Relationship Id="rId10" Type="http://schemas.openxmlformats.org/officeDocument/2006/relationships/slideMaster" Target="slideMasters/slideMaster10.xml"/><Relationship Id="rId283" Type="http://schemas.openxmlformats.org/officeDocument/2006/relationships/slide" Target="slides/slide273.xml"/><Relationship Id="rId284" Type="http://schemas.openxmlformats.org/officeDocument/2006/relationships/slide" Target="slides/slide274.xml"/><Relationship Id="rId285" Type="http://schemas.openxmlformats.org/officeDocument/2006/relationships/slide" Target="slides/slide275.xml"/><Relationship Id="rId286" Type="http://schemas.openxmlformats.org/officeDocument/2006/relationships/slide" Target="slides/slide276.xml"/><Relationship Id="rId287" Type="http://schemas.openxmlformats.org/officeDocument/2006/relationships/slide" Target="slides/slide277.xml"/><Relationship Id="rId288" Type="http://schemas.openxmlformats.org/officeDocument/2006/relationships/slide" Target="slides/slide278.xml"/><Relationship Id="rId289" Type="http://schemas.openxmlformats.org/officeDocument/2006/relationships/slide" Target="slides/slide279.xml"/><Relationship Id="rId290" Type="http://schemas.openxmlformats.org/officeDocument/2006/relationships/slide" Target="slides/slide280.xml"/><Relationship Id="rId291" Type="http://schemas.openxmlformats.org/officeDocument/2006/relationships/slide" Target="slides/slide281.xml"/><Relationship Id="rId292" Type="http://schemas.openxmlformats.org/officeDocument/2006/relationships/slide" Target="slides/slide282.xml"/><Relationship Id="rId293" Type="http://schemas.openxmlformats.org/officeDocument/2006/relationships/slide" Target="slides/slide283.xml"/><Relationship Id="rId294" Type="http://schemas.openxmlformats.org/officeDocument/2006/relationships/slide" Target="slides/slide284.xml"/><Relationship Id="rId295" Type="http://schemas.openxmlformats.org/officeDocument/2006/relationships/slide" Target="slides/slide285.xml"/><Relationship Id="rId296" Type="http://schemas.openxmlformats.org/officeDocument/2006/relationships/slide" Target="slides/slide286.xml"/><Relationship Id="rId297" Type="http://schemas.openxmlformats.org/officeDocument/2006/relationships/slide" Target="slides/slide287.xml"/><Relationship Id="rId298" Type="http://schemas.openxmlformats.org/officeDocument/2006/relationships/slide" Target="slides/slide288.xml"/><Relationship Id="rId299" Type="http://schemas.openxmlformats.org/officeDocument/2006/relationships/slide" Target="slides/slide289.xml"/><Relationship Id="rId391" Type="http://schemas.openxmlformats.org/officeDocument/2006/relationships/notesMaster" Target="notesMasters/notesMaster1.xml"/><Relationship Id="rId392" Type="http://schemas.openxmlformats.org/officeDocument/2006/relationships/handoutMaster" Target="handoutMasters/handoutMaster1.xml"/><Relationship Id="rId393" Type="http://schemas.openxmlformats.org/officeDocument/2006/relationships/tags" Target="tags/tag1.xml"/><Relationship Id="rId394" Type="http://schemas.openxmlformats.org/officeDocument/2006/relationships/presProps" Target="presProps.xml"/><Relationship Id="rId395" Type="http://schemas.openxmlformats.org/officeDocument/2006/relationships/viewProps" Target="viewProps.xml"/><Relationship Id="rId396" Type="http://schemas.openxmlformats.org/officeDocument/2006/relationships/theme" Target="theme/theme1.xml"/><Relationship Id="rId397" Type="http://schemas.openxmlformats.org/officeDocument/2006/relationships/tableStyles" Target="tableStyles.xml"/><Relationship Id="rId398" Type="http://schemas.microsoft.com/office/2018/10/relationships/authors" Target="authors.xml"/></Relationships>
</file>

<file path=ppt/diagrams/colors16.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xml><?xml version="1.0" encoding="utf-8"?>
<dgm:colorsDef xmlns:dgm="http://schemas.openxmlformats.org/drawingml/2006/diagram" xmlns:a="http://schemas.openxmlformats.org/drawingml/2006/main" uniqueId="urn:microsoft.com/office/officeart/2005/8/colors/accent5_2">
  <dgm:title val=""/>
  <dgm:desc val=""/>
  <dgm:catLst>
    <dgm:cat type="accent5" pri="11200"/>
  </dgm:catLst>
  <dgm:styleLbl name="node0">
    <dgm:fillClrLst meth="repeat">
      <a:schemeClr val="accent5"/>
    </dgm:fillClrLst>
    <dgm:linClrLst meth="repeat">
      <a:schemeClr val="lt1"/>
    </dgm:linClrLst>
    <dgm:effectClrLst/>
    <dgm:txLinClrLst/>
    <dgm:txFillClrLst/>
    <dgm:txEffectClrLst/>
  </dgm:styleLbl>
  <dgm:styleLbl name="node1">
    <dgm:fillClrLst meth="repeat">
      <a:schemeClr val="accent5"/>
    </dgm:fillClrLst>
    <dgm:linClrLst meth="repeat">
      <a:schemeClr val="lt1"/>
    </dgm:linClrLst>
    <dgm:effectClrLst/>
    <dgm:txLinClrLst/>
    <dgm:txFillClrLst/>
    <dgm:txEffectClrLst/>
  </dgm:styleLbl>
  <dgm:styleLbl name="alignNode1">
    <dgm:fillClrLst meth="repeat">
      <a:schemeClr val="accent5"/>
    </dgm:fillClrLst>
    <dgm:linClrLst meth="repeat">
      <a:schemeClr val="accent5"/>
    </dgm:linClrLst>
    <dgm:effectClrLst/>
    <dgm:txLinClrLst/>
    <dgm:txFillClrLst/>
    <dgm:txEffectClrLst/>
  </dgm:styleLbl>
  <dgm:styleLbl name="lnNode1">
    <dgm:fillClrLst meth="repeat">
      <a:schemeClr val="accent5"/>
    </dgm:fillClrLst>
    <dgm:linClrLst meth="repeat">
      <a:schemeClr val="lt1"/>
    </dgm:linClrLst>
    <dgm:effectClrLst/>
    <dgm:txLinClrLst/>
    <dgm:txFillClrLst/>
    <dgm:txEffectClrLst/>
  </dgm:styleLbl>
  <dgm:styleLbl name="vennNode1">
    <dgm:fillClrLst meth="repeat">
      <a:schemeClr val="accent5">
        <a:alpha val="50000"/>
      </a:schemeClr>
    </dgm:fillClrLst>
    <dgm:linClrLst meth="repeat">
      <a:schemeClr val="lt1"/>
    </dgm:linClrLst>
    <dgm:effectClrLst/>
    <dgm:txLinClrLst/>
    <dgm:txFillClrLst/>
    <dgm:txEffectClrLst/>
  </dgm:styleLbl>
  <dgm:styleLbl name="node2">
    <dgm:fillClrLst meth="repeat">
      <a:schemeClr val="accent5"/>
    </dgm:fillClrLst>
    <dgm:linClrLst meth="repeat">
      <a:schemeClr val="lt1"/>
    </dgm:linClrLst>
    <dgm:effectClrLst/>
    <dgm:txLinClrLst/>
    <dgm:txFillClrLst/>
    <dgm:txEffectClrLst/>
  </dgm:styleLbl>
  <dgm:styleLbl name="node3">
    <dgm:fillClrLst meth="repeat">
      <a:schemeClr val="accent5"/>
    </dgm:fillClrLst>
    <dgm:linClrLst meth="repeat">
      <a:schemeClr val="lt1"/>
    </dgm:linClrLst>
    <dgm:effectClrLst/>
    <dgm:txLinClrLst/>
    <dgm:txFillClrLst/>
    <dgm:txEffectClrLst/>
  </dgm:styleLbl>
  <dgm:styleLbl name="node4">
    <dgm:fillClrLst meth="repeat">
      <a:schemeClr val="accent5"/>
    </dgm:fillClrLst>
    <dgm:linClrLst meth="repeat">
      <a:schemeClr val="lt1"/>
    </dgm:linClrLst>
    <dgm:effectClrLst/>
    <dgm:txLinClrLst/>
    <dgm:txFillClrLst/>
    <dgm:txEffectClrLst/>
  </dgm:styleLbl>
  <dgm:styleLbl name="fg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5">
        <a:tint val="60000"/>
      </a:schemeClr>
    </dgm:fillClrLst>
    <dgm:linClrLst meth="repeat">
      <a:schemeClr val="accent5">
        <a:tint val="60000"/>
      </a:schemeClr>
    </dgm:linClrLst>
    <dgm:effectClrLst/>
    <dgm:txLinClrLst/>
    <dgm:txFillClrLst/>
    <dgm:txEffectClrLst/>
  </dgm:styleLbl>
  <dgm:styleLbl name="fgSibTrans2D1">
    <dgm:fillClrLst meth="repeat">
      <a:schemeClr val="accent5">
        <a:tint val="60000"/>
      </a:schemeClr>
    </dgm:fillClrLst>
    <dgm:linClrLst meth="repeat">
      <a:schemeClr val="accent5">
        <a:tint val="60000"/>
      </a:schemeClr>
    </dgm:linClrLst>
    <dgm:effectClrLst/>
    <dgm:txLinClrLst/>
    <dgm:txFillClrLst/>
    <dgm:txEffectClrLst/>
  </dgm:styleLbl>
  <dgm:styleLbl name="bgSibTrans2D1">
    <dgm:fillClrLst meth="repeat">
      <a:schemeClr val="accent5">
        <a:tint val="60000"/>
      </a:schemeClr>
    </dgm:fillClrLst>
    <dgm:linClrLst meth="repeat">
      <a:schemeClr val="accent5">
        <a:tint val="60000"/>
      </a:schemeClr>
    </dgm:linClrLst>
    <dgm:effectClrLst/>
    <dgm:txLinClrLst/>
    <dgm:txFillClrLst/>
    <dgm:txEffectClrLst/>
  </dgm:styleLbl>
  <dgm:styleLbl name="sibTrans1D1">
    <dgm:fillClrLst meth="repeat">
      <a:schemeClr val="accent5"/>
    </dgm:fillClrLst>
    <dgm:linClrLst meth="repeat">
      <a:schemeClr val="accent5"/>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dgm:linClrLst>
    <dgm:effectClrLst/>
    <dgm:txLinClrLst/>
    <dgm:txFillClrLst/>
    <dgm:txEffectClrLst/>
  </dgm:styleLbl>
  <dgm:styleLbl name="asst1">
    <dgm:fillClrLst meth="repeat">
      <a:schemeClr val="accent5"/>
    </dgm:fillClrLst>
    <dgm:linClrLst meth="repeat">
      <a:schemeClr val="lt1"/>
    </dgm:linClrLst>
    <dgm:effectClrLst/>
    <dgm:txLinClrLst/>
    <dgm:txFillClrLst/>
    <dgm:txEffectClrLst/>
  </dgm:styleLbl>
  <dgm:styleLbl name="asst2">
    <dgm:fillClrLst meth="repeat">
      <a:schemeClr val="accent5"/>
    </dgm:fillClrLst>
    <dgm:linClrLst meth="repeat">
      <a:schemeClr val="lt1"/>
    </dgm:linClrLst>
    <dgm:effectClrLst/>
    <dgm:txLinClrLst/>
    <dgm:txFillClrLst/>
    <dgm:txEffectClrLst/>
  </dgm:styleLbl>
  <dgm:styleLbl name="asst3">
    <dgm:fillClrLst meth="repeat">
      <a:schemeClr val="accent5"/>
    </dgm:fillClrLst>
    <dgm:linClrLst meth="repeat">
      <a:schemeClr val="lt1"/>
    </dgm:linClrLst>
    <dgm:effectClrLst/>
    <dgm:txLinClrLst/>
    <dgm:txFillClrLst/>
    <dgm:txEffectClrLst/>
  </dgm:styleLbl>
  <dgm:styleLbl name="asst4">
    <dgm:fillClrLst meth="repeat">
      <a:schemeClr val="accent5"/>
    </dgm:fillClrLst>
    <dgm:linClrLst meth="repeat">
      <a:schemeClr val="lt1"/>
    </dgm:linClrLst>
    <dgm:effectClrLst/>
    <dgm:txLinClrLst/>
    <dgm:txFillClrLst/>
    <dgm:txEffectClrLst/>
  </dgm:styleLbl>
  <dgm:styleLbl name="parChTrans2D1">
    <dgm:fillClrLst meth="repeat">
      <a:schemeClr val="accent5">
        <a:tint val="60000"/>
      </a:schemeClr>
    </dgm:fillClrLst>
    <dgm:linClrLst meth="repeat">
      <a:schemeClr val="accent5">
        <a:tint val="60000"/>
      </a:schemeClr>
    </dgm:linClrLst>
    <dgm:effectClrLst/>
    <dgm:txLinClrLst/>
    <dgm:txFillClrLst meth="repeat">
      <a:schemeClr val="lt1"/>
    </dgm:txFillClrLst>
    <dgm:txEffectClrLst/>
  </dgm:styleLbl>
  <dgm:styleLbl name="parChTrans2D2">
    <dgm:fillClrLst meth="repeat">
      <a:schemeClr val="accent5"/>
    </dgm:fillClrLst>
    <dgm:linClrLst meth="repeat">
      <a:schemeClr val="accent5"/>
    </dgm:linClrLst>
    <dgm:effectClrLst/>
    <dgm:txLinClrLst/>
    <dgm:txFillClrLst meth="repeat">
      <a:schemeClr val="lt1"/>
    </dgm:txFillClrLst>
    <dgm:txEffectClrLst/>
  </dgm:styleLbl>
  <dgm:styleLbl name="parChTrans2D3">
    <dgm:fillClrLst meth="repeat">
      <a:schemeClr val="accent5"/>
    </dgm:fillClrLst>
    <dgm:linClrLst meth="repeat">
      <a:schemeClr val="accent5"/>
    </dgm:linClrLst>
    <dgm:effectClrLst/>
    <dgm:txLinClrLst/>
    <dgm:txFillClrLst meth="repeat">
      <a:schemeClr val="lt1"/>
    </dgm:txFillClrLst>
    <dgm:txEffectClrLst/>
  </dgm:styleLbl>
  <dgm:styleLbl name="parChTrans2D4">
    <dgm:fillClrLst meth="repeat">
      <a:schemeClr val="accent5"/>
    </dgm:fillClrLst>
    <dgm:linClrLst meth="repeat">
      <a:schemeClr val="accent5"/>
    </dgm:linClrLst>
    <dgm:effectClrLst/>
    <dgm:txLinClrLst/>
    <dgm:txFillClrLst meth="repeat">
      <a:schemeClr val="lt1"/>
    </dgm:txFillClrLst>
    <dgm:txEffectClrLst/>
  </dgm:styleLbl>
  <dgm:styleLbl name="parChTrans1D1">
    <dgm:fillClrLst meth="repeat">
      <a:schemeClr val="accent5"/>
    </dgm:fillClrLst>
    <dgm:linClrLst meth="repeat">
      <a:schemeClr val="accent5">
        <a:shade val="60000"/>
      </a:schemeClr>
    </dgm:linClrLst>
    <dgm:effectClrLst/>
    <dgm:txLinClrLst/>
    <dgm:txFillClrLst meth="repeat">
      <a:schemeClr val="tx1"/>
    </dgm:txFillClrLst>
    <dgm:txEffectClrLst/>
  </dgm:styleLbl>
  <dgm:styleLbl name="parChTrans1D2">
    <dgm:fillClrLst meth="repeat">
      <a:schemeClr val="accent5"/>
    </dgm:fillClrLst>
    <dgm:linClrLst meth="repeat">
      <a:schemeClr val="accent5">
        <a:shade val="60000"/>
      </a:schemeClr>
    </dgm:linClrLst>
    <dgm:effectClrLst/>
    <dgm:txLinClrLst/>
    <dgm:txFillClrLst meth="repeat">
      <a:schemeClr val="tx1"/>
    </dgm:txFillClrLst>
    <dgm:txEffectClrLst/>
  </dgm:styleLbl>
  <dgm:styleLbl name="parChTrans1D3">
    <dgm:fillClrLst meth="repeat">
      <a:schemeClr val="accent5"/>
    </dgm:fillClrLst>
    <dgm:linClrLst meth="repeat">
      <a:schemeClr val="accent5">
        <a:shade val="80000"/>
      </a:schemeClr>
    </dgm:linClrLst>
    <dgm:effectClrLst/>
    <dgm:txLinClrLst/>
    <dgm:txFillClrLst meth="repeat">
      <a:schemeClr val="tx1"/>
    </dgm:txFillClrLst>
    <dgm:txEffectClrLst/>
  </dgm:styleLbl>
  <dgm:styleLbl name="parChTrans1D4">
    <dgm:fillClrLst meth="repeat">
      <a:schemeClr val="accent5"/>
    </dgm:fillClrLst>
    <dgm:linClrLst meth="repeat">
      <a:schemeClr val="accent5">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solidFgAcc1">
    <dgm:fillClrLst meth="repeat">
      <a:schemeClr val="lt1"/>
    </dgm:fillClrLst>
    <dgm:linClrLst meth="repeat">
      <a:schemeClr val="accent5"/>
    </dgm:linClrLst>
    <dgm:effectClrLst/>
    <dgm:txLinClrLst/>
    <dgm:txFillClrLst meth="repeat">
      <a:schemeClr val="dk1"/>
    </dgm:txFillClrLst>
    <dgm:txEffectClrLst/>
  </dgm:styleLbl>
  <dgm:styleLbl name="solidAlignAcc1">
    <dgm:fillClrLst meth="repeat">
      <a:schemeClr val="lt1"/>
    </dgm:fillClrLst>
    <dgm:linClrLst meth="repeat">
      <a:schemeClr val="accent5"/>
    </dgm:linClrLst>
    <dgm:effectClrLst/>
    <dgm:txLinClrLst/>
    <dgm:txFillClrLst meth="repeat">
      <a:schemeClr val="dk1"/>
    </dgm:txFillClrLst>
    <dgm:txEffectClrLst/>
  </dgm:styleLbl>
  <dgm:styleLbl name="solidBgAcc1">
    <dgm:fillClrLst meth="repeat">
      <a:schemeClr val="lt1"/>
    </dgm:fillClrLst>
    <dgm:linClrLst meth="repeat">
      <a:schemeClr val="accent5"/>
    </dgm:linClrLst>
    <dgm:effectClrLst/>
    <dgm:txLinClrLst/>
    <dgm:txFillClrLst meth="repeat">
      <a:schemeClr val="dk1"/>
    </dgm:txFillClrLst>
    <dgm:txEffectClrLst/>
  </dgm:styleLbl>
  <dgm:styleLbl name="fg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align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bg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accent5"/>
    </dgm:linClrLst>
    <dgm:effectClrLst/>
    <dgm:txLinClrLst/>
    <dgm:txFillClrLst meth="repeat">
      <a:schemeClr val="dk1"/>
    </dgm:txFillClrLst>
    <dgm:txEffectClrLst/>
  </dgm:styleLbl>
  <dgm:styleLbl name="dkBgShp">
    <dgm:fillClrLst meth="repeat">
      <a:schemeClr val="accent5">
        <a:shade val="80000"/>
      </a:schemeClr>
    </dgm:fillClrLst>
    <dgm:linClrLst meth="repeat">
      <a:schemeClr val="accent5"/>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6.xml><?xml version="1.0" encoding="utf-8"?>
<dgm:dataModel xmlns:dgm="http://schemas.openxmlformats.org/drawingml/2006/diagram" xmlns:a="http://schemas.openxmlformats.org/drawingml/2006/main">
  <dgm:ptLst>
    <dgm:pt modelId="{A067330A-97C7-4C32-B33F-F9CBBF6CFADB}" type="doc">
      <dgm:prSet loTypeId="urn:microsoft.com/office/officeart/2005/8/layout/default" loCatId="list" qsTypeId="urn:microsoft.com/office/officeart/2005/8/quickstyle/simple5" qsCatId="simple" csTypeId="urn:microsoft.com/office/officeart/2005/8/colors/colorful2" csCatId="colorful" phldr="1"/>
      <dgm:spPr/>
      <dgm:t>
        <a:bodyPr/>
        <a:lstStyle/>
        <a:p>
          <a:endParaRPr lang="en-US"/>
        </a:p>
      </dgm:t>
    </dgm:pt>
    <dgm:pt modelId="{D12E84D2-BAE8-4008-A592-4E9061D0442F}">
      <dgm:prSet custT="1"/>
      <dgm:spPr/>
      <dgm:t>
        <a:bodyPr/>
        <a:lstStyle/>
        <a:p>
          <a:r>
            <a:rPr lang="en-GB" sz="2400">
              <a:solidFill>
                <a:schemeClr val="tx1"/>
              </a:solidFill>
            </a:rPr>
            <a:t>CBC</a:t>
          </a:r>
          <a:endParaRPr lang="en-US" sz="2400">
            <a:solidFill>
              <a:schemeClr val="tx1"/>
            </a:solidFill>
          </a:endParaRPr>
        </a:p>
      </dgm:t>
    </dgm:pt>
    <dgm:pt modelId="{B7F338E8-1170-4E25-ADAE-841C5CAAB464}" type="parTrans" cxnId="{3D319724-3DE0-4899-BE92-917FFA89BC5F}">
      <dgm:prSet/>
      <dgm:spPr/>
      <dgm:t>
        <a:bodyPr/>
        <a:lstStyle/>
        <a:p>
          <a:endParaRPr lang="en-US" sz="2400">
            <a:solidFill>
              <a:schemeClr val="tx1"/>
            </a:solidFill>
          </a:endParaRPr>
        </a:p>
      </dgm:t>
    </dgm:pt>
    <dgm:pt modelId="{6DBA0951-685F-49A0-8CCB-92933E4638F9}" type="sibTrans" cxnId="{3D319724-3DE0-4899-BE92-917FFA89BC5F}">
      <dgm:prSet/>
      <dgm:spPr/>
      <dgm:t>
        <a:bodyPr/>
        <a:lstStyle/>
        <a:p>
          <a:endParaRPr lang="en-US" sz="2400">
            <a:solidFill>
              <a:schemeClr val="tx1"/>
            </a:solidFill>
          </a:endParaRPr>
        </a:p>
      </dgm:t>
    </dgm:pt>
    <dgm:pt modelId="{F52FF873-C87D-4193-9A33-C635DD5B5F80}">
      <dgm:prSet custT="1"/>
      <dgm:spPr/>
      <dgm:t>
        <a:bodyPr/>
        <a:lstStyle/>
        <a:p>
          <a:r>
            <a:rPr lang="en-GB" sz="2400">
              <a:solidFill>
                <a:schemeClr val="tx1"/>
              </a:solidFill>
            </a:rPr>
            <a:t>ABO Grouping  and RH Typing</a:t>
          </a:r>
          <a:endParaRPr lang="en-US" sz="2400">
            <a:solidFill>
              <a:schemeClr val="tx1"/>
            </a:solidFill>
          </a:endParaRPr>
        </a:p>
      </dgm:t>
    </dgm:pt>
    <dgm:pt modelId="{01840C19-9CD4-4AF0-98EA-7A4F04852DB9}" type="parTrans" cxnId="{6814A796-285D-47BF-8CA7-3FEB61019522}">
      <dgm:prSet/>
      <dgm:spPr/>
      <dgm:t>
        <a:bodyPr/>
        <a:lstStyle/>
        <a:p>
          <a:endParaRPr lang="en-US" sz="2400">
            <a:solidFill>
              <a:schemeClr val="tx1"/>
            </a:solidFill>
          </a:endParaRPr>
        </a:p>
      </dgm:t>
    </dgm:pt>
    <dgm:pt modelId="{C851AE6F-EBE5-408E-839F-FA90329FFFC9}" type="sibTrans" cxnId="{6814A796-285D-47BF-8CA7-3FEB61019522}">
      <dgm:prSet/>
      <dgm:spPr/>
      <dgm:t>
        <a:bodyPr/>
        <a:lstStyle/>
        <a:p>
          <a:endParaRPr lang="en-US" sz="2400">
            <a:solidFill>
              <a:schemeClr val="tx1"/>
            </a:solidFill>
          </a:endParaRPr>
        </a:p>
      </dgm:t>
    </dgm:pt>
    <dgm:pt modelId="{0320C5CF-3A9B-4AA8-A3FF-0DB9E4F2A487}">
      <dgm:prSet custT="1"/>
      <dgm:spPr/>
      <dgm:t>
        <a:bodyPr/>
        <a:lstStyle/>
        <a:p>
          <a:r>
            <a:rPr lang="en-GB" sz="2400">
              <a:solidFill>
                <a:schemeClr val="tx1"/>
              </a:solidFill>
            </a:rPr>
            <a:t>TSH</a:t>
          </a:r>
          <a:endParaRPr lang="en-US" sz="2400">
            <a:solidFill>
              <a:schemeClr val="tx1"/>
            </a:solidFill>
          </a:endParaRPr>
        </a:p>
      </dgm:t>
    </dgm:pt>
    <dgm:pt modelId="{0177AFB5-FA44-4FFC-89DB-08681E9A7F29}" type="parTrans" cxnId="{0E9A6C0D-CBFE-41AE-A230-59E585E076A3}">
      <dgm:prSet/>
      <dgm:spPr/>
      <dgm:t>
        <a:bodyPr/>
        <a:lstStyle/>
        <a:p>
          <a:endParaRPr lang="en-US" sz="2400">
            <a:solidFill>
              <a:schemeClr val="tx1"/>
            </a:solidFill>
          </a:endParaRPr>
        </a:p>
      </dgm:t>
    </dgm:pt>
    <dgm:pt modelId="{DD40D55B-BF13-4878-9A5F-8EC38BA33F90}" type="sibTrans" cxnId="{0E9A6C0D-CBFE-41AE-A230-59E585E076A3}">
      <dgm:prSet/>
      <dgm:spPr/>
      <dgm:t>
        <a:bodyPr/>
        <a:lstStyle/>
        <a:p>
          <a:endParaRPr lang="en-US" sz="2400">
            <a:solidFill>
              <a:schemeClr val="tx1"/>
            </a:solidFill>
          </a:endParaRPr>
        </a:p>
      </dgm:t>
    </dgm:pt>
    <dgm:pt modelId="{F1FCE028-A7B7-41E7-9A32-997FEAFA68EB}">
      <dgm:prSet custT="1"/>
      <dgm:spPr/>
      <dgm:t>
        <a:bodyPr/>
        <a:lstStyle/>
        <a:p>
          <a:r>
            <a:rPr lang="en-GB" sz="2400">
              <a:solidFill>
                <a:schemeClr val="tx1"/>
              </a:solidFill>
            </a:rPr>
            <a:t>OGTT/GCT</a:t>
          </a:r>
          <a:endParaRPr lang="en-US" sz="2400">
            <a:solidFill>
              <a:schemeClr val="tx1"/>
            </a:solidFill>
          </a:endParaRPr>
        </a:p>
      </dgm:t>
    </dgm:pt>
    <dgm:pt modelId="{75AA068E-3524-4990-9170-85C382CDDFA2}" type="parTrans" cxnId="{E9D1BB41-5C74-45A3-A352-C89E5A67981A}">
      <dgm:prSet/>
      <dgm:spPr/>
      <dgm:t>
        <a:bodyPr/>
        <a:lstStyle/>
        <a:p>
          <a:endParaRPr lang="en-US" sz="2400">
            <a:solidFill>
              <a:schemeClr val="tx1"/>
            </a:solidFill>
          </a:endParaRPr>
        </a:p>
      </dgm:t>
    </dgm:pt>
    <dgm:pt modelId="{DD9773B6-7768-4D6D-823F-44CA1B7724ED}" type="sibTrans" cxnId="{E9D1BB41-5C74-45A3-A352-C89E5A67981A}">
      <dgm:prSet/>
      <dgm:spPr/>
      <dgm:t>
        <a:bodyPr/>
        <a:lstStyle/>
        <a:p>
          <a:endParaRPr lang="en-US" sz="2400">
            <a:solidFill>
              <a:schemeClr val="tx1"/>
            </a:solidFill>
          </a:endParaRPr>
        </a:p>
      </dgm:t>
    </dgm:pt>
    <dgm:pt modelId="{A93B15E0-29DA-4460-9710-58327218EA1E}">
      <dgm:prSet custT="1"/>
      <dgm:spPr/>
      <dgm:t>
        <a:bodyPr/>
        <a:lstStyle/>
        <a:p>
          <a:r>
            <a:rPr lang="en-GB" sz="2400">
              <a:solidFill>
                <a:schemeClr val="tx1"/>
              </a:solidFill>
            </a:rPr>
            <a:t>HIV</a:t>
          </a:r>
          <a:endParaRPr lang="en-US" sz="2400">
            <a:solidFill>
              <a:schemeClr val="tx1"/>
            </a:solidFill>
          </a:endParaRPr>
        </a:p>
      </dgm:t>
    </dgm:pt>
    <dgm:pt modelId="{8F319E2D-0E75-4F80-B43C-9CF87AAC5714}" type="parTrans" cxnId="{D614FBED-030D-40E1-9B72-259035856861}">
      <dgm:prSet/>
      <dgm:spPr/>
      <dgm:t>
        <a:bodyPr/>
        <a:lstStyle/>
        <a:p>
          <a:endParaRPr lang="en-US" sz="2400">
            <a:solidFill>
              <a:schemeClr val="tx1"/>
            </a:solidFill>
          </a:endParaRPr>
        </a:p>
      </dgm:t>
    </dgm:pt>
    <dgm:pt modelId="{6FCE3E2C-1CDE-42B0-B7F7-C47704BD19D6}" type="sibTrans" cxnId="{D614FBED-030D-40E1-9B72-259035856861}">
      <dgm:prSet/>
      <dgm:spPr/>
      <dgm:t>
        <a:bodyPr/>
        <a:lstStyle/>
        <a:p>
          <a:endParaRPr lang="en-US" sz="2400">
            <a:solidFill>
              <a:schemeClr val="tx1"/>
            </a:solidFill>
          </a:endParaRPr>
        </a:p>
      </dgm:t>
    </dgm:pt>
    <dgm:pt modelId="{4DB3DFBB-E320-4699-9BA1-09244C2D77A3}">
      <dgm:prSet custT="1"/>
      <dgm:spPr/>
      <dgm:t>
        <a:bodyPr/>
        <a:lstStyle/>
        <a:p>
          <a:r>
            <a:rPr lang="en-GB" sz="2400" dirty="0">
              <a:solidFill>
                <a:schemeClr val="tx1"/>
              </a:solidFill>
            </a:rPr>
            <a:t>HBsAg</a:t>
          </a:r>
          <a:endParaRPr lang="en-US" sz="2400" dirty="0">
            <a:solidFill>
              <a:schemeClr val="tx1"/>
            </a:solidFill>
          </a:endParaRPr>
        </a:p>
      </dgm:t>
    </dgm:pt>
    <dgm:pt modelId="{606E09CA-E808-44B1-BC6B-10A9E56593BB}" type="parTrans" cxnId="{98531C00-DCED-4871-B2B0-BAD1A857F685}">
      <dgm:prSet/>
      <dgm:spPr/>
      <dgm:t>
        <a:bodyPr/>
        <a:lstStyle/>
        <a:p>
          <a:endParaRPr lang="en-US" sz="2400">
            <a:solidFill>
              <a:schemeClr val="tx1"/>
            </a:solidFill>
          </a:endParaRPr>
        </a:p>
      </dgm:t>
    </dgm:pt>
    <dgm:pt modelId="{4E9F0D27-FAFE-4A6D-A68F-28B2B8708102}" type="sibTrans" cxnId="{98531C00-DCED-4871-B2B0-BAD1A857F685}">
      <dgm:prSet/>
      <dgm:spPr/>
      <dgm:t>
        <a:bodyPr/>
        <a:lstStyle/>
        <a:p>
          <a:endParaRPr lang="en-US" sz="2400">
            <a:solidFill>
              <a:schemeClr val="tx1"/>
            </a:solidFill>
          </a:endParaRPr>
        </a:p>
      </dgm:t>
    </dgm:pt>
    <dgm:pt modelId="{BACD6A6F-C637-44D7-BC80-921CB26672D4}">
      <dgm:prSet custT="1"/>
      <dgm:spPr/>
      <dgm:t>
        <a:bodyPr/>
        <a:lstStyle/>
        <a:p>
          <a:r>
            <a:rPr lang="en-GB" sz="2400" dirty="0">
              <a:solidFill>
                <a:schemeClr val="tx1"/>
              </a:solidFill>
            </a:rPr>
            <a:t>HCV</a:t>
          </a:r>
          <a:endParaRPr lang="en-US" sz="2400" dirty="0">
            <a:solidFill>
              <a:schemeClr val="tx1"/>
            </a:solidFill>
          </a:endParaRPr>
        </a:p>
      </dgm:t>
    </dgm:pt>
    <dgm:pt modelId="{C83CE7AB-CCD9-43DC-AA4C-CD2078B3DBE2}" type="parTrans" cxnId="{5DADBDAB-1FA8-4127-BF4A-314C86F5B5A0}">
      <dgm:prSet/>
      <dgm:spPr/>
      <dgm:t>
        <a:bodyPr/>
        <a:lstStyle/>
        <a:p>
          <a:endParaRPr lang="en-US" sz="2400">
            <a:solidFill>
              <a:schemeClr val="tx1"/>
            </a:solidFill>
          </a:endParaRPr>
        </a:p>
      </dgm:t>
    </dgm:pt>
    <dgm:pt modelId="{00E95E04-B7E3-44F4-860D-3AE050981FC1}" type="sibTrans" cxnId="{5DADBDAB-1FA8-4127-BF4A-314C86F5B5A0}">
      <dgm:prSet/>
      <dgm:spPr/>
      <dgm:t>
        <a:bodyPr/>
        <a:lstStyle/>
        <a:p>
          <a:endParaRPr lang="en-US" sz="2400">
            <a:solidFill>
              <a:schemeClr val="tx1"/>
            </a:solidFill>
          </a:endParaRPr>
        </a:p>
      </dgm:t>
    </dgm:pt>
    <dgm:pt modelId="{9AF9962D-48F1-435A-B0E2-6F10DCEE1A38}">
      <dgm:prSet custT="1"/>
      <dgm:spPr/>
      <dgm:t>
        <a:bodyPr/>
        <a:lstStyle/>
        <a:p>
          <a:r>
            <a:rPr lang="en-US" sz="2400" dirty="0">
              <a:solidFill>
                <a:schemeClr val="tx1"/>
              </a:solidFill>
            </a:rPr>
            <a:t>VDRL</a:t>
          </a:r>
        </a:p>
      </dgm:t>
    </dgm:pt>
    <dgm:pt modelId="{7028977D-ECA7-49A0-BE65-363D36948F76}" type="parTrans" cxnId="{4DE2B0A3-9DE0-456A-804F-E69D82168C1E}">
      <dgm:prSet/>
      <dgm:spPr/>
      <dgm:t>
        <a:bodyPr/>
        <a:lstStyle/>
        <a:p>
          <a:endParaRPr lang="en-US" sz="2400">
            <a:solidFill>
              <a:schemeClr val="tx1"/>
            </a:solidFill>
          </a:endParaRPr>
        </a:p>
      </dgm:t>
    </dgm:pt>
    <dgm:pt modelId="{FFD38CEE-8566-4834-9C53-927D41FA7CD5}" type="sibTrans" cxnId="{4DE2B0A3-9DE0-456A-804F-E69D82168C1E}">
      <dgm:prSet/>
      <dgm:spPr/>
      <dgm:t>
        <a:bodyPr/>
        <a:lstStyle/>
        <a:p>
          <a:endParaRPr lang="en-US" sz="2400">
            <a:solidFill>
              <a:schemeClr val="tx1"/>
            </a:solidFill>
          </a:endParaRPr>
        </a:p>
      </dgm:t>
    </dgm:pt>
    <dgm:pt modelId="{66D71E31-08EC-4066-97E4-6BAF29CAD493}">
      <dgm:prSet custT="1"/>
      <dgm:spPr/>
      <dgm:t>
        <a:bodyPr/>
        <a:lstStyle/>
        <a:p>
          <a:r>
            <a:rPr lang="en-GB" sz="2400">
              <a:solidFill>
                <a:schemeClr val="tx1"/>
              </a:solidFill>
            </a:rPr>
            <a:t>Gazelle Test (Haemoglobinopathies)</a:t>
          </a:r>
          <a:endParaRPr lang="en-US" sz="2400">
            <a:solidFill>
              <a:schemeClr val="tx1"/>
            </a:solidFill>
          </a:endParaRPr>
        </a:p>
      </dgm:t>
    </dgm:pt>
    <dgm:pt modelId="{78337ADF-6B55-4B70-8DDE-29EE1EFF9B48}" type="parTrans" cxnId="{7EF18998-2924-4E61-8ED3-E4D7D7C7EF9C}">
      <dgm:prSet/>
      <dgm:spPr/>
      <dgm:t>
        <a:bodyPr/>
        <a:lstStyle/>
        <a:p>
          <a:endParaRPr lang="en-US" sz="2400">
            <a:solidFill>
              <a:schemeClr val="tx1"/>
            </a:solidFill>
          </a:endParaRPr>
        </a:p>
      </dgm:t>
    </dgm:pt>
    <dgm:pt modelId="{A32A8E40-E202-48C6-A652-0C7D4DD5CAE3}" type="sibTrans" cxnId="{7EF18998-2924-4E61-8ED3-E4D7D7C7EF9C}">
      <dgm:prSet/>
      <dgm:spPr/>
      <dgm:t>
        <a:bodyPr/>
        <a:lstStyle/>
        <a:p>
          <a:endParaRPr lang="en-US" sz="2400">
            <a:solidFill>
              <a:schemeClr val="tx1"/>
            </a:solidFill>
          </a:endParaRPr>
        </a:p>
      </dgm:t>
    </dgm:pt>
    <dgm:pt modelId="{8B6E9954-F279-4C78-9380-D30019DEF7F1}">
      <dgm:prSet custT="1"/>
      <dgm:spPr/>
      <dgm:t>
        <a:bodyPr/>
        <a:lstStyle/>
        <a:p>
          <a:r>
            <a:rPr lang="en-GB" sz="2400" dirty="0">
              <a:solidFill>
                <a:schemeClr val="tx1"/>
              </a:solidFill>
            </a:rPr>
            <a:t>Urine ME/RE</a:t>
          </a:r>
          <a:endParaRPr lang="en-US" sz="2400" dirty="0">
            <a:solidFill>
              <a:schemeClr val="tx1"/>
            </a:solidFill>
          </a:endParaRPr>
        </a:p>
      </dgm:t>
    </dgm:pt>
    <dgm:pt modelId="{4653F2E8-CD78-47CD-83C0-2A565D0823DD}" type="parTrans" cxnId="{B6C479F5-168E-4AA7-B9B4-E916C03CFFEE}">
      <dgm:prSet/>
      <dgm:spPr/>
      <dgm:t>
        <a:bodyPr/>
        <a:lstStyle/>
        <a:p>
          <a:endParaRPr lang="en-US" sz="2400">
            <a:solidFill>
              <a:schemeClr val="tx1"/>
            </a:solidFill>
          </a:endParaRPr>
        </a:p>
      </dgm:t>
    </dgm:pt>
    <dgm:pt modelId="{52DA9A6D-4E73-4B4E-A0C8-1553630D11C4}" type="sibTrans" cxnId="{B6C479F5-168E-4AA7-B9B4-E916C03CFFEE}">
      <dgm:prSet/>
      <dgm:spPr/>
      <dgm:t>
        <a:bodyPr/>
        <a:lstStyle/>
        <a:p>
          <a:endParaRPr lang="en-US" sz="2400">
            <a:solidFill>
              <a:schemeClr val="tx1"/>
            </a:solidFill>
          </a:endParaRPr>
        </a:p>
      </dgm:t>
    </dgm:pt>
    <dgm:pt modelId="{2BA369B8-E3E0-4BFE-896D-93A81A06453D}" type="pres">
      <dgm:prSet presAssocID="{A067330A-97C7-4C32-B33F-F9CBBF6CFADB}" presName="diagram" presStyleCnt="0">
        <dgm:presLayoutVars>
          <dgm:dir/>
          <dgm:resizeHandles val="exact"/>
        </dgm:presLayoutVars>
      </dgm:prSet>
      <dgm:spPr/>
    </dgm:pt>
    <dgm:pt modelId="{44824584-EB03-4B12-B9CB-25D7635706C8}" type="pres">
      <dgm:prSet presAssocID="{D12E84D2-BAE8-4008-A592-4E9061D0442F}" presName="node" presStyleLbl="node1" presStyleIdx="0" presStyleCnt="10">
        <dgm:presLayoutVars>
          <dgm:bulletEnabled val="1"/>
        </dgm:presLayoutVars>
      </dgm:prSet>
      <dgm:spPr/>
    </dgm:pt>
    <dgm:pt modelId="{F5A12A17-669F-431E-8E72-CDD4380AE759}" type="pres">
      <dgm:prSet presAssocID="{6DBA0951-685F-49A0-8CCB-92933E4638F9}" presName="sibTrans" presStyleCnt="0"/>
      <dgm:spPr/>
    </dgm:pt>
    <dgm:pt modelId="{7374F15C-2EE8-4C88-B438-68A1F729639C}" type="pres">
      <dgm:prSet presAssocID="{F52FF873-C87D-4193-9A33-C635DD5B5F80}" presName="node" presStyleLbl="node1" presStyleIdx="1" presStyleCnt="10">
        <dgm:presLayoutVars>
          <dgm:bulletEnabled val="1"/>
        </dgm:presLayoutVars>
      </dgm:prSet>
      <dgm:spPr/>
    </dgm:pt>
    <dgm:pt modelId="{EADF1150-E90F-4EF7-B353-CAF553F32D26}" type="pres">
      <dgm:prSet presAssocID="{C851AE6F-EBE5-408E-839F-FA90329FFFC9}" presName="sibTrans" presStyleCnt="0"/>
      <dgm:spPr/>
    </dgm:pt>
    <dgm:pt modelId="{07548A44-6354-4CD3-9D28-31BBC7ABC9D4}" type="pres">
      <dgm:prSet presAssocID="{0320C5CF-3A9B-4AA8-A3FF-0DB9E4F2A487}" presName="node" presStyleLbl="node1" presStyleIdx="2" presStyleCnt="10">
        <dgm:presLayoutVars>
          <dgm:bulletEnabled val="1"/>
        </dgm:presLayoutVars>
      </dgm:prSet>
      <dgm:spPr/>
    </dgm:pt>
    <dgm:pt modelId="{2886152E-9BF1-4329-A1A1-7414BFA50D8A}" type="pres">
      <dgm:prSet presAssocID="{DD40D55B-BF13-4878-9A5F-8EC38BA33F90}" presName="sibTrans" presStyleCnt="0"/>
      <dgm:spPr/>
    </dgm:pt>
    <dgm:pt modelId="{7F96B252-1E0A-4362-86AB-1BED0204C33C}" type="pres">
      <dgm:prSet presAssocID="{F1FCE028-A7B7-41E7-9A32-997FEAFA68EB}" presName="node" presStyleLbl="node1" presStyleIdx="3" presStyleCnt="10">
        <dgm:presLayoutVars>
          <dgm:bulletEnabled val="1"/>
        </dgm:presLayoutVars>
      </dgm:prSet>
      <dgm:spPr/>
    </dgm:pt>
    <dgm:pt modelId="{3B09BF24-1643-479A-8060-C1302499BFC4}" type="pres">
      <dgm:prSet presAssocID="{DD9773B6-7768-4D6D-823F-44CA1B7724ED}" presName="sibTrans" presStyleCnt="0"/>
      <dgm:spPr/>
    </dgm:pt>
    <dgm:pt modelId="{9C025A4C-E614-4B8F-960A-C0F17FCEEE88}" type="pres">
      <dgm:prSet presAssocID="{A93B15E0-29DA-4460-9710-58327218EA1E}" presName="node" presStyleLbl="node1" presStyleIdx="4" presStyleCnt="10">
        <dgm:presLayoutVars>
          <dgm:bulletEnabled val="1"/>
        </dgm:presLayoutVars>
      </dgm:prSet>
      <dgm:spPr/>
    </dgm:pt>
    <dgm:pt modelId="{0F0F77EB-9419-4CE9-B7A3-421826A87297}" type="pres">
      <dgm:prSet presAssocID="{6FCE3E2C-1CDE-42B0-B7F7-C47704BD19D6}" presName="sibTrans" presStyleCnt="0"/>
      <dgm:spPr/>
    </dgm:pt>
    <dgm:pt modelId="{8C9E37A5-AC06-4830-961C-FA61C72C8065}" type="pres">
      <dgm:prSet presAssocID="{4DB3DFBB-E320-4699-9BA1-09244C2D77A3}" presName="node" presStyleLbl="node1" presStyleIdx="5" presStyleCnt="10">
        <dgm:presLayoutVars>
          <dgm:bulletEnabled val="1"/>
        </dgm:presLayoutVars>
      </dgm:prSet>
      <dgm:spPr/>
    </dgm:pt>
    <dgm:pt modelId="{5ACF029C-E0D3-4660-9B1F-69928020DD61}" type="pres">
      <dgm:prSet presAssocID="{4E9F0D27-FAFE-4A6D-A68F-28B2B8708102}" presName="sibTrans" presStyleCnt="0"/>
      <dgm:spPr/>
    </dgm:pt>
    <dgm:pt modelId="{00F44194-B84A-4C1F-A647-8F6B799BDAF8}" type="pres">
      <dgm:prSet presAssocID="{BACD6A6F-C637-44D7-BC80-921CB26672D4}" presName="node" presStyleLbl="node1" presStyleIdx="6" presStyleCnt="10">
        <dgm:presLayoutVars>
          <dgm:bulletEnabled val="1"/>
        </dgm:presLayoutVars>
      </dgm:prSet>
      <dgm:spPr/>
    </dgm:pt>
    <dgm:pt modelId="{D1663385-0FCA-4C5D-846A-949972B97674}" type="pres">
      <dgm:prSet presAssocID="{00E95E04-B7E3-44F4-860D-3AE050981FC1}" presName="sibTrans" presStyleCnt="0"/>
      <dgm:spPr/>
    </dgm:pt>
    <dgm:pt modelId="{C56903D5-6B78-4900-8FF6-85C748645339}" type="pres">
      <dgm:prSet presAssocID="{9AF9962D-48F1-435A-B0E2-6F10DCEE1A38}" presName="node" presStyleLbl="node1" presStyleIdx="7" presStyleCnt="10">
        <dgm:presLayoutVars>
          <dgm:bulletEnabled val="1"/>
        </dgm:presLayoutVars>
      </dgm:prSet>
      <dgm:spPr/>
    </dgm:pt>
    <dgm:pt modelId="{5E8EE60A-C41E-46AB-BDF1-524C7A8F8C15}" type="pres">
      <dgm:prSet presAssocID="{FFD38CEE-8566-4834-9C53-927D41FA7CD5}" presName="sibTrans" presStyleCnt="0"/>
      <dgm:spPr/>
    </dgm:pt>
    <dgm:pt modelId="{D8B4B495-AA2C-40C8-B787-E81CBF4E0ECA}" type="pres">
      <dgm:prSet presAssocID="{66D71E31-08EC-4066-97E4-6BAF29CAD493}" presName="node" presStyleLbl="node1" presStyleIdx="8" presStyleCnt="10">
        <dgm:presLayoutVars>
          <dgm:bulletEnabled val="1"/>
        </dgm:presLayoutVars>
      </dgm:prSet>
      <dgm:spPr/>
    </dgm:pt>
    <dgm:pt modelId="{9F633C9E-F733-48CD-A94E-836F5F61590D}" type="pres">
      <dgm:prSet presAssocID="{A32A8E40-E202-48C6-A652-0C7D4DD5CAE3}" presName="sibTrans" presStyleCnt="0"/>
      <dgm:spPr/>
    </dgm:pt>
    <dgm:pt modelId="{492F9A3C-9534-438A-90EC-A51E5EA966C9}" type="pres">
      <dgm:prSet presAssocID="{8B6E9954-F279-4C78-9380-D30019DEF7F1}" presName="node" presStyleLbl="node1" presStyleIdx="9" presStyleCnt="10">
        <dgm:presLayoutVars>
          <dgm:bulletEnabled val="1"/>
        </dgm:presLayoutVars>
      </dgm:prSet>
      <dgm:spPr/>
    </dgm:pt>
  </dgm:ptLst>
  <dgm:cxnLst>
    <dgm:cxn modelId="{98531C00-DCED-4871-B2B0-BAD1A857F685}" srcId="{A067330A-97C7-4C32-B33F-F9CBBF6CFADB}" destId="{4DB3DFBB-E320-4699-9BA1-09244C2D77A3}" srcOrd="5" destOrd="0" parTransId="{606E09CA-E808-44B1-BC6B-10A9E56593BB}" sibTransId="{4E9F0D27-FAFE-4A6D-A68F-28B2B8708102}"/>
    <dgm:cxn modelId="{33C13E06-A346-4D8B-BC5E-CB2571E6EEE9}" type="presOf" srcId="{0320C5CF-3A9B-4AA8-A3FF-0DB9E4F2A487}" destId="{07548A44-6354-4CD3-9D28-31BBC7ABC9D4}" srcOrd="0" destOrd="0" presId="urn:microsoft.com/office/officeart/2005/8/layout/default"/>
    <dgm:cxn modelId="{0E9A6C0D-CBFE-41AE-A230-59E585E076A3}" srcId="{A067330A-97C7-4C32-B33F-F9CBBF6CFADB}" destId="{0320C5CF-3A9B-4AA8-A3FF-0DB9E4F2A487}" srcOrd="2" destOrd="0" parTransId="{0177AFB5-FA44-4FFC-89DB-08681E9A7F29}" sibTransId="{DD40D55B-BF13-4878-9A5F-8EC38BA33F90}"/>
    <dgm:cxn modelId="{3D319724-3DE0-4899-BE92-917FFA89BC5F}" srcId="{A067330A-97C7-4C32-B33F-F9CBBF6CFADB}" destId="{D12E84D2-BAE8-4008-A592-4E9061D0442F}" srcOrd="0" destOrd="0" parTransId="{B7F338E8-1170-4E25-ADAE-841C5CAAB464}" sibTransId="{6DBA0951-685F-49A0-8CCB-92933E4638F9}"/>
    <dgm:cxn modelId="{FBE22A26-5259-4387-B68C-677F4E28B3E2}" type="presOf" srcId="{A067330A-97C7-4C32-B33F-F9CBBF6CFADB}" destId="{2BA369B8-E3E0-4BFE-896D-93A81A06453D}" srcOrd="0" destOrd="0" presId="urn:microsoft.com/office/officeart/2005/8/layout/default"/>
    <dgm:cxn modelId="{463B4129-F09D-4ABC-9248-5E79F7C8CE56}" type="presOf" srcId="{A93B15E0-29DA-4460-9710-58327218EA1E}" destId="{9C025A4C-E614-4B8F-960A-C0F17FCEEE88}" srcOrd="0" destOrd="0" presId="urn:microsoft.com/office/officeart/2005/8/layout/default"/>
    <dgm:cxn modelId="{358CDD30-DE48-4766-89AE-D1036EB793A7}" type="presOf" srcId="{9AF9962D-48F1-435A-B0E2-6F10DCEE1A38}" destId="{C56903D5-6B78-4900-8FF6-85C748645339}" srcOrd="0" destOrd="0" presId="urn:microsoft.com/office/officeart/2005/8/layout/default"/>
    <dgm:cxn modelId="{E9D1BB41-5C74-45A3-A352-C89E5A67981A}" srcId="{A067330A-97C7-4C32-B33F-F9CBBF6CFADB}" destId="{F1FCE028-A7B7-41E7-9A32-997FEAFA68EB}" srcOrd="3" destOrd="0" parTransId="{75AA068E-3524-4990-9170-85C382CDDFA2}" sibTransId="{DD9773B6-7768-4D6D-823F-44CA1B7724ED}"/>
    <dgm:cxn modelId="{741ECE66-DBB0-4943-816E-17D34BF24CDE}" type="presOf" srcId="{F52FF873-C87D-4193-9A33-C635DD5B5F80}" destId="{7374F15C-2EE8-4C88-B438-68A1F729639C}" srcOrd="0" destOrd="0" presId="urn:microsoft.com/office/officeart/2005/8/layout/default"/>
    <dgm:cxn modelId="{4368E86A-F55D-4786-BFC3-20A66A756905}" type="presOf" srcId="{8B6E9954-F279-4C78-9380-D30019DEF7F1}" destId="{492F9A3C-9534-438A-90EC-A51E5EA966C9}" srcOrd="0" destOrd="0" presId="urn:microsoft.com/office/officeart/2005/8/layout/default"/>
    <dgm:cxn modelId="{EFFFDE4F-6082-42EE-A8A9-7260DA2EBC0C}" type="presOf" srcId="{D12E84D2-BAE8-4008-A592-4E9061D0442F}" destId="{44824584-EB03-4B12-B9CB-25D7635706C8}" srcOrd="0" destOrd="0" presId="urn:microsoft.com/office/officeart/2005/8/layout/default"/>
    <dgm:cxn modelId="{05E59086-8F59-46C1-90BB-2B48775A0D7D}" type="presOf" srcId="{BACD6A6F-C637-44D7-BC80-921CB26672D4}" destId="{00F44194-B84A-4C1F-A647-8F6B799BDAF8}" srcOrd="0" destOrd="0" presId="urn:microsoft.com/office/officeart/2005/8/layout/default"/>
    <dgm:cxn modelId="{6814A796-285D-47BF-8CA7-3FEB61019522}" srcId="{A067330A-97C7-4C32-B33F-F9CBBF6CFADB}" destId="{F52FF873-C87D-4193-9A33-C635DD5B5F80}" srcOrd="1" destOrd="0" parTransId="{01840C19-9CD4-4AF0-98EA-7A4F04852DB9}" sibTransId="{C851AE6F-EBE5-408E-839F-FA90329FFFC9}"/>
    <dgm:cxn modelId="{7EF18998-2924-4E61-8ED3-E4D7D7C7EF9C}" srcId="{A067330A-97C7-4C32-B33F-F9CBBF6CFADB}" destId="{66D71E31-08EC-4066-97E4-6BAF29CAD493}" srcOrd="8" destOrd="0" parTransId="{78337ADF-6B55-4B70-8DDE-29EE1EFF9B48}" sibTransId="{A32A8E40-E202-48C6-A652-0C7D4DD5CAE3}"/>
    <dgm:cxn modelId="{D531B6A0-0597-418E-B8A3-9188AE7B322B}" type="presOf" srcId="{66D71E31-08EC-4066-97E4-6BAF29CAD493}" destId="{D8B4B495-AA2C-40C8-B787-E81CBF4E0ECA}" srcOrd="0" destOrd="0" presId="urn:microsoft.com/office/officeart/2005/8/layout/default"/>
    <dgm:cxn modelId="{4DE2B0A3-9DE0-456A-804F-E69D82168C1E}" srcId="{A067330A-97C7-4C32-B33F-F9CBBF6CFADB}" destId="{9AF9962D-48F1-435A-B0E2-6F10DCEE1A38}" srcOrd="7" destOrd="0" parTransId="{7028977D-ECA7-49A0-BE65-363D36948F76}" sibTransId="{FFD38CEE-8566-4834-9C53-927D41FA7CD5}"/>
    <dgm:cxn modelId="{5DADBDAB-1FA8-4127-BF4A-314C86F5B5A0}" srcId="{A067330A-97C7-4C32-B33F-F9CBBF6CFADB}" destId="{BACD6A6F-C637-44D7-BC80-921CB26672D4}" srcOrd="6" destOrd="0" parTransId="{C83CE7AB-CCD9-43DC-AA4C-CD2078B3DBE2}" sibTransId="{00E95E04-B7E3-44F4-860D-3AE050981FC1}"/>
    <dgm:cxn modelId="{7B2E47E6-9501-45AF-BEED-C330DAC9CECC}" type="presOf" srcId="{F1FCE028-A7B7-41E7-9A32-997FEAFA68EB}" destId="{7F96B252-1E0A-4362-86AB-1BED0204C33C}" srcOrd="0" destOrd="0" presId="urn:microsoft.com/office/officeart/2005/8/layout/default"/>
    <dgm:cxn modelId="{CF1D7EE8-E1E6-4A7F-9CE1-010F4CF367A0}" type="presOf" srcId="{4DB3DFBB-E320-4699-9BA1-09244C2D77A3}" destId="{8C9E37A5-AC06-4830-961C-FA61C72C8065}" srcOrd="0" destOrd="0" presId="urn:microsoft.com/office/officeart/2005/8/layout/default"/>
    <dgm:cxn modelId="{D614FBED-030D-40E1-9B72-259035856861}" srcId="{A067330A-97C7-4C32-B33F-F9CBBF6CFADB}" destId="{A93B15E0-29DA-4460-9710-58327218EA1E}" srcOrd="4" destOrd="0" parTransId="{8F319E2D-0E75-4F80-B43C-9CF87AAC5714}" sibTransId="{6FCE3E2C-1CDE-42B0-B7F7-C47704BD19D6}"/>
    <dgm:cxn modelId="{B6C479F5-168E-4AA7-B9B4-E916C03CFFEE}" srcId="{A067330A-97C7-4C32-B33F-F9CBBF6CFADB}" destId="{8B6E9954-F279-4C78-9380-D30019DEF7F1}" srcOrd="9" destOrd="0" parTransId="{4653F2E8-CD78-47CD-83C0-2A565D0823DD}" sibTransId="{52DA9A6D-4E73-4B4E-A0C8-1553630D11C4}"/>
    <dgm:cxn modelId="{6C7AE5C8-373A-4450-BC29-7C241DA4530A}" type="presParOf" srcId="{2BA369B8-E3E0-4BFE-896D-93A81A06453D}" destId="{44824584-EB03-4B12-B9CB-25D7635706C8}" srcOrd="0" destOrd="0" presId="urn:microsoft.com/office/officeart/2005/8/layout/default"/>
    <dgm:cxn modelId="{AB5AC6BE-3841-4ABD-A859-1489A674DB4D}" type="presParOf" srcId="{2BA369B8-E3E0-4BFE-896D-93A81A06453D}" destId="{F5A12A17-669F-431E-8E72-CDD4380AE759}" srcOrd="1" destOrd="0" presId="urn:microsoft.com/office/officeart/2005/8/layout/default"/>
    <dgm:cxn modelId="{6544BE1D-43C6-44ED-8673-3E32DAAD2130}" type="presParOf" srcId="{2BA369B8-E3E0-4BFE-896D-93A81A06453D}" destId="{7374F15C-2EE8-4C88-B438-68A1F729639C}" srcOrd="2" destOrd="0" presId="urn:microsoft.com/office/officeart/2005/8/layout/default"/>
    <dgm:cxn modelId="{04A54B99-F082-4794-9EB2-F408CD1FAAB6}" type="presParOf" srcId="{2BA369B8-E3E0-4BFE-896D-93A81A06453D}" destId="{EADF1150-E90F-4EF7-B353-CAF553F32D26}" srcOrd="3" destOrd="0" presId="urn:microsoft.com/office/officeart/2005/8/layout/default"/>
    <dgm:cxn modelId="{4C7B7382-2129-4AF3-92C5-776205DFA9E3}" type="presParOf" srcId="{2BA369B8-E3E0-4BFE-896D-93A81A06453D}" destId="{07548A44-6354-4CD3-9D28-31BBC7ABC9D4}" srcOrd="4" destOrd="0" presId="urn:microsoft.com/office/officeart/2005/8/layout/default"/>
    <dgm:cxn modelId="{7F8F2B49-CB8D-41B7-BB0F-5FC6F70E0084}" type="presParOf" srcId="{2BA369B8-E3E0-4BFE-896D-93A81A06453D}" destId="{2886152E-9BF1-4329-A1A1-7414BFA50D8A}" srcOrd="5" destOrd="0" presId="urn:microsoft.com/office/officeart/2005/8/layout/default"/>
    <dgm:cxn modelId="{9E0732F1-506A-40F7-B249-C73C46E42E8C}" type="presParOf" srcId="{2BA369B8-E3E0-4BFE-896D-93A81A06453D}" destId="{7F96B252-1E0A-4362-86AB-1BED0204C33C}" srcOrd="6" destOrd="0" presId="urn:microsoft.com/office/officeart/2005/8/layout/default"/>
    <dgm:cxn modelId="{656E4F26-A6A4-4564-ACBB-F5ABB30802E9}" type="presParOf" srcId="{2BA369B8-E3E0-4BFE-896D-93A81A06453D}" destId="{3B09BF24-1643-479A-8060-C1302499BFC4}" srcOrd="7" destOrd="0" presId="urn:microsoft.com/office/officeart/2005/8/layout/default"/>
    <dgm:cxn modelId="{A543C9B8-B2D3-4D77-89B5-23CD6D90C4A5}" type="presParOf" srcId="{2BA369B8-E3E0-4BFE-896D-93A81A06453D}" destId="{9C025A4C-E614-4B8F-960A-C0F17FCEEE88}" srcOrd="8" destOrd="0" presId="urn:microsoft.com/office/officeart/2005/8/layout/default"/>
    <dgm:cxn modelId="{A5333F74-9A00-4442-8460-045A160A3EB6}" type="presParOf" srcId="{2BA369B8-E3E0-4BFE-896D-93A81A06453D}" destId="{0F0F77EB-9419-4CE9-B7A3-421826A87297}" srcOrd="9" destOrd="0" presId="urn:microsoft.com/office/officeart/2005/8/layout/default"/>
    <dgm:cxn modelId="{1AF0C4AD-9E52-473D-B368-8DF702E9C9B9}" type="presParOf" srcId="{2BA369B8-E3E0-4BFE-896D-93A81A06453D}" destId="{8C9E37A5-AC06-4830-961C-FA61C72C8065}" srcOrd="10" destOrd="0" presId="urn:microsoft.com/office/officeart/2005/8/layout/default"/>
    <dgm:cxn modelId="{0489FDF3-E9D8-4DCB-AF9F-6139D8099741}" type="presParOf" srcId="{2BA369B8-E3E0-4BFE-896D-93A81A06453D}" destId="{5ACF029C-E0D3-4660-9B1F-69928020DD61}" srcOrd="11" destOrd="0" presId="urn:microsoft.com/office/officeart/2005/8/layout/default"/>
    <dgm:cxn modelId="{41F6458E-DA57-4C69-97CC-FF31F85250A2}" type="presParOf" srcId="{2BA369B8-E3E0-4BFE-896D-93A81A06453D}" destId="{00F44194-B84A-4C1F-A647-8F6B799BDAF8}" srcOrd="12" destOrd="0" presId="urn:microsoft.com/office/officeart/2005/8/layout/default"/>
    <dgm:cxn modelId="{1A539457-52A1-4938-BEF6-3E0AA360B1B7}" type="presParOf" srcId="{2BA369B8-E3E0-4BFE-896D-93A81A06453D}" destId="{D1663385-0FCA-4C5D-846A-949972B97674}" srcOrd="13" destOrd="0" presId="urn:microsoft.com/office/officeart/2005/8/layout/default"/>
    <dgm:cxn modelId="{BBBDA53D-AFF7-49A6-A25A-95590B38033B}" type="presParOf" srcId="{2BA369B8-E3E0-4BFE-896D-93A81A06453D}" destId="{C56903D5-6B78-4900-8FF6-85C748645339}" srcOrd="14" destOrd="0" presId="urn:microsoft.com/office/officeart/2005/8/layout/default"/>
    <dgm:cxn modelId="{EC6A817B-1D57-4E24-849A-A5E8D7B1641B}" type="presParOf" srcId="{2BA369B8-E3E0-4BFE-896D-93A81A06453D}" destId="{5E8EE60A-C41E-46AB-BDF1-524C7A8F8C15}" srcOrd="15" destOrd="0" presId="urn:microsoft.com/office/officeart/2005/8/layout/default"/>
    <dgm:cxn modelId="{E4A6C5B5-55BB-4F17-A0C3-A8FD7D44C074}" type="presParOf" srcId="{2BA369B8-E3E0-4BFE-896D-93A81A06453D}" destId="{D8B4B495-AA2C-40C8-B787-E81CBF4E0ECA}" srcOrd="16" destOrd="0" presId="urn:microsoft.com/office/officeart/2005/8/layout/default"/>
    <dgm:cxn modelId="{7470A519-4E1C-4BA2-90F9-D0369C2E109B}" type="presParOf" srcId="{2BA369B8-E3E0-4BFE-896D-93A81A06453D}" destId="{9F633C9E-F733-48CD-A94E-836F5F61590D}" srcOrd="17" destOrd="0" presId="urn:microsoft.com/office/officeart/2005/8/layout/default"/>
    <dgm:cxn modelId="{BEFE6F85-8BF1-4452-82BE-BEFAF0A5447E}" type="presParOf" srcId="{2BA369B8-E3E0-4BFE-896D-93A81A06453D}" destId="{492F9A3C-9534-438A-90EC-A51E5EA966C9}" srcOrd="18"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62D095E8-8DD0-4DEC-BA53-074FAF19BD68}" type="doc">
      <dgm:prSet loTypeId="urn:microsoft.com/office/officeart/2005/8/layout/default" loCatId="list" qsTypeId="urn:microsoft.com/office/officeart/2005/8/quickstyle/simple2" qsCatId="simple" csTypeId="urn:microsoft.com/office/officeart/2005/8/colors/colorful2" csCatId="colorful"/>
      <dgm:spPr/>
      <dgm:t>
        <a:bodyPr/>
        <a:lstStyle/>
        <a:p>
          <a:endParaRPr lang="en-US"/>
        </a:p>
      </dgm:t>
    </dgm:pt>
    <dgm:pt modelId="{EB75F44A-801E-453F-B9E6-FCF9E41CB72A}">
      <dgm:prSet/>
      <dgm:spPr/>
      <dgm:t>
        <a:bodyPr/>
        <a:lstStyle/>
        <a:p>
          <a:r>
            <a:rPr lang="en-GB">
              <a:solidFill>
                <a:schemeClr val="tx1"/>
              </a:solidFill>
            </a:rPr>
            <a:t>CBC</a:t>
          </a:r>
          <a:endParaRPr lang="en-US">
            <a:solidFill>
              <a:schemeClr val="tx1"/>
            </a:solidFill>
          </a:endParaRPr>
        </a:p>
      </dgm:t>
    </dgm:pt>
    <dgm:pt modelId="{8D210BF8-25D3-4D6B-A84F-92F9B9DB19F9}" type="parTrans" cxnId="{62DC4F3A-8304-4097-9294-F4BF17FDDF06}">
      <dgm:prSet/>
      <dgm:spPr/>
      <dgm:t>
        <a:bodyPr/>
        <a:lstStyle/>
        <a:p>
          <a:endParaRPr lang="en-US">
            <a:solidFill>
              <a:schemeClr val="tx1"/>
            </a:solidFill>
          </a:endParaRPr>
        </a:p>
      </dgm:t>
    </dgm:pt>
    <dgm:pt modelId="{532E12E5-1BC0-46B1-8001-60D12CEE8D6D}" type="sibTrans" cxnId="{62DC4F3A-8304-4097-9294-F4BF17FDDF06}">
      <dgm:prSet/>
      <dgm:spPr/>
      <dgm:t>
        <a:bodyPr/>
        <a:lstStyle/>
        <a:p>
          <a:endParaRPr lang="en-US">
            <a:solidFill>
              <a:schemeClr val="tx1"/>
            </a:solidFill>
          </a:endParaRPr>
        </a:p>
      </dgm:t>
    </dgm:pt>
    <dgm:pt modelId="{656E9485-FD7C-464F-83CA-CD288E24C0CA}">
      <dgm:prSet/>
      <dgm:spPr/>
      <dgm:t>
        <a:bodyPr/>
        <a:lstStyle/>
        <a:p>
          <a:r>
            <a:rPr lang="en-GB">
              <a:solidFill>
                <a:schemeClr val="tx1"/>
              </a:solidFill>
            </a:rPr>
            <a:t>Random Blood Sugar</a:t>
          </a:r>
          <a:endParaRPr lang="en-US">
            <a:solidFill>
              <a:schemeClr val="tx1"/>
            </a:solidFill>
          </a:endParaRPr>
        </a:p>
      </dgm:t>
    </dgm:pt>
    <dgm:pt modelId="{928B1FAF-8415-43BB-917B-F4A5C7DF4C1B}" type="parTrans" cxnId="{1C79050F-6C35-4974-B70F-85AF9C0574C5}">
      <dgm:prSet/>
      <dgm:spPr/>
      <dgm:t>
        <a:bodyPr/>
        <a:lstStyle/>
        <a:p>
          <a:endParaRPr lang="en-US">
            <a:solidFill>
              <a:schemeClr val="tx1"/>
            </a:solidFill>
          </a:endParaRPr>
        </a:p>
      </dgm:t>
    </dgm:pt>
    <dgm:pt modelId="{80D813EC-3EDE-4BE9-87B9-524A02E126D6}" type="sibTrans" cxnId="{1C79050F-6C35-4974-B70F-85AF9C0574C5}">
      <dgm:prSet/>
      <dgm:spPr/>
      <dgm:t>
        <a:bodyPr/>
        <a:lstStyle/>
        <a:p>
          <a:endParaRPr lang="en-US">
            <a:solidFill>
              <a:schemeClr val="tx1"/>
            </a:solidFill>
          </a:endParaRPr>
        </a:p>
      </dgm:t>
    </dgm:pt>
    <dgm:pt modelId="{F13B9F5F-3FBE-4F50-89F8-EEBF43AC0481}">
      <dgm:prSet/>
      <dgm:spPr/>
      <dgm:t>
        <a:bodyPr/>
        <a:lstStyle/>
        <a:p>
          <a:r>
            <a:rPr lang="en-GB">
              <a:solidFill>
                <a:schemeClr val="tx1"/>
              </a:solidFill>
            </a:rPr>
            <a:t>Urine ME/RE</a:t>
          </a:r>
          <a:endParaRPr lang="en-US">
            <a:solidFill>
              <a:schemeClr val="tx1"/>
            </a:solidFill>
          </a:endParaRPr>
        </a:p>
      </dgm:t>
    </dgm:pt>
    <dgm:pt modelId="{AC64A074-B6DF-46C9-A2CC-DEB3B360C979}" type="parTrans" cxnId="{D0744196-0A38-4930-A0A7-7373DDF784FA}">
      <dgm:prSet/>
      <dgm:spPr/>
      <dgm:t>
        <a:bodyPr/>
        <a:lstStyle/>
        <a:p>
          <a:endParaRPr lang="en-US">
            <a:solidFill>
              <a:schemeClr val="tx1"/>
            </a:solidFill>
          </a:endParaRPr>
        </a:p>
      </dgm:t>
    </dgm:pt>
    <dgm:pt modelId="{DB8E5115-FF83-4469-829A-4F8B7AAE0343}" type="sibTrans" cxnId="{D0744196-0A38-4930-A0A7-7373DDF784FA}">
      <dgm:prSet/>
      <dgm:spPr/>
      <dgm:t>
        <a:bodyPr/>
        <a:lstStyle/>
        <a:p>
          <a:endParaRPr lang="en-US">
            <a:solidFill>
              <a:schemeClr val="tx1"/>
            </a:solidFill>
          </a:endParaRPr>
        </a:p>
      </dgm:t>
    </dgm:pt>
    <dgm:pt modelId="{64485546-E614-4C18-8457-3647FA2FE457}">
      <dgm:prSet/>
      <dgm:spPr/>
      <dgm:t>
        <a:bodyPr/>
        <a:lstStyle/>
        <a:p>
          <a:r>
            <a:rPr lang="en-GB">
              <a:solidFill>
                <a:schemeClr val="tx1"/>
              </a:solidFill>
            </a:rPr>
            <a:t>LFT/RFT</a:t>
          </a:r>
          <a:endParaRPr lang="en-US">
            <a:solidFill>
              <a:schemeClr val="tx1"/>
            </a:solidFill>
          </a:endParaRPr>
        </a:p>
      </dgm:t>
    </dgm:pt>
    <dgm:pt modelId="{13CD0292-6C7F-43CD-96AA-96BC5D770DF5}" type="parTrans" cxnId="{40C43493-3DEC-4096-B16C-9FE92E848BA6}">
      <dgm:prSet/>
      <dgm:spPr/>
      <dgm:t>
        <a:bodyPr/>
        <a:lstStyle/>
        <a:p>
          <a:endParaRPr lang="en-US">
            <a:solidFill>
              <a:schemeClr val="tx1"/>
            </a:solidFill>
          </a:endParaRPr>
        </a:p>
      </dgm:t>
    </dgm:pt>
    <dgm:pt modelId="{7BDBAB37-3BAE-49B1-993D-ADDBF5F21F5E}" type="sibTrans" cxnId="{40C43493-3DEC-4096-B16C-9FE92E848BA6}">
      <dgm:prSet/>
      <dgm:spPr/>
      <dgm:t>
        <a:bodyPr/>
        <a:lstStyle/>
        <a:p>
          <a:endParaRPr lang="en-US">
            <a:solidFill>
              <a:schemeClr val="tx1"/>
            </a:solidFill>
          </a:endParaRPr>
        </a:p>
      </dgm:t>
    </dgm:pt>
    <dgm:pt modelId="{552D3D96-79A3-441B-B89D-896F604F4857}">
      <dgm:prSet/>
      <dgm:spPr/>
      <dgm:t>
        <a:bodyPr/>
        <a:lstStyle/>
        <a:p>
          <a:r>
            <a:rPr lang="en-GB">
              <a:solidFill>
                <a:schemeClr val="tx1"/>
              </a:solidFill>
            </a:rPr>
            <a:t>ECG (if available at facility)</a:t>
          </a:r>
          <a:endParaRPr lang="en-US">
            <a:solidFill>
              <a:schemeClr val="tx1"/>
            </a:solidFill>
          </a:endParaRPr>
        </a:p>
      </dgm:t>
    </dgm:pt>
    <dgm:pt modelId="{5F7F735C-57AE-429D-9B46-F5287892B124}" type="parTrans" cxnId="{6CACF8DE-348C-47CB-9299-74BF85437D67}">
      <dgm:prSet/>
      <dgm:spPr/>
      <dgm:t>
        <a:bodyPr/>
        <a:lstStyle/>
        <a:p>
          <a:endParaRPr lang="en-US">
            <a:solidFill>
              <a:schemeClr val="tx1"/>
            </a:solidFill>
          </a:endParaRPr>
        </a:p>
      </dgm:t>
    </dgm:pt>
    <dgm:pt modelId="{8079B748-3476-4CF5-9620-65A596AE0E33}" type="sibTrans" cxnId="{6CACF8DE-348C-47CB-9299-74BF85437D67}">
      <dgm:prSet/>
      <dgm:spPr/>
      <dgm:t>
        <a:bodyPr/>
        <a:lstStyle/>
        <a:p>
          <a:endParaRPr lang="en-US">
            <a:solidFill>
              <a:schemeClr val="tx1"/>
            </a:solidFill>
          </a:endParaRPr>
        </a:p>
      </dgm:t>
    </dgm:pt>
    <dgm:pt modelId="{7EA46297-6976-4F07-9DD2-CE45C3EE0C76}" type="pres">
      <dgm:prSet presAssocID="{62D095E8-8DD0-4DEC-BA53-074FAF19BD68}" presName="diagram" presStyleCnt="0">
        <dgm:presLayoutVars>
          <dgm:dir/>
          <dgm:resizeHandles val="exact"/>
        </dgm:presLayoutVars>
      </dgm:prSet>
      <dgm:spPr/>
    </dgm:pt>
    <dgm:pt modelId="{4281CD84-D8CC-4917-A941-F328CF6293EF}" type="pres">
      <dgm:prSet presAssocID="{EB75F44A-801E-453F-B9E6-FCF9E41CB72A}" presName="node" presStyleLbl="node1" presStyleIdx="0" presStyleCnt="5">
        <dgm:presLayoutVars>
          <dgm:bulletEnabled val="1"/>
        </dgm:presLayoutVars>
      </dgm:prSet>
      <dgm:spPr/>
    </dgm:pt>
    <dgm:pt modelId="{7B6974B2-2045-4713-AB87-D96F8D464594}" type="pres">
      <dgm:prSet presAssocID="{532E12E5-1BC0-46B1-8001-60D12CEE8D6D}" presName="sibTrans" presStyleCnt="0"/>
      <dgm:spPr/>
    </dgm:pt>
    <dgm:pt modelId="{AE41AB45-7EA1-4D69-AE87-E62370D29E51}" type="pres">
      <dgm:prSet presAssocID="{656E9485-FD7C-464F-83CA-CD288E24C0CA}" presName="node" presStyleLbl="node1" presStyleIdx="1" presStyleCnt="5">
        <dgm:presLayoutVars>
          <dgm:bulletEnabled val="1"/>
        </dgm:presLayoutVars>
      </dgm:prSet>
      <dgm:spPr/>
    </dgm:pt>
    <dgm:pt modelId="{DEAD080A-A102-456C-AC86-D30934095F40}" type="pres">
      <dgm:prSet presAssocID="{80D813EC-3EDE-4BE9-87B9-524A02E126D6}" presName="sibTrans" presStyleCnt="0"/>
      <dgm:spPr/>
    </dgm:pt>
    <dgm:pt modelId="{EC2F7CFA-C1EA-4616-AEAB-C4BE7B7A0F95}" type="pres">
      <dgm:prSet presAssocID="{F13B9F5F-3FBE-4F50-89F8-EEBF43AC0481}" presName="node" presStyleLbl="node1" presStyleIdx="2" presStyleCnt="5">
        <dgm:presLayoutVars>
          <dgm:bulletEnabled val="1"/>
        </dgm:presLayoutVars>
      </dgm:prSet>
      <dgm:spPr/>
    </dgm:pt>
    <dgm:pt modelId="{70054A43-350E-4899-B2B0-FBCCBB5F75F5}" type="pres">
      <dgm:prSet presAssocID="{DB8E5115-FF83-4469-829A-4F8B7AAE0343}" presName="sibTrans" presStyleCnt="0"/>
      <dgm:spPr/>
    </dgm:pt>
    <dgm:pt modelId="{3CA9FB98-79A0-4A74-BB59-8445500A5771}" type="pres">
      <dgm:prSet presAssocID="{64485546-E614-4C18-8457-3647FA2FE457}" presName="node" presStyleLbl="node1" presStyleIdx="3" presStyleCnt="5">
        <dgm:presLayoutVars>
          <dgm:bulletEnabled val="1"/>
        </dgm:presLayoutVars>
      </dgm:prSet>
      <dgm:spPr/>
    </dgm:pt>
    <dgm:pt modelId="{B8DD60E9-92CC-4603-884C-885B31A20CAA}" type="pres">
      <dgm:prSet presAssocID="{7BDBAB37-3BAE-49B1-993D-ADDBF5F21F5E}" presName="sibTrans" presStyleCnt="0"/>
      <dgm:spPr/>
    </dgm:pt>
    <dgm:pt modelId="{0B10832B-ECA7-4A2B-A40C-DB22DE6BFAD3}" type="pres">
      <dgm:prSet presAssocID="{552D3D96-79A3-441B-B89D-896F604F4857}" presName="node" presStyleLbl="node1" presStyleIdx="4" presStyleCnt="5">
        <dgm:presLayoutVars>
          <dgm:bulletEnabled val="1"/>
        </dgm:presLayoutVars>
      </dgm:prSet>
      <dgm:spPr/>
    </dgm:pt>
  </dgm:ptLst>
  <dgm:cxnLst>
    <dgm:cxn modelId="{1C79050F-6C35-4974-B70F-85AF9C0574C5}" srcId="{62D095E8-8DD0-4DEC-BA53-074FAF19BD68}" destId="{656E9485-FD7C-464F-83CA-CD288E24C0CA}" srcOrd="1" destOrd="0" parTransId="{928B1FAF-8415-43BB-917B-F4A5C7DF4C1B}" sibTransId="{80D813EC-3EDE-4BE9-87B9-524A02E126D6}"/>
    <dgm:cxn modelId="{C2059712-06D4-49DB-A0E3-333E10863133}" type="presOf" srcId="{64485546-E614-4C18-8457-3647FA2FE457}" destId="{3CA9FB98-79A0-4A74-BB59-8445500A5771}" srcOrd="0" destOrd="0" presId="urn:microsoft.com/office/officeart/2005/8/layout/default"/>
    <dgm:cxn modelId="{62DC4F3A-8304-4097-9294-F4BF17FDDF06}" srcId="{62D095E8-8DD0-4DEC-BA53-074FAF19BD68}" destId="{EB75F44A-801E-453F-B9E6-FCF9E41CB72A}" srcOrd="0" destOrd="0" parTransId="{8D210BF8-25D3-4D6B-A84F-92F9B9DB19F9}" sibTransId="{532E12E5-1BC0-46B1-8001-60D12CEE8D6D}"/>
    <dgm:cxn modelId="{86B9B576-B1E9-4C81-BB77-ADB0C7A0499B}" type="presOf" srcId="{62D095E8-8DD0-4DEC-BA53-074FAF19BD68}" destId="{7EA46297-6976-4F07-9DD2-CE45C3EE0C76}" srcOrd="0" destOrd="0" presId="urn:microsoft.com/office/officeart/2005/8/layout/default"/>
    <dgm:cxn modelId="{F842E17F-D9DB-48EA-B7EF-5C08D281DAF9}" type="presOf" srcId="{EB75F44A-801E-453F-B9E6-FCF9E41CB72A}" destId="{4281CD84-D8CC-4917-A941-F328CF6293EF}" srcOrd="0" destOrd="0" presId="urn:microsoft.com/office/officeart/2005/8/layout/default"/>
    <dgm:cxn modelId="{40C43493-3DEC-4096-B16C-9FE92E848BA6}" srcId="{62D095E8-8DD0-4DEC-BA53-074FAF19BD68}" destId="{64485546-E614-4C18-8457-3647FA2FE457}" srcOrd="3" destOrd="0" parTransId="{13CD0292-6C7F-43CD-96AA-96BC5D770DF5}" sibTransId="{7BDBAB37-3BAE-49B1-993D-ADDBF5F21F5E}"/>
    <dgm:cxn modelId="{6533FC95-9B5D-4A07-9EC4-FE983105ED46}" type="presOf" srcId="{656E9485-FD7C-464F-83CA-CD288E24C0CA}" destId="{AE41AB45-7EA1-4D69-AE87-E62370D29E51}" srcOrd="0" destOrd="0" presId="urn:microsoft.com/office/officeart/2005/8/layout/default"/>
    <dgm:cxn modelId="{D0744196-0A38-4930-A0A7-7373DDF784FA}" srcId="{62D095E8-8DD0-4DEC-BA53-074FAF19BD68}" destId="{F13B9F5F-3FBE-4F50-89F8-EEBF43AC0481}" srcOrd="2" destOrd="0" parTransId="{AC64A074-B6DF-46C9-A2CC-DEB3B360C979}" sibTransId="{DB8E5115-FF83-4469-829A-4F8B7AAE0343}"/>
    <dgm:cxn modelId="{AD70FEB3-F280-402C-9C39-89A1BF08800E}" type="presOf" srcId="{552D3D96-79A3-441B-B89D-896F604F4857}" destId="{0B10832B-ECA7-4A2B-A40C-DB22DE6BFAD3}" srcOrd="0" destOrd="0" presId="urn:microsoft.com/office/officeart/2005/8/layout/default"/>
    <dgm:cxn modelId="{6CACF8DE-348C-47CB-9299-74BF85437D67}" srcId="{62D095E8-8DD0-4DEC-BA53-074FAF19BD68}" destId="{552D3D96-79A3-441B-B89D-896F604F4857}" srcOrd="4" destOrd="0" parTransId="{5F7F735C-57AE-429D-9B46-F5287892B124}" sibTransId="{8079B748-3476-4CF5-9620-65A596AE0E33}"/>
    <dgm:cxn modelId="{75336DFC-5F49-4506-8EFA-FF8F22A174F3}" type="presOf" srcId="{F13B9F5F-3FBE-4F50-89F8-EEBF43AC0481}" destId="{EC2F7CFA-C1EA-4616-AEAB-C4BE7B7A0F95}" srcOrd="0" destOrd="0" presId="urn:microsoft.com/office/officeart/2005/8/layout/default"/>
    <dgm:cxn modelId="{39CF20E6-01DD-42A9-8BF2-69A9F0D64A97}" type="presParOf" srcId="{7EA46297-6976-4F07-9DD2-CE45C3EE0C76}" destId="{4281CD84-D8CC-4917-A941-F328CF6293EF}" srcOrd="0" destOrd="0" presId="urn:microsoft.com/office/officeart/2005/8/layout/default"/>
    <dgm:cxn modelId="{DE25A431-7A98-4A37-B02D-3AD57D06383B}" type="presParOf" srcId="{7EA46297-6976-4F07-9DD2-CE45C3EE0C76}" destId="{7B6974B2-2045-4713-AB87-D96F8D464594}" srcOrd="1" destOrd="0" presId="urn:microsoft.com/office/officeart/2005/8/layout/default"/>
    <dgm:cxn modelId="{EE3381DD-6714-4B55-A4F8-FE47988FBEF7}" type="presParOf" srcId="{7EA46297-6976-4F07-9DD2-CE45C3EE0C76}" destId="{AE41AB45-7EA1-4D69-AE87-E62370D29E51}" srcOrd="2" destOrd="0" presId="urn:microsoft.com/office/officeart/2005/8/layout/default"/>
    <dgm:cxn modelId="{81C976FC-2496-41A9-B59E-9A3AD8918CFB}" type="presParOf" srcId="{7EA46297-6976-4F07-9DD2-CE45C3EE0C76}" destId="{DEAD080A-A102-456C-AC86-D30934095F40}" srcOrd="3" destOrd="0" presId="urn:microsoft.com/office/officeart/2005/8/layout/default"/>
    <dgm:cxn modelId="{1C0F0AAB-AAFF-4FFD-BA27-509CEA6BCEA0}" type="presParOf" srcId="{7EA46297-6976-4F07-9DD2-CE45C3EE0C76}" destId="{EC2F7CFA-C1EA-4616-AEAB-C4BE7B7A0F95}" srcOrd="4" destOrd="0" presId="urn:microsoft.com/office/officeart/2005/8/layout/default"/>
    <dgm:cxn modelId="{224120A8-DDFA-44B6-99AC-B015B08F9804}" type="presParOf" srcId="{7EA46297-6976-4F07-9DD2-CE45C3EE0C76}" destId="{70054A43-350E-4899-B2B0-FBCCBB5F75F5}" srcOrd="5" destOrd="0" presId="urn:microsoft.com/office/officeart/2005/8/layout/default"/>
    <dgm:cxn modelId="{5B03C99E-6BF1-431D-B02D-FC96B4D801D9}" type="presParOf" srcId="{7EA46297-6976-4F07-9DD2-CE45C3EE0C76}" destId="{3CA9FB98-79A0-4A74-BB59-8445500A5771}" srcOrd="6" destOrd="0" presId="urn:microsoft.com/office/officeart/2005/8/layout/default"/>
    <dgm:cxn modelId="{6CF54D83-68E5-4266-B5CE-047A60473B7B}" type="presParOf" srcId="{7EA46297-6976-4F07-9DD2-CE45C3EE0C76}" destId="{B8DD60E9-92CC-4603-884C-885B31A20CAA}" srcOrd="7" destOrd="0" presId="urn:microsoft.com/office/officeart/2005/8/layout/default"/>
    <dgm:cxn modelId="{EF3F5DB1-82A5-447A-A42F-8A187798FBA2}" type="presParOf" srcId="{7EA46297-6976-4F07-9DD2-CE45C3EE0C76}" destId="{0B10832B-ECA7-4A2B-A40C-DB22DE6BFAD3}" srcOrd="8"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xml><?xml version="1.0" encoding="utf-8"?>
<dgm:dataModel xmlns:dgm="http://schemas.openxmlformats.org/drawingml/2006/diagram" xmlns:a="http://schemas.openxmlformats.org/drawingml/2006/main">
  <dgm:ptLst>
    <dgm:pt modelId="{B69BA3DF-AAFE-4365-93E5-CFD3A451FB3B}" type="doc">
      <dgm:prSet loTypeId="urn:microsoft.com/office/officeart/2005/8/layout/hierarchy1" loCatId="hierarchy" qsTypeId="urn:microsoft.com/office/officeart/2005/8/quickstyle/simple1" qsCatId="simple" csTypeId="urn:microsoft.com/office/officeart/2005/8/colors/accent5_2" csCatId="accent5" phldr="1"/>
      <dgm:spPr/>
      <dgm:t>
        <a:bodyPr/>
        <a:lstStyle/>
        <a:p>
          <a:endParaRPr lang="en-US"/>
        </a:p>
      </dgm:t>
    </dgm:pt>
    <dgm:pt modelId="{C308148B-B284-4FEF-9F1E-8415C3CD8478}">
      <dgm:prSet/>
      <dgm:spPr/>
      <dgm:t>
        <a:bodyPr/>
        <a:lstStyle/>
        <a:p>
          <a:r>
            <a:rPr lang="en-US"/>
            <a:t>once every 4 weeks until 24 weeks gestation </a:t>
          </a:r>
        </a:p>
      </dgm:t>
    </dgm:pt>
    <dgm:pt modelId="{17BFBF6B-523D-4E76-A356-28D12B4CEF95}" type="parTrans" cxnId="{A78E33C4-2548-4D6F-B7DD-44109582260C}">
      <dgm:prSet/>
      <dgm:spPr/>
      <dgm:t>
        <a:bodyPr/>
        <a:lstStyle/>
        <a:p>
          <a:endParaRPr lang="en-US"/>
        </a:p>
      </dgm:t>
    </dgm:pt>
    <dgm:pt modelId="{B394C3B8-6493-4FBF-933E-5E7F29F969AE}" type="sibTrans" cxnId="{A78E33C4-2548-4D6F-B7DD-44109582260C}">
      <dgm:prSet/>
      <dgm:spPr/>
      <dgm:t>
        <a:bodyPr/>
        <a:lstStyle/>
        <a:p>
          <a:endParaRPr lang="en-US"/>
        </a:p>
      </dgm:t>
    </dgm:pt>
    <dgm:pt modelId="{8C07EA91-7CA7-420C-BED3-FA3C5F81958A}">
      <dgm:prSet/>
      <dgm:spPr/>
      <dgm:t>
        <a:bodyPr/>
        <a:lstStyle/>
        <a:p>
          <a:r>
            <a:rPr lang="en-US"/>
            <a:t>once every 2 weeks from 24 to 36 weeks gestation</a:t>
          </a:r>
        </a:p>
      </dgm:t>
    </dgm:pt>
    <dgm:pt modelId="{20959D99-93B8-478E-AF0A-4F45B8A6F7CE}" type="parTrans" cxnId="{EDC3684A-83D6-49AD-B50A-695851D332DF}">
      <dgm:prSet/>
      <dgm:spPr/>
      <dgm:t>
        <a:bodyPr/>
        <a:lstStyle/>
        <a:p>
          <a:endParaRPr lang="en-US"/>
        </a:p>
      </dgm:t>
    </dgm:pt>
    <dgm:pt modelId="{A616730A-68FA-4A5C-9419-6498176A66A5}" type="sibTrans" cxnId="{EDC3684A-83D6-49AD-B50A-695851D332DF}">
      <dgm:prSet/>
      <dgm:spPr/>
      <dgm:t>
        <a:bodyPr/>
        <a:lstStyle/>
        <a:p>
          <a:endParaRPr lang="en-US"/>
        </a:p>
      </dgm:t>
    </dgm:pt>
    <dgm:pt modelId="{96394CCA-9573-4B55-9BE4-FB4AB1CB29C0}">
      <dgm:prSet/>
      <dgm:spPr/>
      <dgm:t>
        <a:bodyPr/>
        <a:lstStyle/>
        <a:p>
          <a:r>
            <a:rPr lang="en-US"/>
            <a:t>weekly thereafter until delivery. </a:t>
          </a:r>
        </a:p>
      </dgm:t>
    </dgm:pt>
    <dgm:pt modelId="{214CA263-3E96-410D-970C-50C8308F2084}" type="parTrans" cxnId="{576C1853-AB1C-4F6A-BBD9-CA9565C082DB}">
      <dgm:prSet/>
      <dgm:spPr/>
      <dgm:t>
        <a:bodyPr/>
        <a:lstStyle/>
        <a:p>
          <a:endParaRPr lang="en-US"/>
        </a:p>
      </dgm:t>
    </dgm:pt>
    <dgm:pt modelId="{40444068-E525-4273-BC0A-C2DDD3B59E4C}" type="sibTrans" cxnId="{576C1853-AB1C-4F6A-BBD9-CA9565C082DB}">
      <dgm:prSet/>
      <dgm:spPr/>
      <dgm:t>
        <a:bodyPr/>
        <a:lstStyle/>
        <a:p>
          <a:endParaRPr lang="en-US"/>
        </a:p>
      </dgm:t>
    </dgm:pt>
    <dgm:pt modelId="{DE68D0DA-ED25-4C10-8AEA-F8D2385C9F17}" type="pres">
      <dgm:prSet presAssocID="{B69BA3DF-AAFE-4365-93E5-CFD3A451FB3B}" presName="hierChild1" presStyleCnt="0">
        <dgm:presLayoutVars>
          <dgm:chPref val="1"/>
          <dgm:dir/>
          <dgm:animOne val="branch"/>
          <dgm:animLvl val="lvl"/>
          <dgm:resizeHandles/>
        </dgm:presLayoutVars>
      </dgm:prSet>
      <dgm:spPr/>
    </dgm:pt>
    <dgm:pt modelId="{73CCA6C5-A65B-4B01-BC86-7DB5C06172E9}" type="pres">
      <dgm:prSet presAssocID="{C308148B-B284-4FEF-9F1E-8415C3CD8478}" presName="hierRoot1" presStyleCnt="0"/>
      <dgm:spPr/>
    </dgm:pt>
    <dgm:pt modelId="{2665166A-3808-457E-867A-CD581978ACF7}" type="pres">
      <dgm:prSet presAssocID="{C308148B-B284-4FEF-9F1E-8415C3CD8478}" presName="composite" presStyleCnt="0"/>
      <dgm:spPr/>
    </dgm:pt>
    <dgm:pt modelId="{D734FD3F-7193-4DC1-9A43-807719524B33}" type="pres">
      <dgm:prSet presAssocID="{C308148B-B284-4FEF-9F1E-8415C3CD8478}" presName="background" presStyleLbl="node0" presStyleIdx="0" presStyleCnt="3"/>
      <dgm:spPr/>
    </dgm:pt>
    <dgm:pt modelId="{8A1FBC2F-2BCA-45DB-85AD-33CD727B3C2B}" type="pres">
      <dgm:prSet presAssocID="{C308148B-B284-4FEF-9F1E-8415C3CD8478}" presName="text" presStyleLbl="fgAcc0" presStyleIdx="0" presStyleCnt="3">
        <dgm:presLayoutVars>
          <dgm:chPref val="3"/>
        </dgm:presLayoutVars>
      </dgm:prSet>
      <dgm:spPr/>
    </dgm:pt>
    <dgm:pt modelId="{E5CC9B1F-F279-43A6-B962-E42CF7E22A14}" type="pres">
      <dgm:prSet presAssocID="{C308148B-B284-4FEF-9F1E-8415C3CD8478}" presName="hierChild2" presStyleCnt="0"/>
      <dgm:spPr/>
    </dgm:pt>
    <dgm:pt modelId="{19A743E4-D65E-42D3-9661-72F24BBA9EFF}" type="pres">
      <dgm:prSet presAssocID="{8C07EA91-7CA7-420C-BED3-FA3C5F81958A}" presName="hierRoot1" presStyleCnt="0"/>
      <dgm:spPr/>
    </dgm:pt>
    <dgm:pt modelId="{4C8B411D-3727-40F7-A2B1-82FCFC3F79AA}" type="pres">
      <dgm:prSet presAssocID="{8C07EA91-7CA7-420C-BED3-FA3C5F81958A}" presName="composite" presStyleCnt="0"/>
      <dgm:spPr/>
    </dgm:pt>
    <dgm:pt modelId="{7497A548-C919-4BB5-947B-DDDC7A73560B}" type="pres">
      <dgm:prSet presAssocID="{8C07EA91-7CA7-420C-BED3-FA3C5F81958A}" presName="background" presStyleLbl="node0" presStyleIdx="1" presStyleCnt="3"/>
      <dgm:spPr/>
    </dgm:pt>
    <dgm:pt modelId="{D854848E-6273-47A0-99DF-AAFED623FDDD}" type="pres">
      <dgm:prSet presAssocID="{8C07EA91-7CA7-420C-BED3-FA3C5F81958A}" presName="text" presStyleLbl="fgAcc0" presStyleIdx="1" presStyleCnt="3">
        <dgm:presLayoutVars>
          <dgm:chPref val="3"/>
        </dgm:presLayoutVars>
      </dgm:prSet>
      <dgm:spPr/>
    </dgm:pt>
    <dgm:pt modelId="{D6BD24D5-05A4-4C38-BF6B-5C8B4A7F223B}" type="pres">
      <dgm:prSet presAssocID="{8C07EA91-7CA7-420C-BED3-FA3C5F81958A}" presName="hierChild2" presStyleCnt="0"/>
      <dgm:spPr/>
    </dgm:pt>
    <dgm:pt modelId="{FBCC5863-31C3-4B96-B736-58E617B88EB3}" type="pres">
      <dgm:prSet presAssocID="{96394CCA-9573-4B55-9BE4-FB4AB1CB29C0}" presName="hierRoot1" presStyleCnt="0"/>
      <dgm:spPr/>
    </dgm:pt>
    <dgm:pt modelId="{B1D122A8-622D-4468-A713-32E10B89FD58}" type="pres">
      <dgm:prSet presAssocID="{96394CCA-9573-4B55-9BE4-FB4AB1CB29C0}" presName="composite" presStyleCnt="0"/>
      <dgm:spPr/>
    </dgm:pt>
    <dgm:pt modelId="{AE29FD2E-4530-465E-A36F-3D0A3F26C9A5}" type="pres">
      <dgm:prSet presAssocID="{96394CCA-9573-4B55-9BE4-FB4AB1CB29C0}" presName="background" presStyleLbl="node0" presStyleIdx="2" presStyleCnt="3"/>
      <dgm:spPr/>
    </dgm:pt>
    <dgm:pt modelId="{71DF26F8-D15F-4DA1-B0FA-E3077775DDE9}" type="pres">
      <dgm:prSet presAssocID="{96394CCA-9573-4B55-9BE4-FB4AB1CB29C0}" presName="text" presStyleLbl="fgAcc0" presStyleIdx="2" presStyleCnt="3">
        <dgm:presLayoutVars>
          <dgm:chPref val="3"/>
        </dgm:presLayoutVars>
      </dgm:prSet>
      <dgm:spPr/>
    </dgm:pt>
    <dgm:pt modelId="{9EBB64B2-5B68-4825-8A7A-B9AE457A7435}" type="pres">
      <dgm:prSet presAssocID="{96394CCA-9573-4B55-9BE4-FB4AB1CB29C0}" presName="hierChild2" presStyleCnt="0"/>
      <dgm:spPr/>
    </dgm:pt>
  </dgm:ptLst>
  <dgm:cxnLst>
    <dgm:cxn modelId="{FEDE0D14-A65E-4D9D-9013-87C2B32F96F4}" type="presOf" srcId="{B69BA3DF-AAFE-4365-93E5-CFD3A451FB3B}" destId="{DE68D0DA-ED25-4C10-8AEA-F8D2385C9F17}" srcOrd="0" destOrd="0" presId="urn:microsoft.com/office/officeart/2005/8/layout/hierarchy1"/>
    <dgm:cxn modelId="{808AA23E-E989-4486-A761-A7A9006FD29B}" type="presOf" srcId="{8C07EA91-7CA7-420C-BED3-FA3C5F81958A}" destId="{D854848E-6273-47A0-99DF-AAFED623FDDD}" srcOrd="0" destOrd="0" presId="urn:microsoft.com/office/officeart/2005/8/layout/hierarchy1"/>
    <dgm:cxn modelId="{EDC3684A-83D6-49AD-B50A-695851D332DF}" srcId="{B69BA3DF-AAFE-4365-93E5-CFD3A451FB3B}" destId="{8C07EA91-7CA7-420C-BED3-FA3C5F81958A}" srcOrd="1" destOrd="0" parTransId="{20959D99-93B8-478E-AF0A-4F45B8A6F7CE}" sibTransId="{A616730A-68FA-4A5C-9419-6498176A66A5}"/>
    <dgm:cxn modelId="{576C1853-AB1C-4F6A-BBD9-CA9565C082DB}" srcId="{B69BA3DF-AAFE-4365-93E5-CFD3A451FB3B}" destId="{96394CCA-9573-4B55-9BE4-FB4AB1CB29C0}" srcOrd="2" destOrd="0" parTransId="{214CA263-3E96-410D-970C-50C8308F2084}" sibTransId="{40444068-E525-4273-BC0A-C2DDD3B59E4C}"/>
    <dgm:cxn modelId="{36F18098-603B-4C01-B7A5-3122045B7C6D}" type="presOf" srcId="{96394CCA-9573-4B55-9BE4-FB4AB1CB29C0}" destId="{71DF26F8-D15F-4DA1-B0FA-E3077775DDE9}" srcOrd="0" destOrd="0" presId="urn:microsoft.com/office/officeart/2005/8/layout/hierarchy1"/>
    <dgm:cxn modelId="{A78E33C4-2548-4D6F-B7DD-44109582260C}" srcId="{B69BA3DF-AAFE-4365-93E5-CFD3A451FB3B}" destId="{C308148B-B284-4FEF-9F1E-8415C3CD8478}" srcOrd="0" destOrd="0" parTransId="{17BFBF6B-523D-4E76-A356-28D12B4CEF95}" sibTransId="{B394C3B8-6493-4FBF-933E-5E7F29F969AE}"/>
    <dgm:cxn modelId="{7313A0FB-742D-4592-A58D-D5337B783965}" type="presOf" srcId="{C308148B-B284-4FEF-9F1E-8415C3CD8478}" destId="{8A1FBC2F-2BCA-45DB-85AD-33CD727B3C2B}" srcOrd="0" destOrd="0" presId="urn:microsoft.com/office/officeart/2005/8/layout/hierarchy1"/>
    <dgm:cxn modelId="{D1D36DC1-2441-46D2-865B-EB59DCF5ECB0}" type="presParOf" srcId="{DE68D0DA-ED25-4C10-8AEA-F8D2385C9F17}" destId="{73CCA6C5-A65B-4B01-BC86-7DB5C06172E9}" srcOrd="0" destOrd="0" presId="urn:microsoft.com/office/officeart/2005/8/layout/hierarchy1"/>
    <dgm:cxn modelId="{3BEC4AB6-7E78-4FD9-A5A2-825427396EF3}" type="presParOf" srcId="{73CCA6C5-A65B-4B01-BC86-7DB5C06172E9}" destId="{2665166A-3808-457E-867A-CD581978ACF7}" srcOrd="0" destOrd="0" presId="urn:microsoft.com/office/officeart/2005/8/layout/hierarchy1"/>
    <dgm:cxn modelId="{392DFBAF-BB40-47DE-82D8-6EBD080D2B16}" type="presParOf" srcId="{2665166A-3808-457E-867A-CD581978ACF7}" destId="{D734FD3F-7193-4DC1-9A43-807719524B33}" srcOrd="0" destOrd="0" presId="urn:microsoft.com/office/officeart/2005/8/layout/hierarchy1"/>
    <dgm:cxn modelId="{7C6C16D5-34E3-4A55-9ACC-EC4C97BD60EE}" type="presParOf" srcId="{2665166A-3808-457E-867A-CD581978ACF7}" destId="{8A1FBC2F-2BCA-45DB-85AD-33CD727B3C2B}" srcOrd="1" destOrd="0" presId="urn:microsoft.com/office/officeart/2005/8/layout/hierarchy1"/>
    <dgm:cxn modelId="{6D2C6E19-01DC-4230-BFA8-C4F980B7C194}" type="presParOf" srcId="{73CCA6C5-A65B-4B01-BC86-7DB5C06172E9}" destId="{E5CC9B1F-F279-43A6-B962-E42CF7E22A14}" srcOrd="1" destOrd="0" presId="urn:microsoft.com/office/officeart/2005/8/layout/hierarchy1"/>
    <dgm:cxn modelId="{D3EF5EB5-00FD-451C-AE80-0895B8D1C120}" type="presParOf" srcId="{DE68D0DA-ED25-4C10-8AEA-F8D2385C9F17}" destId="{19A743E4-D65E-42D3-9661-72F24BBA9EFF}" srcOrd="1" destOrd="0" presId="urn:microsoft.com/office/officeart/2005/8/layout/hierarchy1"/>
    <dgm:cxn modelId="{97AB7D8F-46E4-4172-93A8-49503D27697B}" type="presParOf" srcId="{19A743E4-D65E-42D3-9661-72F24BBA9EFF}" destId="{4C8B411D-3727-40F7-A2B1-82FCFC3F79AA}" srcOrd="0" destOrd="0" presId="urn:microsoft.com/office/officeart/2005/8/layout/hierarchy1"/>
    <dgm:cxn modelId="{9B76F9E8-2E24-44B4-A2BD-A538608C9C2D}" type="presParOf" srcId="{4C8B411D-3727-40F7-A2B1-82FCFC3F79AA}" destId="{7497A548-C919-4BB5-947B-DDDC7A73560B}" srcOrd="0" destOrd="0" presId="urn:microsoft.com/office/officeart/2005/8/layout/hierarchy1"/>
    <dgm:cxn modelId="{FECBE19B-C66B-4544-82D6-196E10D88DEB}" type="presParOf" srcId="{4C8B411D-3727-40F7-A2B1-82FCFC3F79AA}" destId="{D854848E-6273-47A0-99DF-AAFED623FDDD}" srcOrd="1" destOrd="0" presId="urn:microsoft.com/office/officeart/2005/8/layout/hierarchy1"/>
    <dgm:cxn modelId="{556AD2FC-E5F8-4E6C-9113-92B361F4037E}" type="presParOf" srcId="{19A743E4-D65E-42D3-9661-72F24BBA9EFF}" destId="{D6BD24D5-05A4-4C38-BF6B-5C8B4A7F223B}" srcOrd="1" destOrd="0" presId="urn:microsoft.com/office/officeart/2005/8/layout/hierarchy1"/>
    <dgm:cxn modelId="{CBA4E9F2-AF2D-4F8D-A838-DB027E1DD7F9}" type="presParOf" srcId="{DE68D0DA-ED25-4C10-8AEA-F8D2385C9F17}" destId="{FBCC5863-31C3-4B96-B736-58E617B88EB3}" srcOrd="2" destOrd="0" presId="urn:microsoft.com/office/officeart/2005/8/layout/hierarchy1"/>
    <dgm:cxn modelId="{3BF3CC1A-28A4-4858-AE78-DD31754F0D56}" type="presParOf" srcId="{FBCC5863-31C3-4B96-B736-58E617B88EB3}" destId="{B1D122A8-622D-4468-A713-32E10B89FD58}" srcOrd="0" destOrd="0" presId="urn:microsoft.com/office/officeart/2005/8/layout/hierarchy1"/>
    <dgm:cxn modelId="{93E83EFF-21FB-489C-9DFD-DE4DA81AED25}" type="presParOf" srcId="{B1D122A8-622D-4468-A713-32E10B89FD58}" destId="{AE29FD2E-4530-465E-A36F-3D0A3F26C9A5}" srcOrd="0" destOrd="0" presId="urn:microsoft.com/office/officeart/2005/8/layout/hierarchy1"/>
    <dgm:cxn modelId="{2956F2E7-C029-4D86-B991-1C5A01B261E7}" type="presParOf" srcId="{B1D122A8-622D-4468-A713-32E10B89FD58}" destId="{71DF26F8-D15F-4DA1-B0FA-E3077775DDE9}" srcOrd="1" destOrd="0" presId="urn:microsoft.com/office/officeart/2005/8/layout/hierarchy1"/>
    <dgm:cxn modelId="{9218F151-D7C5-4A58-A785-B1AEFDA236D4}" type="presParOf" srcId="{FBCC5863-31C3-4B96-B736-58E617B88EB3}" destId="{9EBB64B2-5B68-4825-8A7A-B9AE457A7435}"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4824584-EB03-4B12-B9CB-25D7635706C8}">
      <dsp:nvSpPr>
        <dsp:cNvPr id="0" name=""/>
        <dsp:cNvSpPr/>
      </dsp:nvSpPr>
      <dsp:spPr>
        <a:xfrm>
          <a:off x="582645" y="1178"/>
          <a:ext cx="2174490" cy="1304694"/>
        </a:xfrm>
        <a:prstGeom prst="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GB" sz="2400" kern="1200">
              <a:solidFill>
                <a:schemeClr val="tx1"/>
              </a:solidFill>
            </a:rPr>
            <a:t>CBC</a:t>
          </a:r>
          <a:endParaRPr lang="en-US" sz="2400" kern="1200">
            <a:solidFill>
              <a:schemeClr val="tx1"/>
            </a:solidFill>
          </a:endParaRPr>
        </a:p>
      </dsp:txBody>
      <dsp:txXfrm>
        <a:off x="582645" y="1178"/>
        <a:ext cx="2174490" cy="1304694"/>
      </dsp:txXfrm>
    </dsp:sp>
    <dsp:sp modelId="{7374F15C-2EE8-4C88-B438-68A1F729639C}">
      <dsp:nvSpPr>
        <dsp:cNvPr id="0" name=""/>
        <dsp:cNvSpPr/>
      </dsp:nvSpPr>
      <dsp:spPr>
        <a:xfrm>
          <a:off x="2974584" y="1178"/>
          <a:ext cx="2174490" cy="1304694"/>
        </a:xfrm>
        <a:prstGeom prst="rect">
          <a:avLst/>
        </a:prstGeom>
        <a:gradFill rotWithShape="0">
          <a:gsLst>
            <a:gs pos="0">
              <a:schemeClr val="accent2">
                <a:hueOff val="-161707"/>
                <a:satOff val="-9325"/>
                <a:lumOff val="959"/>
                <a:alphaOff val="0"/>
                <a:satMod val="103000"/>
                <a:lumMod val="102000"/>
                <a:tint val="94000"/>
              </a:schemeClr>
            </a:gs>
            <a:gs pos="50000">
              <a:schemeClr val="accent2">
                <a:hueOff val="-161707"/>
                <a:satOff val="-9325"/>
                <a:lumOff val="959"/>
                <a:alphaOff val="0"/>
                <a:satMod val="110000"/>
                <a:lumMod val="100000"/>
                <a:shade val="100000"/>
              </a:schemeClr>
            </a:gs>
            <a:gs pos="100000">
              <a:schemeClr val="accent2">
                <a:hueOff val="-161707"/>
                <a:satOff val="-9325"/>
                <a:lumOff val="959"/>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GB" sz="2400" kern="1200">
              <a:solidFill>
                <a:schemeClr val="tx1"/>
              </a:solidFill>
            </a:rPr>
            <a:t>ABO Grouping  and RH Typing</a:t>
          </a:r>
          <a:endParaRPr lang="en-US" sz="2400" kern="1200">
            <a:solidFill>
              <a:schemeClr val="tx1"/>
            </a:solidFill>
          </a:endParaRPr>
        </a:p>
      </dsp:txBody>
      <dsp:txXfrm>
        <a:off x="2974584" y="1178"/>
        <a:ext cx="2174490" cy="1304694"/>
      </dsp:txXfrm>
    </dsp:sp>
    <dsp:sp modelId="{07548A44-6354-4CD3-9D28-31BBC7ABC9D4}">
      <dsp:nvSpPr>
        <dsp:cNvPr id="0" name=""/>
        <dsp:cNvSpPr/>
      </dsp:nvSpPr>
      <dsp:spPr>
        <a:xfrm>
          <a:off x="5366524" y="1178"/>
          <a:ext cx="2174490" cy="1304694"/>
        </a:xfrm>
        <a:prstGeom prst="rect">
          <a:avLst/>
        </a:prstGeom>
        <a:gradFill rotWithShape="0">
          <a:gsLst>
            <a:gs pos="0">
              <a:schemeClr val="accent2">
                <a:hueOff val="-323414"/>
                <a:satOff val="-18651"/>
                <a:lumOff val="1917"/>
                <a:alphaOff val="0"/>
                <a:satMod val="103000"/>
                <a:lumMod val="102000"/>
                <a:tint val="94000"/>
              </a:schemeClr>
            </a:gs>
            <a:gs pos="50000">
              <a:schemeClr val="accent2">
                <a:hueOff val="-323414"/>
                <a:satOff val="-18651"/>
                <a:lumOff val="1917"/>
                <a:alphaOff val="0"/>
                <a:satMod val="110000"/>
                <a:lumMod val="100000"/>
                <a:shade val="100000"/>
              </a:schemeClr>
            </a:gs>
            <a:gs pos="100000">
              <a:schemeClr val="accent2">
                <a:hueOff val="-323414"/>
                <a:satOff val="-18651"/>
                <a:lumOff val="1917"/>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GB" sz="2400" kern="1200">
              <a:solidFill>
                <a:schemeClr val="tx1"/>
              </a:solidFill>
            </a:rPr>
            <a:t>TSH</a:t>
          </a:r>
          <a:endParaRPr lang="en-US" sz="2400" kern="1200">
            <a:solidFill>
              <a:schemeClr val="tx1"/>
            </a:solidFill>
          </a:endParaRPr>
        </a:p>
      </dsp:txBody>
      <dsp:txXfrm>
        <a:off x="5366524" y="1178"/>
        <a:ext cx="2174490" cy="1304694"/>
      </dsp:txXfrm>
    </dsp:sp>
    <dsp:sp modelId="{7F96B252-1E0A-4362-86AB-1BED0204C33C}">
      <dsp:nvSpPr>
        <dsp:cNvPr id="0" name=""/>
        <dsp:cNvSpPr/>
      </dsp:nvSpPr>
      <dsp:spPr>
        <a:xfrm>
          <a:off x="7758464" y="1178"/>
          <a:ext cx="2174490" cy="1304694"/>
        </a:xfrm>
        <a:prstGeom prst="rect">
          <a:avLst/>
        </a:prstGeom>
        <a:gradFill rotWithShape="0">
          <a:gsLst>
            <a:gs pos="0">
              <a:schemeClr val="accent2">
                <a:hueOff val="-485121"/>
                <a:satOff val="-27976"/>
                <a:lumOff val="2876"/>
                <a:alphaOff val="0"/>
                <a:satMod val="103000"/>
                <a:lumMod val="102000"/>
                <a:tint val="94000"/>
              </a:schemeClr>
            </a:gs>
            <a:gs pos="50000">
              <a:schemeClr val="accent2">
                <a:hueOff val="-485121"/>
                <a:satOff val="-27976"/>
                <a:lumOff val="2876"/>
                <a:alphaOff val="0"/>
                <a:satMod val="110000"/>
                <a:lumMod val="100000"/>
                <a:shade val="100000"/>
              </a:schemeClr>
            </a:gs>
            <a:gs pos="100000">
              <a:schemeClr val="accent2">
                <a:hueOff val="-485121"/>
                <a:satOff val="-27976"/>
                <a:lumOff val="2876"/>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GB" sz="2400" kern="1200">
              <a:solidFill>
                <a:schemeClr val="tx1"/>
              </a:solidFill>
            </a:rPr>
            <a:t>OGTT/GCT</a:t>
          </a:r>
          <a:endParaRPr lang="en-US" sz="2400" kern="1200">
            <a:solidFill>
              <a:schemeClr val="tx1"/>
            </a:solidFill>
          </a:endParaRPr>
        </a:p>
      </dsp:txBody>
      <dsp:txXfrm>
        <a:off x="7758464" y="1178"/>
        <a:ext cx="2174490" cy="1304694"/>
      </dsp:txXfrm>
    </dsp:sp>
    <dsp:sp modelId="{9C025A4C-E614-4B8F-960A-C0F17FCEEE88}">
      <dsp:nvSpPr>
        <dsp:cNvPr id="0" name=""/>
        <dsp:cNvSpPr/>
      </dsp:nvSpPr>
      <dsp:spPr>
        <a:xfrm>
          <a:off x="582645" y="1523321"/>
          <a:ext cx="2174490" cy="1304694"/>
        </a:xfrm>
        <a:prstGeom prst="rect">
          <a:avLst/>
        </a:prstGeom>
        <a:gradFill rotWithShape="0">
          <a:gsLst>
            <a:gs pos="0">
              <a:schemeClr val="accent2">
                <a:hueOff val="-646828"/>
                <a:satOff val="-37301"/>
                <a:lumOff val="3835"/>
                <a:alphaOff val="0"/>
                <a:satMod val="103000"/>
                <a:lumMod val="102000"/>
                <a:tint val="94000"/>
              </a:schemeClr>
            </a:gs>
            <a:gs pos="50000">
              <a:schemeClr val="accent2">
                <a:hueOff val="-646828"/>
                <a:satOff val="-37301"/>
                <a:lumOff val="3835"/>
                <a:alphaOff val="0"/>
                <a:satMod val="110000"/>
                <a:lumMod val="100000"/>
                <a:shade val="100000"/>
              </a:schemeClr>
            </a:gs>
            <a:gs pos="100000">
              <a:schemeClr val="accent2">
                <a:hueOff val="-646828"/>
                <a:satOff val="-37301"/>
                <a:lumOff val="3835"/>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GB" sz="2400" kern="1200">
              <a:solidFill>
                <a:schemeClr val="tx1"/>
              </a:solidFill>
            </a:rPr>
            <a:t>HIV</a:t>
          </a:r>
          <a:endParaRPr lang="en-US" sz="2400" kern="1200">
            <a:solidFill>
              <a:schemeClr val="tx1"/>
            </a:solidFill>
          </a:endParaRPr>
        </a:p>
      </dsp:txBody>
      <dsp:txXfrm>
        <a:off x="582645" y="1523321"/>
        <a:ext cx="2174490" cy="1304694"/>
      </dsp:txXfrm>
    </dsp:sp>
    <dsp:sp modelId="{8C9E37A5-AC06-4830-961C-FA61C72C8065}">
      <dsp:nvSpPr>
        <dsp:cNvPr id="0" name=""/>
        <dsp:cNvSpPr/>
      </dsp:nvSpPr>
      <dsp:spPr>
        <a:xfrm>
          <a:off x="2974584" y="1523321"/>
          <a:ext cx="2174490" cy="1304694"/>
        </a:xfrm>
        <a:prstGeom prst="rect">
          <a:avLst/>
        </a:prstGeom>
        <a:gradFill rotWithShape="0">
          <a:gsLst>
            <a:gs pos="0">
              <a:schemeClr val="accent2">
                <a:hueOff val="-808535"/>
                <a:satOff val="-46627"/>
                <a:lumOff val="4793"/>
                <a:alphaOff val="0"/>
                <a:satMod val="103000"/>
                <a:lumMod val="102000"/>
                <a:tint val="94000"/>
              </a:schemeClr>
            </a:gs>
            <a:gs pos="50000">
              <a:schemeClr val="accent2">
                <a:hueOff val="-808535"/>
                <a:satOff val="-46627"/>
                <a:lumOff val="4793"/>
                <a:alphaOff val="0"/>
                <a:satMod val="110000"/>
                <a:lumMod val="100000"/>
                <a:shade val="100000"/>
              </a:schemeClr>
            </a:gs>
            <a:gs pos="100000">
              <a:schemeClr val="accent2">
                <a:hueOff val="-808535"/>
                <a:satOff val="-46627"/>
                <a:lumOff val="4793"/>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GB" sz="2400" kern="1200" dirty="0">
              <a:solidFill>
                <a:schemeClr val="tx1"/>
              </a:solidFill>
            </a:rPr>
            <a:t>HBsAg</a:t>
          </a:r>
          <a:endParaRPr lang="en-US" sz="2400" kern="1200" dirty="0">
            <a:solidFill>
              <a:schemeClr val="tx1"/>
            </a:solidFill>
          </a:endParaRPr>
        </a:p>
      </dsp:txBody>
      <dsp:txXfrm>
        <a:off x="2974584" y="1523321"/>
        <a:ext cx="2174490" cy="1304694"/>
      </dsp:txXfrm>
    </dsp:sp>
    <dsp:sp modelId="{00F44194-B84A-4C1F-A647-8F6B799BDAF8}">
      <dsp:nvSpPr>
        <dsp:cNvPr id="0" name=""/>
        <dsp:cNvSpPr/>
      </dsp:nvSpPr>
      <dsp:spPr>
        <a:xfrm>
          <a:off x="5366524" y="1523321"/>
          <a:ext cx="2174490" cy="1304694"/>
        </a:xfrm>
        <a:prstGeom prst="rect">
          <a:avLst/>
        </a:prstGeom>
        <a:gradFill rotWithShape="0">
          <a:gsLst>
            <a:gs pos="0">
              <a:schemeClr val="accent2">
                <a:hueOff val="-970242"/>
                <a:satOff val="-55952"/>
                <a:lumOff val="5752"/>
                <a:alphaOff val="0"/>
                <a:satMod val="103000"/>
                <a:lumMod val="102000"/>
                <a:tint val="94000"/>
              </a:schemeClr>
            </a:gs>
            <a:gs pos="50000">
              <a:schemeClr val="accent2">
                <a:hueOff val="-970242"/>
                <a:satOff val="-55952"/>
                <a:lumOff val="5752"/>
                <a:alphaOff val="0"/>
                <a:satMod val="110000"/>
                <a:lumMod val="100000"/>
                <a:shade val="100000"/>
              </a:schemeClr>
            </a:gs>
            <a:gs pos="100000">
              <a:schemeClr val="accent2">
                <a:hueOff val="-970242"/>
                <a:satOff val="-55952"/>
                <a:lumOff val="5752"/>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GB" sz="2400" kern="1200" dirty="0">
              <a:solidFill>
                <a:schemeClr val="tx1"/>
              </a:solidFill>
            </a:rPr>
            <a:t>HCV</a:t>
          </a:r>
          <a:endParaRPr lang="en-US" sz="2400" kern="1200" dirty="0">
            <a:solidFill>
              <a:schemeClr val="tx1"/>
            </a:solidFill>
          </a:endParaRPr>
        </a:p>
      </dsp:txBody>
      <dsp:txXfrm>
        <a:off x="5366524" y="1523321"/>
        <a:ext cx="2174490" cy="1304694"/>
      </dsp:txXfrm>
    </dsp:sp>
    <dsp:sp modelId="{C56903D5-6B78-4900-8FF6-85C748645339}">
      <dsp:nvSpPr>
        <dsp:cNvPr id="0" name=""/>
        <dsp:cNvSpPr/>
      </dsp:nvSpPr>
      <dsp:spPr>
        <a:xfrm>
          <a:off x="7758464" y="1523321"/>
          <a:ext cx="2174490" cy="1304694"/>
        </a:xfrm>
        <a:prstGeom prst="rect">
          <a:avLst/>
        </a:prstGeom>
        <a:gradFill rotWithShape="0">
          <a:gsLst>
            <a:gs pos="0">
              <a:schemeClr val="accent2">
                <a:hueOff val="-1131949"/>
                <a:satOff val="-65277"/>
                <a:lumOff val="6711"/>
                <a:alphaOff val="0"/>
                <a:satMod val="103000"/>
                <a:lumMod val="102000"/>
                <a:tint val="94000"/>
              </a:schemeClr>
            </a:gs>
            <a:gs pos="50000">
              <a:schemeClr val="accent2">
                <a:hueOff val="-1131949"/>
                <a:satOff val="-65277"/>
                <a:lumOff val="6711"/>
                <a:alphaOff val="0"/>
                <a:satMod val="110000"/>
                <a:lumMod val="100000"/>
                <a:shade val="100000"/>
              </a:schemeClr>
            </a:gs>
            <a:gs pos="100000">
              <a:schemeClr val="accent2">
                <a:hueOff val="-1131949"/>
                <a:satOff val="-65277"/>
                <a:lumOff val="6711"/>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kern="1200" dirty="0">
              <a:solidFill>
                <a:schemeClr val="tx1"/>
              </a:solidFill>
            </a:rPr>
            <a:t>VDRL</a:t>
          </a:r>
        </a:p>
      </dsp:txBody>
      <dsp:txXfrm>
        <a:off x="7758464" y="1523321"/>
        <a:ext cx="2174490" cy="1304694"/>
      </dsp:txXfrm>
    </dsp:sp>
    <dsp:sp modelId="{D8B4B495-AA2C-40C8-B787-E81CBF4E0ECA}">
      <dsp:nvSpPr>
        <dsp:cNvPr id="0" name=""/>
        <dsp:cNvSpPr/>
      </dsp:nvSpPr>
      <dsp:spPr>
        <a:xfrm>
          <a:off x="2974584" y="3045465"/>
          <a:ext cx="2174490" cy="1304694"/>
        </a:xfrm>
        <a:prstGeom prst="rect">
          <a:avLst/>
        </a:prstGeom>
        <a:gradFill rotWithShape="0">
          <a:gsLst>
            <a:gs pos="0">
              <a:schemeClr val="accent2">
                <a:hueOff val="-1293656"/>
                <a:satOff val="-74603"/>
                <a:lumOff val="7669"/>
                <a:alphaOff val="0"/>
                <a:satMod val="103000"/>
                <a:lumMod val="102000"/>
                <a:tint val="94000"/>
              </a:schemeClr>
            </a:gs>
            <a:gs pos="50000">
              <a:schemeClr val="accent2">
                <a:hueOff val="-1293656"/>
                <a:satOff val="-74603"/>
                <a:lumOff val="7669"/>
                <a:alphaOff val="0"/>
                <a:satMod val="110000"/>
                <a:lumMod val="100000"/>
                <a:shade val="100000"/>
              </a:schemeClr>
            </a:gs>
            <a:gs pos="100000">
              <a:schemeClr val="accent2">
                <a:hueOff val="-1293656"/>
                <a:satOff val="-74603"/>
                <a:lumOff val="7669"/>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GB" sz="2400" kern="1200">
              <a:solidFill>
                <a:schemeClr val="tx1"/>
              </a:solidFill>
            </a:rPr>
            <a:t>Gazelle Test (Haemoglobinopathies)</a:t>
          </a:r>
          <a:endParaRPr lang="en-US" sz="2400" kern="1200">
            <a:solidFill>
              <a:schemeClr val="tx1"/>
            </a:solidFill>
          </a:endParaRPr>
        </a:p>
      </dsp:txBody>
      <dsp:txXfrm>
        <a:off x="2974584" y="3045465"/>
        <a:ext cx="2174490" cy="1304694"/>
      </dsp:txXfrm>
    </dsp:sp>
    <dsp:sp modelId="{492F9A3C-9534-438A-90EC-A51E5EA966C9}">
      <dsp:nvSpPr>
        <dsp:cNvPr id="0" name=""/>
        <dsp:cNvSpPr/>
      </dsp:nvSpPr>
      <dsp:spPr>
        <a:xfrm>
          <a:off x="5366524" y="3045465"/>
          <a:ext cx="2174490" cy="1304694"/>
        </a:xfrm>
        <a:prstGeom prst="rect">
          <a:avLst/>
        </a:prstGeom>
        <a:gradFill rotWithShape="0">
          <a:gsLst>
            <a:gs pos="0">
              <a:schemeClr val="accent2">
                <a:hueOff val="-1455363"/>
                <a:satOff val="-83928"/>
                <a:lumOff val="8628"/>
                <a:alphaOff val="0"/>
                <a:satMod val="103000"/>
                <a:lumMod val="102000"/>
                <a:tint val="94000"/>
              </a:schemeClr>
            </a:gs>
            <a:gs pos="50000">
              <a:schemeClr val="accent2">
                <a:hueOff val="-1455363"/>
                <a:satOff val="-83928"/>
                <a:lumOff val="8628"/>
                <a:alphaOff val="0"/>
                <a:satMod val="110000"/>
                <a:lumMod val="100000"/>
                <a:shade val="100000"/>
              </a:schemeClr>
            </a:gs>
            <a:gs pos="100000">
              <a:schemeClr val="accent2">
                <a:hueOff val="-1455363"/>
                <a:satOff val="-83928"/>
                <a:lumOff val="862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GB" sz="2400" kern="1200" dirty="0">
              <a:solidFill>
                <a:schemeClr val="tx1"/>
              </a:solidFill>
            </a:rPr>
            <a:t>Urine ME/RE</a:t>
          </a:r>
          <a:endParaRPr lang="en-US" sz="2400" kern="1200" dirty="0">
            <a:solidFill>
              <a:schemeClr val="tx1"/>
            </a:solidFill>
          </a:endParaRPr>
        </a:p>
      </dsp:txBody>
      <dsp:txXfrm>
        <a:off x="5366524" y="3045465"/>
        <a:ext cx="2174490" cy="1304694"/>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281CD84-D8CC-4917-A941-F328CF6293EF}">
      <dsp:nvSpPr>
        <dsp:cNvPr id="0" name=""/>
        <dsp:cNvSpPr/>
      </dsp:nvSpPr>
      <dsp:spPr>
        <a:xfrm>
          <a:off x="0" y="39687"/>
          <a:ext cx="3286125" cy="1971675"/>
        </a:xfrm>
        <a:prstGeom prst="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ctr" defTabSz="1733550">
            <a:lnSpc>
              <a:spcPct val="90000"/>
            </a:lnSpc>
            <a:spcBef>
              <a:spcPct val="0"/>
            </a:spcBef>
            <a:spcAft>
              <a:spcPct val="35000"/>
            </a:spcAft>
            <a:buNone/>
          </a:pPr>
          <a:r>
            <a:rPr lang="en-GB" sz="3900" kern="1200">
              <a:solidFill>
                <a:schemeClr val="tx1"/>
              </a:solidFill>
            </a:rPr>
            <a:t>CBC</a:t>
          </a:r>
          <a:endParaRPr lang="en-US" sz="3900" kern="1200">
            <a:solidFill>
              <a:schemeClr val="tx1"/>
            </a:solidFill>
          </a:endParaRPr>
        </a:p>
      </dsp:txBody>
      <dsp:txXfrm>
        <a:off x="0" y="39687"/>
        <a:ext cx="3286125" cy="1971675"/>
      </dsp:txXfrm>
    </dsp:sp>
    <dsp:sp modelId="{AE41AB45-7EA1-4D69-AE87-E62370D29E51}">
      <dsp:nvSpPr>
        <dsp:cNvPr id="0" name=""/>
        <dsp:cNvSpPr/>
      </dsp:nvSpPr>
      <dsp:spPr>
        <a:xfrm>
          <a:off x="3614737" y="39687"/>
          <a:ext cx="3286125" cy="1971675"/>
        </a:xfrm>
        <a:prstGeom prst="rect">
          <a:avLst/>
        </a:prstGeom>
        <a:solidFill>
          <a:schemeClr val="accent2">
            <a:hueOff val="-363841"/>
            <a:satOff val="-20982"/>
            <a:lumOff val="2157"/>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ctr" defTabSz="1733550">
            <a:lnSpc>
              <a:spcPct val="90000"/>
            </a:lnSpc>
            <a:spcBef>
              <a:spcPct val="0"/>
            </a:spcBef>
            <a:spcAft>
              <a:spcPct val="35000"/>
            </a:spcAft>
            <a:buNone/>
          </a:pPr>
          <a:r>
            <a:rPr lang="en-GB" sz="3900" kern="1200">
              <a:solidFill>
                <a:schemeClr val="tx1"/>
              </a:solidFill>
            </a:rPr>
            <a:t>Random Blood Sugar</a:t>
          </a:r>
          <a:endParaRPr lang="en-US" sz="3900" kern="1200">
            <a:solidFill>
              <a:schemeClr val="tx1"/>
            </a:solidFill>
          </a:endParaRPr>
        </a:p>
      </dsp:txBody>
      <dsp:txXfrm>
        <a:off x="3614737" y="39687"/>
        <a:ext cx="3286125" cy="1971675"/>
      </dsp:txXfrm>
    </dsp:sp>
    <dsp:sp modelId="{EC2F7CFA-C1EA-4616-AEAB-C4BE7B7A0F95}">
      <dsp:nvSpPr>
        <dsp:cNvPr id="0" name=""/>
        <dsp:cNvSpPr/>
      </dsp:nvSpPr>
      <dsp:spPr>
        <a:xfrm>
          <a:off x="7229475" y="39687"/>
          <a:ext cx="3286125" cy="1971675"/>
        </a:xfrm>
        <a:prstGeom prst="rect">
          <a:avLst/>
        </a:prstGeom>
        <a:solidFill>
          <a:schemeClr val="accent2">
            <a:hueOff val="-727682"/>
            <a:satOff val="-41964"/>
            <a:lumOff val="4314"/>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ctr" defTabSz="1733550">
            <a:lnSpc>
              <a:spcPct val="90000"/>
            </a:lnSpc>
            <a:spcBef>
              <a:spcPct val="0"/>
            </a:spcBef>
            <a:spcAft>
              <a:spcPct val="35000"/>
            </a:spcAft>
            <a:buNone/>
          </a:pPr>
          <a:r>
            <a:rPr lang="en-GB" sz="3900" kern="1200">
              <a:solidFill>
                <a:schemeClr val="tx1"/>
              </a:solidFill>
            </a:rPr>
            <a:t>Urine ME/RE</a:t>
          </a:r>
          <a:endParaRPr lang="en-US" sz="3900" kern="1200">
            <a:solidFill>
              <a:schemeClr val="tx1"/>
            </a:solidFill>
          </a:endParaRPr>
        </a:p>
      </dsp:txBody>
      <dsp:txXfrm>
        <a:off x="7229475" y="39687"/>
        <a:ext cx="3286125" cy="1971675"/>
      </dsp:txXfrm>
    </dsp:sp>
    <dsp:sp modelId="{3CA9FB98-79A0-4A74-BB59-8445500A5771}">
      <dsp:nvSpPr>
        <dsp:cNvPr id="0" name=""/>
        <dsp:cNvSpPr/>
      </dsp:nvSpPr>
      <dsp:spPr>
        <a:xfrm>
          <a:off x="1807368" y="2339975"/>
          <a:ext cx="3286125" cy="1971675"/>
        </a:xfrm>
        <a:prstGeom prst="rect">
          <a:avLst/>
        </a:prstGeom>
        <a:solidFill>
          <a:schemeClr val="accent2">
            <a:hueOff val="-1091522"/>
            <a:satOff val="-62946"/>
            <a:lumOff val="6471"/>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ctr" defTabSz="1733550">
            <a:lnSpc>
              <a:spcPct val="90000"/>
            </a:lnSpc>
            <a:spcBef>
              <a:spcPct val="0"/>
            </a:spcBef>
            <a:spcAft>
              <a:spcPct val="35000"/>
            </a:spcAft>
            <a:buNone/>
          </a:pPr>
          <a:r>
            <a:rPr lang="en-GB" sz="3900" kern="1200">
              <a:solidFill>
                <a:schemeClr val="tx1"/>
              </a:solidFill>
            </a:rPr>
            <a:t>LFT/RFT</a:t>
          </a:r>
          <a:endParaRPr lang="en-US" sz="3900" kern="1200">
            <a:solidFill>
              <a:schemeClr val="tx1"/>
            </a:solidFill>
          </a:endParaRPr>
        </a:p>
      </dsp:txBody>
      <dsp:txXfrm>
        <a:off x="1807368" y="2339975"/>
        <a:ext cx="3286125" cy="1971675"/>
      </dsp:txXfrm>
    </dsp:sp>
    <dsp:sp modelId="{0B10832B-ECA7-4A2B-A40C-DB22DE6BFAD3}">
      <dsp:nvSpPr>
        <dsp:cNvPr id="0" name=""/>
        <dsp:cNvSpPr/>
      </dsp:nvSpPr>
      <dsp:spPr>
        <a:xfrm>
          <a:off x="5422106" y="2339975"/>
          <a:ext cx="3286125" cy="1971675"/>
        </a:xfrm>
        <a:prstGeom prst="rect">
          <a:avLst/>
        </a:prstGeom>
        <a:solidFill>
          <a:schemeClr val="accent2">
            <a:hueOff val="-1455363"/>
            <a:satOff val="-83928"/>
            <a:lumOff val="8628"/>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ctr" defTabSz="1733550">
            <a:lnSpc>
              <a:spcPct val="90000"/>
            </a:lnSpc>
            <a:spcBef>
              <a:spcPct val="0"/>
            </a:spcBef>
            <a:spcAft>
              <a:spcPct val="35000"/>
            </a:spcAft>
            <a:buNone/>
          </a:pPr>
          <a:r>
            <a:rPr lang="en-GB" sz="3900" kern="1200">
              <a:solidFill>
                <a:schemeClr val="tx1"/>
              </a:solidFill>
            </a:rPr>
            <a:t>ECG (if available at facility)</a:t>
          </a:r>
          <a:endParaRPr lang="en-US" sz="3900" kern="1200">
            <a:solidFill>
              <a:schemeClr val="tx1"/>
            </a:solidFill>
          </a:endParaRPr>
        </a:p>
      </dsp:txBody>
      <dsp:txXfrm>
        <a:off x="5422106" y="2339975"/>
        <a:ext cx="3286125" cy="1971675"/>
      </dsp:txXfrm>
    </dsp:sp>
  </dsp:spTree>
</dsp:drawing>
</file>

<file path=ppt/diagrams/drawing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734FD3F-7193-4DC1-9A43-807719524B33}">
      <dsp:nvSpPr>
        <dsp:cNvPr id="0" name=""/>
        <dsp:cNvSpPr/>
      </dsp:nvSpPr>
      <dsp:spPr>
        <a:xfrm>
          <a:off x="0" y="1275378"/>
          <a:ext cx="3223260" cy="2046770"/>
        </a:xfrm>
        <a:prstGeom prst="roundRect">
          <a:avLst>
            <a:gd name="adj" fmla="val 1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A1FBC2F-2BCA-45DB-85AD-33CD727B3C2B}">
      <dsp:nvSpPr>
        <dsp:cNvPr id="0" name=""/>
        <dsp:cNvSpPr/>
      </dsp:nvSpPr>
      <dsp:spPr>
        <a:xfrm>
          <a:off x="358139" y="1615611"/>
          <a:ext cx="3223260" cy="2046770"/>
        </a:xfrm>
        <a:prstGeom prst="roundRect">
          <a:avLst>
            <a:gd name="adj" fmla="val 10000"/>
          </a:avLst>
        </a:prstGeom>
        <a:solidFill>
          <a:schemeClr val="lt1">
            <a:alpha val="90000"/>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14300" tIns="114300" rIns="114300" bIns="114300" numCol="1" spcCol="1270" anchor="ctr" anchorCtr="0">
          <a:noAutofit/>
        </a:bodyPr>
        <a:lstStyle/>
        <a:p>
          <a:pPr marL="0" lvl="0" indent="0" algn="ctr" defTabSz="1333500">
            <a:lnSpc>
              <a:spcPct val="90000"/>
            </a:lnSpc>
            <a:spcBef>
              <a:spcPct val="0"/>
            </a:spcBef>
            <a:spcAft>
              <a:spcPct val="35000"/>
            </a:spcAft>
            <a:buNone/>
          </a:pPr>
          <a:r>
            <a:rPr lang="en-US" sz="3000" kern="1200"/>
            <a:t>once every 4 weeks until 24 weeks gestation </a:t>
          </a:r>
        </a:p>
      </dsp:txBody>
      <dsp:txXfrm>
        <a:off x="418087" y="1675559"/>
        <a:ext cx="3103364" cy="1926874"/>
      </dsp:txXfrm>
    </dsp:sp>
    <dsp:sp modelId="{7497A548-C919-4BB5-947B-DDDC7A73560B}">
      <dsp:nvSpPr>
        <dsp:cNvPr id="0" name=""/>
        <dsp:cNvSpPr/>
      </dsp:nvSpPr>
      <dsp:spPr>
        <a:xfrm>
          <a:off x="3939539" y="1275378"/>
          <a:ext cx="3223260" cy="2046770"/>
        </a:xfrm>
        <a:prstGeom prst="roundRect">
          <a:avLst>
            <a:gd name="adj" fmla="val 1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854848E-6273-47A0-99DF-AAFED623FDDD}">
      <dsp:nvSpPr>
        <dsp:cNvPr id="0" name=""/>
        <dsp:cNvSpPr/>
      </dsp:nvSpPr>
      <dsp:spPr>
        <a:xfrm>
          <a:off x="4297679" y="1615611"/>
          <a:ext cx="3223260" cy="2046770"/>
        </a:xfrm>
        <a:prstGeom prst="roundRect">
          <a:avLst>
            <a:gd name="adj" fmla="val 10000"/>
          </a:avLst>
        </a:prstGeom>
        <a:solidFill>
          <a:schemeClr val="lt1">
            <a:alpha val="90000"/>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14300" tIns="114300" rIns="114300" bIns="114300" numCol="1" spcCol="1270" anchor="ctr" anchorCtr="0">
          <a:noAutofit/>
        </a:bodyPr>
        <a:lstStyle/>
        <a:p>
          <a:pPr marL="0" lvl="0" indent="0" algn="ctr" defTabSz="1333500">
            <a:lnSpc>
              <a:spcPct val="90000"/>
            </a:lnSpc>
            <a:spcBef>
              <a:spcPct val="0"/>
            </a:spcBef>
            <a:spcAft>
              <a:spcPct val="35000"/>
            </a:spcAft>
            <a:buNone/>
          </a:pPr>
          <a:r>
            <a:rPr lang="en-US" sz="3000" kern="1200"/>
            <a:t>once every 2 weeks from 24 to 36 weeks gestation</a:t>
          </a:r>
        </a:p>
      </dsp:txBody>
      <dsp:txXfrm>
        <a:off x="4357627" y="1675559"/>
        <a:ext cx="3103364" cy="1926874"/>
      </dsp:txXfrm>
    </dsp:sp>
    <dsp:sp modelId="{AE29FD2E-4530-465E-A36F-3D0A3F26C9A5}">
      <dsp:nvSpPr>
        <dsp:cNvPr id="0" name=""/>
        <dsp:cNvSpPr/>
      </dsp:nvSpPr>
      <dsp:spPr>
        <a:xfrm>
          <a:off x="7879080" y="1275378"/>
          <a:ext cx="3223260" cy="2046770"/>
        </a:xfrm>
        <a:prstGeom prst="roundRect">
          <a:avLst>
            <a:gd name="adj" fmla="val 1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1DF26F8-D15F-4DA1-B0FA-E3077775DDE9}">
      <dsp:nvSpPr>
        <dsp:cNvPr id="0" name=""/>
        <dsp:cNvSpPr/>
      </dsp:nvSpPr>
      <dsp:spPr>
        <a:xfrm>
          <a:off x="8237220" y="1615611"/>
          <a:ext cx="3223260" cy="2046770"/>
        </a:xfrm>
        <a:prstGeom prst="roundRect">
          <a:avLst>
            <a:gd name="adj" fmla="val 10000"/>
          </a:avLst>
        </a:prstGeom>
        <a:solidFill>
          <a:schemeClr val="lt1">
            <a:alpha val="90000"/>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14300" tIns="114300" rIns="114300" bIns="114300" numCol="1" spcCol="1270" anchor="ctr" anchorCtr="0">
          <a:noAutofit/>
        </a:bodyPr>
        <a:lstStyle/>
        <a:p>
          <a:pPr marL="0" lvl="0" indent="0" algn="ctr" defTabSz="1333500">
            <a:lnSpc>
              <a:spcPct val="90000"/>
            </a:lnSpc>
            <a:spcBef>
              <a:spcPct val="0"/>
            </a:spcBef>
            <a:spcAft>
              <a:spcPct val="35000"/>
            </a:spcAft>
            <a:buNone/>
          </a:pPr>
          <a:r>
            <a:rPr lang="en-US" sz="3000" kern="1200"/>
            <a:t>weekly thereafter until delivery. </a:t>
          </a:r>
        </a:p>
      </dsp:txBody>
      <dsp:txXfrm>
        <a:off x="8297168" y="1675559"/>
        <a:ext cx="3103364" cy="1926874"/>
      </dsp:txXfrm>
    </dsp:sp>
  </dsp:spTree>
</dsp:drawing>
</file>

<file path=ppt/diagrams/layout16.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17.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18.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6.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1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D3B46732-557D-8FCF-2968-C78E8D821C18}"/>
              </a:ext>
            </a:extLst>
          </p:cNvPr>
          <p:cNvSpPr>
            <a:spLocks noGrp="1"/>
          </p:cNvSpPr>
          <p:nvPr>
            <p:ph type="hdr" sz="quarter"/>
          </p:nvPr>
        </p:nvSpPr>
        <p:spPr>
          <a:xfrm>
            <a:off x="0" y="0"/>
            <a:ext cx="3078163" cy="512763"/>
          </a:xfrm>
          <a:prstGeom prst="rect">
            <a:avLst/>
          </a:prstGeom>
        </p:spPr>
        <p:txBody>
          <a:bodyPr vert="horz" lIns="91440" tIns="45720" rIns="91440" bIns="45720" rtlCol="0"/>
          <a:lstStyle>
            <a:lvl1pPr algn="l">
              <a:defRPr sz="1200"/>
            </a:lvl1pPr>
          </a:lstStyle>
          <a:p>
            <a:endParaRPr lang="en-IN"/>
          </a:p>
        </p:txBody>
      </p:sp>
      <p:sp>
        <p:nvSpPr>
          <p:cNvPr id="3" name="Date Placeholder 2">
            <a:extLst>
              <a:ext uri="{FF2B5EF4-FFF2-40B4-BE49-F238E27FC236}">
                <a16:creationId xmlns:a16="http://schemas.microsoft.com/office/drawing/2014/main" id="{0818EABF-2835-8D70-EFD7-D1352C40097C}"/>
              </a:ext>
            </a:extLst>
          </p:cNvPr>
          <p:cNvSpPr>
            <a:spLocks noGrp="1"/>
          </p:cNvSpPr>
          <p:nvPr>
            <p:ph type="dt" sz="quarter" idx="1"/>
          </p:nvPr>
        </p:nvSpPr>
        <p:spPr>
          <a:xfrm>
            <a:off x="4024313" y="0"/>
            <a:ext cx="3078162" cy="512763"/>
          </a:xfrm>
          <a:prstGeom prst="rect">
            <a:avLst/>
          </a:prstGeom>
        </p:spPr>
        <p:txBody>
          <a:bodyPr vert="horz" lIns="91440" tIns="45720" rIns="91440" bIns="45720" rtlCol="0"/>
          <a:lstStyle>
            <a:lvl1pPr algn="r">
              <a:defRPr sz="1200"/>
            </a:lvl1pPr>
          </a:lstStyle>
          <a:p>
            <a:endParaRPr lang="en-IN"/>
          </a:p>
        </p:txBody>
      </p:sp>
      <p:sp>
        <p:nvSpPr>
          <p:cNvPr id="4" name="Footer Placeholder 3">
            <a:extLst>
              <a:ext uri="{FF2B5EF4-FFF2-40B4-BE49-F238E27FC236}">
                <a16:creationId xmlns:a16="http://schemas.microsoft.com/office/drawing/2014/main" id="{67C12733-6E4E-5DA1-F079-5AD524364E88}"/>
              </a:ext>
            </a:extLst>
          </p:cNvPr>
          <p:cNvSpPr>
            <a:spLocks noGrp="1"/>
          </p:cNvSpPr>
          <p:nvPr>
            <p:ph type="ftr" sz="quarter" idx="2"/>
          </p:nvPr>
        </p:nvSpPr>
        <p:spPr>
          <a:xfrm>
            <a:off x="0" y="9721850"/>
            <a:ext cx="3078163" cy="512763"/>
          </a:xfrm>
          <a:prstGeom prst="rect">
            <a:avLst/>
          </a:prstGeom>
        </p:spPr>
        <p:txBody>
          <a:bodyPr vert="horz" lIns="91440" tIns="45720" rIns="91440" bIns="45720" rtlCol="0" anchor="b"/>
          <a:lstStyle>
            <a:lvl1pPr algn="l">
              <a:defRPr sz="1200"/>
            </a:lvl1pPr>
          </a:lstStyle>
          <a:p>
            <a:endParaRPr lang="en-IN"/>
          </a:p>
        </p:txBody>
      </p:sp>
      <p:sp>
        <p:nvSpPr>
          <p:cNvPr id="5" name="Slide Number Placeholder 4">
            <a:extLst>
              <a:ext uri="{FF2B5EF4-FFF2-40B4-BE49-F238E27FC236}">
                <a16:creationId xmlns:a16="http://schemas.microsoft.com/office/drawing/2014/main" id="{F9CB399E-D04A-9279-C9B6-F8A6209EEACE}"/>
              </a:ext>
            </a:extLst>
          </p:cNvPr>
          <p:cNvSpPr>
            <a:spLocks noGrp="1"/>
          </p:cNvSpPr>
          <p:nvPr>
            <p:ph type="sldNum" sz="quarter" idx="3"/>
          </p:nvPr>
        </p:nvSpPr>
        <p:spPr>
          <a:xfrm>
            <a:off x="4024313" y="9721850"/>
            <a:ext cx="3078162" cy="512763"/>
          </a:xfrm>
          <a:prstGeom prst="rect">
            <a:avLst/>
          </a:prstGeom>
        </p:spPr>
        <p:txBody>
          <a:bodyPr vert="horz" lIns="91440" tIns="45720" rIns="91440" bIns="45720" rtlCol="0" anchor="b"/>
          <a:lstStyle>
            <a:lvl1pPr algn="r">
              <a:defRPr sz="1200"/>
            </a:lvl1pPr>
          </a:lstStyle>
          <a:p>
            <a:fld id="{01261D89-608A-42D6-B691-97ED446F6AAB}" type="slidenum">
              <a:rPr lang="en-IN" smtClean="0"/>
              <a:t>‹#›</a:t>
            </a:fld>
            <a:endParaRPr lang="en-IN"/>
          </a:p>
        </p:txBody>
      </p:sp>
    </p:spTree>
    <p:extLst>
      <p:ext uri="{BB962C8B-B14F-4D97-AF65-F5344CB8AC3E}">
        <p14:creationId xmlns:p14="http://schemas.microsoft.com/office/powerpoint/2010/main" val="1146960729"/>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1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3078427" cy="513508"/>
          </a:xfrm>
          <a:prstGeom prst="rect">
            <a:avLst/>
          </a:prstGeom>
        </p:spPr>
        <p:txBody>
          <a:bodyPr vert="horz" lIns="99075" tIns="49538" rIns="99075" bIns="49538" rtlCol="0"/>
          <a:lstStyle>
            <a:lvl1pPr algn="l">
              <a:defRPr sz="1300"/>
            </a:lvl1pPr>
          </a:lstStyle>
          <a:p>
            <a:endParaRPr lang="en-US"/>
          </a:p>
        </p:txBody>
      </p:sp>
      <p:sp>
        <p:nvSpPr>
          <p:cNvPr id="3" name="Date Placeholder 2"/>
          <p:cNvSpPr>
            <a:spLocks noGrp="1"/>
          </p:cNvSpPr>
          <p:nvPr>
            <p:ph type="dt" idx="1"/>
          </p:nvPr>
        </p:nvSpPr>
        <p:spPr>
          <a:xfrm>
            <a:off x="4023992" y="1"/>
            <a:ext cx="3078427" cy="513508"/>
          </a:xfrm>
          <a:prstGeom prst="rect">
            <a:avLst/>
          </a:prstGeom>
        </p:spPr>
        <p:txBody>
          <a:bodyPr vert="horz" lIns="99075" tIns="49538" rIns="99075" bIns="49538" rtlCol="0"/>
          <a:lstStyle>
            <a:lvl1pPr algn="r">
              <a:defRPr sz="1300"/>
            </a:lvl1pPr>
          </a:lstStyle>
          <a:p>
            <a:endParaRPr lang="en-US"/>
          </a:p>
        </p:txBody>
      </p:sp>
      <p:sp>
        <p:nvSpPr>
          <p:cNvPr id="4" name="Slide Image Placeholder 3"/>
          <p:cNvSpPr>
            <a:spLocks noGrp="1" noRot="1" noChangeAspect="1"/>
          </p:cNvSpPr>
          <p:nvPr>
            <p:ph type="sldImg" idx="2"/>
          </p:nvPr>
        </p:nvSpPr>
        <p:spPr>
          <a:xfrm>
            <a:off x="482600" y="1279525"/>
            <a:ext cx="6140450" cy="3454400"/>
          </a:xfrm>
          <a:prstGeom prst="rect">
            <a:avLst/>
          </a:prstGeom>
          <a:noFill/>
          <a:ln w="12700">
            <a:solidFill>
              <a:prstClr val="black"/>
            </a:solidFill>
          </a:ln>
        </p:spPr>
        <p:txBody>
          <a:bodyPr vert="horz" lIns="99075" tIns="49538" rIns="99075" bIns="49538" rtlCol="0" anchor="ctr"/>
          <a:lstStyle/>
          <a:p>
            <a:endParaRPr lang="en-US"/>
          </a:p>
        </p:txBody>
      </p:sp>
      <p:sp>
        <p:nvSpPr>
          <p:cNvPr id="5" name="Notes Placeholder 4"/>
          <p:cNvSpPr>
            <a:spLocks noGrp="1"/>
          </p:cNvSpPr>
          <p:nvPr>
            <p:ph type="body" sz="quarter" idx="3"/>
          </p:nvPr>
        </p:nvSpPr>
        <p:spPr>
          <a:xfrm>
            <a:off x="710407" y="4925407"/>
            <a:ext cx="5683250" cy="4029880"/>
          </a:xfrm>
          <a:prstGeom prst="rect">
            <a:avLst/>
          </a:prstGeom>
        </p:spPr>
        <p:txBody>
          <a:bodyPr vert="horz" lIns="99075" tIns="49538" rIns="99075" bIns="49538"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9721107"/>
            <a:ext cx="3078427" cy="513507"/>
          </a:xfrm>
          <a:prstGeom prst="rect">
            <a:avLst/>
          </a:prstGeom>
        </p:spPr>
        <p:txBody>
          <a:bodyPr vert="horz" lIns="99075" tIns="49538" rIns="99075" bIns="49538" rtlCol="0" anchor="b"/>
          <a:lstStyle>
            <a:lvl1pPr algn="l">
              <a:defRPr sz="1300"/>
            </a:lvl1pPr>
          </a:lstStyle>
          <a:p>
            <a:endParaRPr lang="en-US"/>
          </a:p>
        </p:txBody>
      </p:sp>
      <p:sp>
        <p:nvSpPr>
          <p:cNvPr id="7" name="Slide Number Placeholder 6"/>
          <p:cNvSpPr>
            <a:spLocks noGrp="1"/>
          </p:cNvSpPr>
          <p:nvPr>
            <p:ph type="sldNum" sz="quarter" idx="5"/>
          </p:nvPr>
        </p:nvSpPr>
        <p:spPr>
          <a:xfrm>
            <a:off x="4023992" y="9721107"/>
            <a:ext cx="3078427" cy="513507"/>
          </a:xfrm>
          <a:prstGeom prst="rect">
            <a:avLst/>
          </a:prstGeom>
        </p:spPr>
        <p:txBody>
          <a:bodyPr vert="horz" lIns="99075" tIns="49538" rIns="99075" bIns="49538" rtlCol="0" anchor="b"/>
          <a:lstStyle>
            <a:lvl1pPr algn="r">
              <a:defRPr sz="1300"/>
            </a:lvl1pPr>
          </a:lstStyle>
          <a:p>
            <a:fld id="{A2B1AF16-7E74-AB49-8480-890ED0DDDF6D}" type="slidenum">
              <a:rPr lang="en-US" smtClean="0"/>
              <a:t>‹#›</a:t>
            </a:fld>
            <a:endParaRPr lang="en-US"/>
          </a:p>
        </p:txBody>
      </p:sp>
    </p:spTree>
    <p:extLst>
      <p:ext uri="{BB962C8B-B14F-4D97-AF65-F5344CB8AC3E}">
        <p14:creationId xmlns:p14="http://schemas.microsoft.com/office/powerpoint/2010/main" val="2701743386"/>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pPr fontAlgn="t"/>
            <a:r>
              <a:rPr lang="en-US" sz="1300" b="1" dirty="0">
                <a:solidFill>
                  <a:srgbClr val="FFFFFF"/>
                </a:solidFill>
                <a:latin typeface="Calibri" panose="020F0502020204030204" pitchFamily="34" charset="0"/>
              </a:rPr>
              <a:t>Danger Signs in present Pregnancy</a:t>
            </a:r>
            <a:endParaRPr lang="en-IN" sz="1300" dirty="0">
              <a:latin typeface="Arial" panose="020B0604020202020204" pitchFamily="34" charset="0"/>
            </a:endParaRPr>
          </a:p>
          <a:p>
            <a:r>
              <a:rPr lang="en-IN" sz="1300" b="1" dirty="0">
                <a:solidFill>
                  <a:srgbClr val="000000"/>
                </a:solidFill>
                <a:latin typeface="Calibri" panose="020F0502020204030204" pitchFamily="34" charset="0"/>
              </a:rPr>
              <a:t>PROM/ Leaking</a:t>
            </a:r>
            <a:endParaRPr lang="en-IN" sz="1300" dirty="0">
              <a:latin typeface="Arial" panose="020B0604020202020204" pitchFamily="34" charset="0"/>
            </a:endParaRPr>
          </a:p>
          <a:p>
            <a:r>
              <a:rPr lang="en-IN" sz="1300" b="1" dirty="0">
                <a:solidFill>
                  <a:srgbClr val="000000"/>
                </a:solidFill>
                <a:latin typeface="Calibri" panose="020F0502020204030204" pitchFamily="34" charset="0"/>
              </a:rPr>
              <a:t>Foul smelling Vaginal Discharge</a:t>
            </a:r>
            <a:endParaRPr lang="en-IN" sz="1300" dirty="0">
              <a:latin typeface="Arial" panose="020B0604020202020204" pitchFamily="34" charset="0"/>
            </a:endParaRPr>
          </a:p>
          <a:p>
            <a:r>
              <a:rPr lang="en-IN" sz="1300" b="1" dirty="0">
                <a:solidFill>
                  <a:srgbClr val="000000"/>
                </a:solidFill>
                <a:latin typeface="Calibri" panose="020F0502020204030204" pitchFamily="34" charset="0"/>
              </a:rPr>
              <a:t>Decrease Foetal Movement (15 movements/12 Hours)</a:t>
            </a:r>
            <a:endParaRPr lang="en-IN" sz="1300" dirty="0">
              <a:latin typeface="Arial" panose="020B0604020202020204" pitchFamily="34" charset="0"/>
            </a:endParaRPr>
          </a:p>
          <a:p>
            <a:r>
              <a:rPr lang="en-IN" sz="1300" b="1" dirty="0">
                <a:solidFill>
                  <a:srgbClr val="000000"/>
                </a:solidFill>
                <a:latin typeface="Calibri" panose="020F0502020204030204" pitchFamily="34" charset="0"/>
              </a:rPr>
              <a:t>Irregular/painful contraction</a:t>
            </a:r>
            <a:endParaRPr lang="en-IN" sz="1300" dirty="0">
              <a:latin typeface="Arial" panose="020B0604020202020204" pitchFamily="34" charset="0"/>
            </a:endParaRPr>
          </a:p>
          <a:p>
            <a:r>
              <a:rPr lang="en-US" sz="1300" b="1" dirty="0">
                <a:solidFill>
                  <a:srgbClr val="000000"/>
                </a:solidFill>
                <a:latin typeface="Calibri" panose="020F0502020204030204" pitchFamily="34" charset="0"/>
              </a:rPr>
              <a:t>Abnormal Fundal height ( more than 4cm from estimated Gestational age)</a:t>
            </a:r>
            <a:endParaRPr lang="en-IN" sz="1300" dirty="0">
              <a:latin typeface="Arial" panose="020B0604020202020204" pitchFamily="34" charset="0"/>
            </a:endParaRPr>
          </a:p>
          <a:p>
            <a:r>
              <a:rPr lang="en-US" sz="1300" b="1" dirty="0">
                <a:solidFill>
                  <a:srgbClr val="000000"/>
                </a:solidFill>
                <a:latin typeface="Calibri" panose="020F0502020204030204" pitchFamily="34" charset="0"/>
              </a:rPr>
              <a:t>Extreme pain in lower abdomen during 1st trimester</a:t>
            </a:r>
            <a:endParaRPr lang="en-IN" sz="1300" dirty="0">
              <a:latin typeface="Arial" panose="020B0604020202020204" pitchFamily="34" charset="0"/>
            </a:endParaRPr>
          </a:p>
          <a:p>
            <a:r>
              <a:rPr lang="en-US" sz="1300" b="1" dirty="0">
                <a:solidFill>
                  <a:srgbClr val="000000"/>
                </a:solidFill>
                <a:latin typeface="Calibri" panose="020F0502020204030204" pitchFamily="34" charset="0"/>
              </a:rPr>
              <a:t>Post term ( more than 7 days from EDD)</a:t>
            </a:r>
            <a:endParaRPr lang="en-IN" sz="1300" dirty="0">
              <a:latin typeface="Arial" panose="020B0604020202020204" pitchFamily="34" charset="0"/>
            </a:endParaRPr>
          </a:p>
          <a:p>
            <a:endParaRPr lang="en-IN" dirty="0"/>
          </a:p>
        </p:txBody>
      </p:sp>
    </p:spTree>
    <p:extLst>
      <p:ext uri="{BB962C8B-B14F-4D97-AF65-F5344CB8AC3E}">
        <p14:creationId xmlns:p14="http://schemas.microsoft.com/office/powerpoint/2010/main" val="2984709315"/>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Tree>
    <p:extLst>
      <p:ext uri="{BB962C8B-B14F-4D97-AF65-F5344CB8AC3E}">
        <p14:creationId xmlns:p14="http://schemas.microsoft.com/office/powerpoint/2010/main" val="21005130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microsoft.com/office/2007/relationships/hdphoto" Target="../media/hdphoto1.wdp"/></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emf"/><Relationship Id="rId3" Type="http://schemas.openxmlformats.org/officeDocument/2006/relationships/image" Target="../media/image3.emf"/></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emf"/></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5.jpg"/><Relationship Id="rId3" Type="http://schemas.openxmlformats.org/officeDocument/2006/relationships/image" Target="../media/image6.png"/><Relationship Id="rId4" Type="http://schemas.openxmlformats.org/officeDocument/2006/relationships/image" Target="../media/image3.emf"/></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7.jpg"/><Relationship Id="rId3" Type="http://schemas.openxmlformats.org/officeDocument/2006/relationships/image" Target="../media/image8.emf"/><Relationship Id="rId4" Type="http://schemas.openxmlformats.org/officeDocument/2006/relationships/image" Target="../media/image6.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9.jpg"/><Relationship Id="rId3" Type="http://schemas.openxmlformats.org/officeDocument/2006/relationships/image" Target="../media/image8.emf"/><Relationship Id="rId4" Type="http://schemas.openxmlformats.org/officeDocument/2006/relationships/image" Target="../media/image6.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0.emf"/></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1.jp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8.emf"/><Relationship Id="rId3" Type="http://schemas.openxmlformats.org/officeDocument/2006/relationships/image" Target="../media/image11.jp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1.jp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2.jpg"/><Relationship Id="rId3" Type="http://schemas.openxmlformats.org/officeDocument/2006/relationships/image" Target="../media/image6.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3.jp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3.jpg"/><Relationship Id="rId3" Type="http://schemas.openxmlformats.org/officeDocument/2006/relationships/image" Target="../media/image14.emf"/></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9.png"/><Relationship Id="rId3" Type="http://schemas.openxmlformats.org/officeDocument/2006/relationships/image" Target="../media/image20.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Tree>
    <p:extLst>
      <p:ext uri="{BB962C8B-B14F-4D97-AF65-F5344CB8AC3E}">
        <p14:creationId xmlns:p14="http://schemas.microsoft.com/office/powerpoint/2010/main" val="16876860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itle 6">
            <a:extLst>
              <a:ext uri="{FF2B5EF4-FFF2-40B4-BE49-F238E27FC236}">
                <a16:creationId xmlns:a16="http://schemas.microsoft.com/office/drawing/2014/main" id="{2FADFBB3-0010-AB5C-E186-10C2783297FF}"/>
              </a:ext>
            </a:extLst>
          </p:cNvPr>
          <p:cNvSpPr>
            <a:spLocks noGrp="1"/>
          </p:cNvSpPr>
          <p:nvPr>
            <p:ph type="title"/>
          </p:nvPr>
        </p:nvSpPr>
        <p:spPr/>
        <p:txBody>
          <a:bodyPr/>
          <a:lstStyle/>
          <a:p>
            <a:r>
              <a:rPr lang="en-US"/>
              <a:t>Click to edit Master title style</a:t>
            </a:r>
            <a:endParaRPr lang="en-IN"/>
          </a:p>
        </p:txBody>
      </p:sp>
    </p:spTree>
    <p:extLst>
      <p:ext uri="{BB962C8B-B14F-4D97-AF65-F5344CB8AC3E}">
        <p14:creationId xmlns:p14="http://schemas.microsoft.com/office/powerpoint/2010/main" val="2527603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Tree>
    <p:extLst>
      <p:ext uri="{BB962C8B-B14F-4D97-AF65-F5344CB8AC3E}">
        <p14:creationId xmlns:p14="http://schemas.microsoft.com/office/powerpoint/2010/main" val="32532442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3287475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0077490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1642601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2892060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325268519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31219496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8247286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91415686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5_Title and Content">
    <p:spTree>
      <p:nvGrpSpPr>
        <p:cNvPr id="1" name=""/>
        <p:cNvGrpSpPr/>
        <p:nvPr/>
      </p:nvGrpSpPr>
      <p:grpSpPr>
        <a:xfrm>
          <a:off x="0" y="0"/>
          <a:ext cx="0" cy="0"/>
          <a:chOff x="0" y="0"/>
          <a:chExt cx="0" cy="0"/>
        </a:xfrm>
      </p:grpSpPr>
    </p:spTree>
    <p:extLst>
      <p:ext uri="{BB962C8B-B14F-4D97-AF65-F5344CB8AC3E}">
        <p14:creationId xmlns:p14="http://schemas.microsoft.com/office/powerpoint/2010/main" val="149262084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Title and Content">
    <p:spTree>
      <p:nvGrpSpPr>
        <p:cNvPr id="1" name=""/>
        <p:cNvGrpSpPr/>
        <p:nvPr/>
      </p:nvGrpSpPr>
      <p:grpSpPr>
        <a:xfrm>
          <a:off x="0" y="0"/>
          <a:ext cx="0" cy="0"/>
          <a:chOff x="0" y="0"/>
          <a:chExt cx="0" cy="0"/>
        </a:xfrm>
      </p:grpSpPr>
      <p:sp>
        <p:nvSpPr>
          <p:cNvPr id="8" name="Rectangle 7"/>
          <p:cNvSpPr/>
          <p:nvPr userDrawn="1"/>
        </p:nvSpPr>
        <p:spPr>
          <a:xfrm rot="5400000">
            <a:off x="5638332" y="-5410667"/>
            <a:ext cx="914402" cy="1219293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31" name="Content Placeholder 30"/>
          <p:cNvSpPr>
            <a:spLocks noGrp="1"/>
          </p:cNvSpPr>
          <p:nvPr>
            <p:ph sz="quarter" idx="13"/>
          </p:nvPr>
        </p:nvSpPr>
        <p:spPr>
          <a:xfrm>
            <a:off x="365760" y="1298448"/>
            <a:ext cx="11460480" cy="4937760"/>
          </a:xfrm>
        </p:spPr>
        <p:txBody>
          <a:bodyPr/>
          <a:lstStyle>
            <a:lvl1pPr>
              <a:buClr>
                <a:srgbClr val="A9432B"/>
              </a:buClr>
              <a:defRPr>
                <a:solidFill>
                  <a:srgbClr val="000000"/>
                </a:solidFill>
              </a:defRPr>
            </a:lvl1pPr>
            <a:lvl2pPr>
              <a:buClr>
                <a:srgbClr val="A9432B"/>
              </a:buClr>
              <a:defRPr>
                <a:solidFill>
                  <a:srgbClr val="000000"/>
                </a:solidFill>
              </a:defRPr>
            </a:lvl2pPr>
            <a:lvl3pPr>
              <a:buClr>
                <a:srgbClr val="A9432B"/>
              </a:buClr>
              <a:defRPr>
                <a:solidFill>
                  <a:srgbClr val="000000"/>
                </a:solidFill>
              </a:defRPr>
            </a:lvl3pPr>
            <a:lvl4pPr>
              <a:buClr>
                <a:srgbClr val="A9432B"/>
              </a:buClr>
              <a:defRPr>
                <a:solidFill>
                  <a:srgbClr val="000000"/>
                </a:solidFill>
              </a:defRPr>
            </a:lvl4pPr>
            <a:lvl5pPr>
              <a:buClr>
                <a:srgbClr val="A9432B"/>
              </a:buClr>
              <a:defRPr>
                <a:solidFill>
                  <a:srgbClr val="00000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Title Placeholder 1"/>
          <p:cNvSpPr>
            <a:spLocks noGrp="1"/>
          </p:cNvSpPr>
          <p:nvPr>
            <p:ph type="title"/>
          </p:nvPr>
        </p:nvSpPr>
        <p:spPr>
          <a:xfrm>
            <a:off x="368300" y="228602"/>
            <a:ext cx="11455400" cy="838199"/>
          </a:xfrm>
          <a:prstGeom prst="rect">
            <a:avLst/>
          </a:prstGeom>
        </p:spPr>
        <p:txBody>
          <a:bodyPr vert="horz" lIns="91440" tIns="45720" rIns="91440" bIns="45720" rtlCol="0" anchor="b" anchorCtr="0">
            <a:normAutofit/>
          </a:bodyPr>
          <a:lstStyle>
            <a:lvl1pPr algn="ctr">
              <a:defRPr b="1">
                <a:solidFill>
                  <a:srgbClr val="A9432B"/>
                </a:solidFill>
              </a:defRPr>
            </a:lvl1pPr>
          </a:lstStyle>
          <a:p>
            <a:r>
              <a:rPr lang="en-US" dirty="0"/>
              <a:t>Click to edit Master title style</a:t>
            </a:r>
          </a:p>
        </p:txBody>
      </p:sp>
    </p:spTree>
    <p:extLst>
      <p:ext uri="{BB962C8B-B14F-4D97-AF65-F5344CB8AC3E}">
        <p14:creationId xmlns:p14="http://schemas.microsoft.com/office/powerpoint/2010/main" val="337977162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2_Title and Content">
    <p:spTree>
      <p:nvGrpSpPr>
        <p:cNvPr id="1" name=""/>
        <p:cNvGrpSpPr/>
        <p:nvPr/>
      </p:nvGrpSpPr>
      <p:grpSpPr>
        <a:xfrm>
          <a:off x="0" y="0"/>
          <a:ext cx="0" cy="0"/>
          <a:chOff x="0" y="0"/>
          <a:chExt cx="0" cy="0"/>
        </a:xfrm>
      </p:grpSpPr>
      <p:sp>
        <p:nvSpPr>
          <p:cNvPr id="8" name="Rectangle 7"/>
          <p:cNvSpPr/>
          <p:nvPr userDrawn="1"/>
        </p:nvSpPr>
        <p:spPr>
          <a:xfrm rot="5400000">
            <a:off x="5638332" y="-5410667"/>
            <a:ext cx="914402" cy="1219293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31" name="Content Placeholder 30"/>
          <p:cNvSpPr>
            <a:spLocks noGrp="1"/>
          </p:cNvSpPr>
          <p:nvPr>
            <p:ph sz="quarter" idx="13"/>
          </p:nvPr>
        </p:nvSpPr>
        <p:spPr>
          <a:xfrm>
            <a:off x="365760" y="1298448"/>
            <a:ext cx="11460480" cy="4937760"/>
          </a:xfrm>
        </p:spPr>
        <p:txBody>
          <a:bodyPr/>
          <a:lstStyle>
            <a:lvl1pPr>
              <a:buClr>
                <a:srgbClr val="A9432B"/>
              </a:buClr>
              <a:defRPr>
                <a:solidFill>
                  <a:srgbClr val="000000"/>
                </a:solidFill>
              </a:defRPr>
            </a:lvl1pPr>
            <a:lvl2pPr>
              <a:buClr>
                <a:srgbClr val="A9432B"/>
              </a:buClr>
              <a:defRPr>
                <a:solidFill>
                  <a:srgbClr val="000000"/>
                </a:solidFill>
              </a:defRPr>
            </a:lvl2pPr>
            <a:lvl3pPr>
              <a:buClr>
                <a:srgbClr val="A9432B"/>
              </a:buClr>
              <a:defRPr>
                <a:solidFill>
                  <a:srgbClr val="000000"/>
                </a:solidFill>
              </a:defRPr>
            </a:lvl3pPr>
            <a:lvl4pPr>
              <a:buClr>
                <a:srgbClr val="A9432B"/>
              </a:buClr>
              <a:defRPr>
                <a:solidFill>
                  <a:srgbClr val="000000"/>
                </a:solidFill>
              </a:defRPr>
            </a:lvl4pPr>
            <a:lvl5pPr>
              <a:buClr>
                <a:srgbClr val="A9432B"/>
              </a:buClr>
              <a:defRPr>
                <a:solidFill>
                  <a:srgbClr val="00000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Title Placeholder 1"/>
          <p:cNvSpPr>
            <a:spLocks noGrp="1"/>
          </p:cNvSpPr>
          <p:nvPr>
            <p:ph type="title"/>
          </p:nvPr>
        </p:nvSpPr>
        <p:spPr>
          <a:xfrm>
            <a:off x="368300" y="228601"/>
            <a:ext cx="11455400" cy="914402"/>
          </a:xfrm>
          <a:prstGeom prst="rect">
            <a:avLst/>
          </a:prstGeom>
        </p:spPr>
        <p:txBody>
          <a:bodyPr vert="horz" lIns="91440" tIns="45720" rIns="91440" bIns="45720" rtlCol="0" anchor="b" anchorCtr="0">
            <a:normAutofit/>
          </a:bodyPr>
          <a:lstStyle>
            <a:lvl1pPr algn="ctr">
              <a:defRPr b="1">
                <a:solidFill>
                  <a:srgbClr val="A9432B"/>
                </a:solidFill>
              </a:defRPr>
            </a:lvl1pPr>
          </a:lstStyle>
          <a:p>
            <a:r>
              <a:rPr lang="en-US" dirty="0"/>
              <a:t>Click to edit Master title style</a:t>
            </a:r>
          </a:p>
        </p:txBody>
      </p:sp>
    </p:spTree>
    <p:extLst>
      <p:ext uri="{BB962C8B-B14F-4D97-AF65-F5344CB8AC3E}">
        <p14:creationId xmlns:p14="http://schemas.microsoft.com/office/powerpoint/2010/main" val="41558901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cSld name="1_Two Content">
    <p:spTree>
      <p:nvGrpSpPr>
        <p:cNvPr id="1" name=""/>
        <p:cNvGrpSpPr/>
        <p:nvPr/>
      </p:nvGrpSpPr>
      <p:grpSpPr>
        <a:xfrm>
          <a:off x="0" y="0"/>
          <a:ext cx="0" cy="0"/>
          <a:chOff x="0" y="0"/>
          <a:chExt cx="0" cy="0"/>
        </a:xfrm>
      </p:grpSpPr>
      <p:sp>
        <p:nvSpPr>
          <p:cNvPr id="8" name="Rectangle 7"/>
          <p:cNvSpPr/>
          <p:nvPr userDrawn="1"/>
        </p:nvSpPr>
        <p:spPr>
          <a:xfrm rot="5400000">
            <a:off x="5638332" y="-5410667"/>
            <a:ext cx="914402" cy="1219293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sz="1800">
              <a:solidFill>
                <a:srgbClr val="A9432B"/>
              </a:solidFill>
            </a:endParaRPr>
          </a:p>
        </p:txBody>
      </p:sp>
      <p:sp>
        <p:nvSpPr>
          <p:cNvPr id="9" name="Title Placeholder 1"/>
          <p:cNvSpPr>
            <a:spLocks noGrp="1"/>
          </p:cNvSpPr>
          <p:nvPr>
            <p:ph type="title"/>
          </p:nvPr>
        </p:nvSpPr>
        <p:spPr>
          <a:xfrm>
            <a:off x="368300" y="228602"/>
            <a:ext cx="11455400" cy="838199"/>
          </a:xfrm>
          <a:prstGeom prst="rect">
            <a:avLst/>
          </a:prstGeom>
        </p:spPr>
        <p:txBody>
          <a:bodyPr vert="horz" lIns="91440" tIns="45720" rIns="91440" bIns="45720" rtlCol="0" anchor="b" anchorCtr="0">
            <a:normAutofit/>
          </a:bodyPr>
          <a:lstStyle>
            <a:lvl1pPr>
              <a:defRPr lang="en-US" b="1" dirty="0">
                <a:solidFill>
                  <a:srgbClr val="A9432B"/>
                </a:solidFill>
              </a:defRPr>
            </a:lvl1pPr>
          </a:lstStyle>
          <a:p>
            <a:pPr lvl="0" algn="ctr"/>
            <a:r>
              <a:rPr lang="en-US" dirty="0"/>
              <a:t>Click to edit Master title style</a:t>
            </a:r>
          </a:p>
        </p:txBody>
      </p:sp>
      <p:sp>
        <p:nvSpPr>
          <p:cNvPr id="12" name="Content Placeholder 11"/>
          <p:cNvSpPr>
            <a:spLocks noGrp="1"/>
          </p:cNvSpPr>
          <p:nvPr>
            <p:ph sz="quarter" idx="13"/>
          </p:nvPr>
        </p:nvSpPr>
        <p:spPr>
          <a:xfrm>
            <a:off x="368300" y="1298448"/>
            <a:ext cx="5669280" cy="4937760"/>
          </a:xfrm>
        </p:spPr>
        <p:txBody>
          <a:bodyPr>
            <a:normAutofit/>
          </a:bodyPr>
          <a:lstStyle>
            <a:lvl1pPr>
              <a:buClr>
                <a:srgbClr val="662C57"/>
              </a:buClr>
              <a:defRPr sz="2000">
                <a:solidFill>
                  <a:srgbClr val="000000"/>
                </a:solidFill>
              </a:defRPr>
            </a:lvl1pPr>
            <a:lvl2pPr>
              <a:buClr>
                <a:srgbClr val="662C57"/>
              </a:buClr>
              <a:defRPr sz="1800">
                <a:solidFill>
                  <a:srgbClr val="000000"/>
                </a:solidFill>
              </a:defRPr>
            </a:lvl2pPr>
            <a:lvl3pPr>
              <a:buClr>
                <a:srgbClr val="662C57"/>
              </a:buClr>
              <a:defRPr sz="1600">
                <a:solidFill>
                  <a:srgbClr val="000000"/>
                </a:solidFill>
              </a:defRPr>
            </a:lvl3pPr>
            <a:lvl4pPr>
              <a:buClr>
                <a:srgbClr val="662C57"/>
              </a:buClr>
              <a:defRPr sz="1600">
                <a:solidFill>
                  <a:srgbClr val="000000"/>
                </a:solidFill>
              </a:defRPr>
            </a:lvl4pPr>
            <a:lvl5pPr>
              <a:buClr>
                <a:srgbClr val="662C57"/>
              </a:buClr>
              <a:defRPr sz="1600">
                <a:solidFill>
                  <a:srgbClr val="00000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Content Placeholder 11"/>
          <p:cNvSpPr>
            <a:spLocks noGrp="1"/>
          </p:cNvSpPr>
          <p:nvPr>
            <p:ph sz="quarter" idx="14"/>
          </p:nvPr>
        </p:nvSpPr>
        <p:spPr>
          <a:xfrm>
            <a:off x="6154420" y="1298448"/>
            <a:ext cx="5669280" cy="4937760"/>
          </a:xfrm>
        </p:spPr>
        <p:txBody>
          <a:bodyPr>
            <a:normAutofit/>
          </a:bodyPr>
          <a:lstStyle>
            <a:lvl1pPr>
              <a:buClr>
                <a:srgbClr val="662C57"/>
              </a:buClr>
              <a:defRPr sz="2000">
                <a:solidFill>
                  <a:srgbClr val="000000"/>
                </a:solidFill>
              </a:defRPr>
            </a:lvl1pPr>
            <a:lvl2pPr>
              <a:buClr>
                <a:srgbClr val="662C57"/>
              </a:buClr>
              <a:defRPr sz="1800">
                <a:solidFill>
                  <a:srgbClr val="000000"/>
                </a:solidFill>
              </a:defRPr>
            </a:lvl2pPr>
            <a:lvl3pPr>
              <a:buClr>
                <a:srgbClr val="662C57"/>
              </a:buClr>
              <a:defRPr sz="1600">
                <a:solidFill>
                  <a:srgbClr val="000000"/>
                </a:solidFill>
              </a:defRPr>
            </a:lvl3pPr>
            <a:lvl4pPr>
              <a:buClr>
                <a:srgbClr val="662C57"/>
              </a:buClr>
              <a:defRPr sz="1600">
                <a:solidFill>
                  <a:srgbClr val="000000"/>
                </a:solidFill>
              </a:defRPr>
            </a:lvl4pPr>
            <a:lvl5pPr>
              <a:buClr>
                <a:srgbClr val="662C57"/>
              </a:buClr>
              <a:defRPr sz="1600">
                <a:solidFill>
                  <a:srgbClr val="00000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16" name="Picture 3"/>
          <p:cNvPicPr>
            <a:picLocks noChangeAspect="1" noChangeArrowheads="1"/>
          </p:cNvPicPr>
          <p:nvPr userDrawn="1"/>
        </p:nvPicPr>
        <p:blipFill rotWithShape="1">
          <a:blip r:embed="rId2" cstate="print">
            <a:duotone>
              <a:schemeClr val="bg2">
                <a:shade val="45000"/>
                <a:satMod val="135000"/>
              </a:schemeClr>
              <a:prstClr val="white"/>
            </a:duotone>
            <a:extLst>
              <a:ext uri="{BEBA8EAE-BF5A-486C-A8C5-ECC9F3942E4B}">
                <a14:imgProps xmlns:a14="http://schemas.microsoft.com/office/drawing/2010/main">
                  <a14:imgLayer r:embed="rId3">
                    <a14:imgEffect>
                      <a14:saturation sat="0"/>
                    </a14:imgEffect>
                  </a14:imgLayer>
                </a14:imgProps>
              </a:ext>
              <a:ext uri="{28A0092B-C50C-407E-A947-70E740481C1C}">
                <a14:useLocalDpi xmlns:a14="http://schemas.microsoft.com/office/drawing/2010/main" val="0"/>
              </a:ext>
            </a:extLst>
          </a:blip>
          <a:srcRect t="10951"/>
          <a:stretch/>
        </p:blipFill>
        <p:spPr bwMode="auto">
          <a:xfrm>
            <a:off x="5486400" y="1282700"/>
            <a:ext cx="914400" cy="54991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87553364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16_Title and Content">
    <p:spTree>
      <p:nvGrpSpPr>
        <p:cNvPr id="1" name=""/>
        <p:cNvGrpSpPr/>
        <p:nvPr/>
      </p:nvGrpSpPr>
      <p:grpSpPr>
        <a:xfrm>
          <a:off x="0" y="0"/>
          <a:ext cx="0" cy="0"/>
          <a:chOff x="0" y="0"/>
          <a:chExt cx="0" cy="0"/>
        </a:xfrm>
      </p:grpSpPr>
      <p:sp>
        <p:nvSpPr>
          <p:cNvPr id="8" name="Rectangle 7"/>
          <p:cNvSpPr/>
          <p:nvPr userDrawn="1"/>
        </p:nvSpPr>
        <p:spPr>
          <a:xfrm rot="5400000">
            <a:off x="5638332" y="-5410667"/>
            <a:ext cx="914402" cy="1219293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31" name="Content Placeholder 30"/>
          <p:cNvSpPr>
            <a:spLocks noGrp="1"/>
          </p:cNvSpPr>
          <p:nvPr>
            <p:ph sz="quarter" idx="13"/>
          </p:nvPr>
        </p:nvSpPr>
        <p:spPr>
          <a:xfrm>
            <a:off x="365760" y="1298448"/>
            <a:ext cx="11460480" cy="4937760"/>
          </a:xfrm>
        </p:spPr>
        <p:txBody>
          <a:bodyPr/>
          <a:lstStyle>
            <a:lvl1pPr>
              <a:buClr>
                <a:srgbClr val="A9432B"/>
              </a:buClr>
              <a:defRPr>
                <a:solidFill>
                  <a:srgbClr val="000000"/>
                </a:solidFill>
              </a:defRPr>
            </a:lvl1pPr>
            <a:lvl2pPr>
              <a:buClr>
                <a:srgbClr val="A9432B"/>
              </a:buClr>
              <a:defRPr>
                <a:solidFill>
                  <a:srgbClr val="000000"/>
                </a:solidFill>
              </a:defRPr>
            </a:lvl2pPr>
            <a:lvl3pPr>
              <a:buClr>
                <a:srgbClr val="A9432B"/>
              </a:buClr>
              <a:defRPr>
                <a:solidFill>
                  <a:srgbClr val="000000"/>
                </a:solidFill>
              </a:defRPr>
            </a:lvl3pPr>
            <a:lvl4pPr>
              <a:buClr>
                <a:srgbClr val="A9432B"/>
              </a:buClr>
              <a:defRPr>
                <a:solidFill>
                  <a:srgbClr val="000000"/>
                </a:solidFill>
              </a:defRPr>
            </a:lvl4pPr>
            <a:lvl5pPr>
              <a:buClr>
                <a:srgbClr val="A9432B"/>
              </a:buClr>
              <a:defRPr>
                <a:solidFill>
                  <a:srgbClr val="00000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Title Placeholder 1"/>
          <p:cNvSpPr>
            <a:spLocks noGrp="1"/>
          </p:cNvSpPr>
          <p:nvPr>
            <p:ph type="title"/>
          </p:nvPr>
        </p:nvSpPr>
        <p:spPr>
          <a:xfrm>
            <a:off x="368300" y="228602"/>
            <a:ext cx="11455400" cy="824135"/>
          </a:xfrm>
          <a:prstGeom prst="rect">
            <a:avLst/>
          </a:prstGeom>
        </p:spPr>
        <p:txBody>
          <a:bodyPr vert="horz" lIns="91440" tIns="45720" rIns="91440" bIns="45720" rtlCol="0" anchor="b" anchorCtr="0">
            <a:normAutofit/>
          </a:bodyPr>
          <a:lstStyle>
            <a:lvl1pPr algn="ctr">
              <a:defRPr b="1">
                <a:solidFill>
                  <a:srgbClr val="A9432B"/>
                </a:solidFill>
              </a:defRPr>
            </a:lvl1pPr>
          </a:lstStyle>
          <a:p>
            <a:r>
              <a:rPr lang="en-US" dirty="0"/>
              <a:t>Click to edit Master title style</a:t>
            </a:r>
          </a:p>
        </p:txBody>
      </p:sp>
    </p:spTree>
    <p:extLst>
      <p:ext uri="{BB962C8B-B14F-4D97-AF65-F5344CB8AC3E}">
        <p14:creationId xmlns:p14="http://schemas.microsoft.com/office/powerpoint/2010/main" val="12246595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1_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99475533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978" y="2130426"/>
            <a:ext cx="7774425" cy="1470025"/>
          </a:xfrm>
        </p:spPr>
        <p:txBody>
          <a:bodyPr/>
          <a:lstStyle/>
          <a:p>
            <a:r>
              <a:rPr lang="en-US"/>
              <a:t>Click to edit Master title style</a:t>
            </a:r>
          </a:p>
        </p:txBody>
      </p:sp>
      <p:sp>
        <p:nvSpPr>
          <p:cNvPr id="3" name="Subtitle 2"/>
          <p:cNvSpPr>
            <a:spLocks noGrp="1"/>
          </p:cNvSpPr>
          <p:nvPr>
            <p:ph type="subTitle" idx="1"/>
          </p:nvPr>
        </p:nvSpPr>
        <p:spPr>
          <a:xfrm>
            <a:off x="1371957" y="3886200"/>
            <a:ext cx="6402467"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3746043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36479607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501" y="4406901"/>
            <a:ext cx="7774425"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501" y="2906713"/>
            <a:ext cx="7774425"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Tree>
    <p:extLst>
      <p:ext uri="{BB962C8B-B14F-4D97-AF65-F5344CB8AC3E}">
        <p14:creationId xmlns:p14="http://schemas.microsoft.com/office/powerpoint/2010/main" val="93301798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319" y="1600201"/>
            <a:ext cx="4039652"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9411" y="1600201"/>
            <a:ext cx="4039652"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2804526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319" y="1535113"/>
            <a:ext cx="4041240"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319" y="2174875"/>
            <a:ext cx="404124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6235" y="1535113"/>
            <a:ext cx="404282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6235" y="2174875"/>
            <a:ext cx="404282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52287880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46060386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10525638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319" y="273050"/>
            <a:ext cx="3009097"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981" y="273051"/>
            <a:ext cx="5113082"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319" y="1435101"/>
            <a:ext cx="3009097"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273613045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755" y="4800600"/>
            <a:ext cx="5487829"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755" y="612775"/>
            <a:ext cx="5487829"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755" y="5367338"/>
            <a:ext cx="5487829"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343601183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91612894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31127" y="274639"/>
            <a:ext cx="2057936"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319" y="274639"/>
            <a:ext cx="6021368"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0061571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4163E1-6C3C-60C3-2789-C3E7E63F68A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5A84D3A4-B23F-3B2E-408D-8DF1D8B0F74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5B8080F2-B751-F031-B6FE-69EDC0E85F53}"/>
              </a:ext>
            </a:extLst>
          </p:cNvPr>
          <p:cNvSpPr>
            <a:spLocks noGrp="1"/>
          </p:cNvSpPr>
          <p:nvPr>
            <p:ph type="dt" sz="half" idx="10"/>
          </p:nvPr>
        </p:nvSpPr>
        <p:spPr/>
        <p:txBody>
          <a:bodyPr/>
          <a:lstStyle/>
          <a:p>
            <a:endParaRPr lang="en-IN"/>
          </a:p>
        </p:txBody>
      </p:sp>
      <p:sp>
        <p:nvSpPr>
          <p:cNvPr id="5" name="Footer Placeholder 4">
            <a:extLst>
              <a:ext uri="{FF2B5EF4-FFF2-40B4-BE49-F238E27FC236}">
                <a16:creationId xmlns:a16="http://schemas.microsoft.com/office/drawing/2014/main" id="{472B9BBD-9BBB-25A7-41D5-DCCA42054796}"/>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3D278240-920C-58B3-614A-1F302EDC7D0E}"/>
              </a:ext>
            </a:extLst>
          </p:cNvPr>
          <p:cNvSpPr>
            <a:spLocks noGrp="1"/>
          </p:cNvSpPr>
          <p:nvPr>
            <p:ph type="sldNum" sz="quarter" idx="12"/>
          </p:nvPr>
        </p:nvSpPr>
        <p:spPr/>
        <p:txBody>
          <a:bodyPr/>
          <a:lstStyle/>
          <a:p>
            <a:fld id="{5FA026B6-5CDD-4028-AFCB-F4401504FF31}" type="slidenum">
              <a:rPr lang="en-IN" smtClean="0"/>
              <a:t>‹#›</a:t>
            </a:fld>
            <a:endParaRPr lang="en-IN"/>
          </a:p>
        </p:txBody>
      </p:sp>
    </p:spTree>
    <p:extLst>
      <p:ext uri="{BB962C8B-B14F-4D97-AF65-F5344CB8AC3E}">
        <p14:creationId xmlns:p14="http://schemas.microsoft.com/office/powerpoint/2010/main" val="2982528740"/>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B15C77-9BC2-B192-4B16-4E9B70C05EED}"/>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4431B5D8-2228-37F5-E92F-100658DC4A1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Tree>
    <p:extLst>
      <p:ext uri="{BB962C8B-B14F-4D97-AF65-F5344CB8AC3E}">
        <p14:creationId xmlns:p14="http://schemas.microsoft.com/office/powerpoint/2010/main" val="244247496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0E142B-386B-1737-E9C6-FAEC38AD551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C89A76D0-7FA6-0F67-38CC-9AE4009EE63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Tree>
    <p:extLst>
      <p:ext uri="{BB962C8B-B14F-4D97-AF65-F5344CB8AC3E}">
        <p14:creationId xmlns:p14="http://schemas.microsoft.com/office/powerpoint/2010/main" val="1819203393"/>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57F155-3AC9-74B8-182F-F78DE7AC5DB0}"/>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863F9265-2FFD-0FDE-7AB6-CA2C2424655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240C91D0-81F3-C1DE-D627-0F15E6AA3BA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Tree>
    <p:extLst>
      <p:ext uri="{BB962C8B-B14F-4D97-AF65-F5344CB8AC3E}">
        <p14:creationId xmlns:p14="http://schemas.microsoft.com/office/powerpoint/2010/main" val="330170954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1D3BD0-D992-87FA-F121-40EF7F15E717}"/>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0E1B9A1E-8425-AAAC-A4EF-5C14EDE7523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AF33098-65DF-716A-4270-8B037B243E9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CCCAF85E-7457-56FC-7CCA-E5FA3279BF1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87F51DF-B01D-B7B2-73C0-3B32809E30B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Tree>
    <p:extLst>
      <p:ext uri="{BB962C8B-B14F-4D97-AF65-F5344CB8AC3E}">
        <p14:creationId xmlns:p14="http://schemas.microsoft.com/office/powerpoint/2010/main" val="354487108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18ECCF-340C-CD3E-C2D5-8749FDE8D103}"/>
              </a:ext>
            </a:extLst>
          </p:cNvPr>
          <p:cNvSpPr>
            <a:spLocks noGrp="1"/>
          </p:cNvSpPr>
          <p:nvPr>
            <p:ph type="title"/>
          </p:nvPr>
        </p:nvSpPr>
        <p:spPr/>
        <p:txBody>
          <a:bodyPr/>
          <a:lstStyle/>
          <a:p>
            <a:r>
              <a:rPr lang="en-US"/>
              <a:t>Click to edit Master title style</a:t>
            </a:r>
            <a:endParaRPr lang="en-IN"/>
          </a:p>
        </p:txBody>
      </p:sp>
    </p:spTree>
    <p:extLst>
      <p:ext uri="{BB962C8B-B14F-4D97-AF65-F5344CB8AC3E}">
        <p14:creationId xmlns:p14="http://schemas.microsoft.com/office/powerpoint/2010/main" val="281326473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820939336"/>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3E076A-4A60-1EF6-18EF-0CC70C4B0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FF7E987A-C2F5-3E87-0B70-97263EDE0F6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45BAEAAC-A628-9B86-3D98-5544703872A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11997375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92FB26-0933-6834-6FB9-FFB7D9CDA4E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460292AD-78E9-3F9E-1AF3-9880D1B9F9B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F5EF03C5-C56C-38EC-872B-1FD90EA6403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1865332802"/>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36CEA1-ED6E-34C2-B846-352AD62A0B85}"/>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07326751-8CD1-BB97-ECE4-857D87C0380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Tree>
    <p:extLst>
      <p:ext uri="{BB962C8B-B14F-4D97-AF65-F5344CB8AC3E}">
        <p14:creationId xmlns:p14="http://schemas.microsoft.com/office/powerpoint/2010/main" val="3183398604"/>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9DF36A2-1BA2-312B-1F1B-B56756E60982}"/>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209E123B-8F1C-5AF7-49CC-E82E7B509C1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Tree>
    <p:extLst>
      <p:ext uri="{BB962C8B-B14F-4D97-AF65-F5344CB8AC3E}">
        <p14:creationId xmlns:p14="http://schemas.microsoft.com/office/powerpoint/2010/main" val="30666036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p>
            <a:r>
              <a:rPr lang="en-US"/>
              <a:t>Click to edit Master title style</a:t>
            </a:r>
            <a:endParaRPr lang="en-IN"/>
          </a:p>
        </p:txBody>
      </p:sp>
      <p:sp>
        <p:nvSpPr>
          <p:cNvPr id="3" name="Text Placeholder 2"/>
          <p:cNvSpPr>
            <a:spLocks noGrp="1"/>
          </p:cNvSpPr>
          <p:nvPr>
            <p:ph type="body" sz="half" idx="1"/>
          </p:nvPr>
        </p:nvSpPr>
        <p:spPr>
          <a:xfrm>
            <a:off x="609600" y="1600200"/>
            <a:ext cx="5384800" cy="4495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p:cNvSpPr>
            <a:spLocks noGrp="1"/>
          </p:cNvSpPr>
          <p:nvPr>
            <p:ph sz="half" idx="2"/>
          </p:nvPr>
        </p:nvSpPr>
        <p:spPr>
          <a:xfrm>
            <a:off x="6197600" y="1600200"/>
            <a:ext cx="5384800" cy="4495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Tree>
    <p:extLst>
      <p:ext uri="{BB962C8B-B14F-4D97-AF65-F5344CB8AC3E}">
        <p14:creationId xmlns:p14="http://schemas.microsoft.com/office/powerpoint/2010/main" val="387373298"/>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matchingName="Title + 1 column" type="tx">
  <p:cSld name="Title + 1 column">
    <p:spTree>
      <p:nvGrpSpPr>
        <p:cNvPr id="1" name="Shape 61"/>
        <p:cNvGrpSpPr/>
        <p:nvPr/>
      </p:nvGrpSpPr>
      <p:grpSpPr>
        <a:xfrm>
          <a:off x="0" y="0"/>
          <a:ext cx="0" cy="0"/>
          <a:chOff x="0" y="0"/>
          <a:chExt cx="0" cy="0"/>
        </a:xfrm>
      </p:grpSpPr>
      <p:grpSp>
        <p:nvGrpSpPr>
          <p:cNvPr id="2" name="Shape 62"/>
          <p:cNvGrpSpPr/>
          <p:nvPr/>
        </p:nvGrpSpPr>
        <p:grpSpPr>
          <a:xfrm>
            <a:off x="-6" y="54"/>
            <a:ext cx="9429907" cy="1769753"/>
            <a:chOff x="-4" y="40"/>
            <a:chExt cx="7072430" cy="1327315"/>
          </a:xfrm>
        </p:grpSpPr>
        <p:sp>
          <p:nvSpPr>
            <p:cNvPr id="63" name="Shape 63"/>
            <p:cNvSpPr/>
            <p:nvPr/>
          </p:nvSpPr>
          <p:spPr>
            <a:xfrm>
              <a:off x="6292649" y="126425"/>
              <a:ext cx="779700" cy="259800"/>
            </a:xfrm>
            <a:prstGeom prst="triangle">
              <a:avLst>
                <a:gd name="adj" fmla="val 32425"/>
              </a:avLst>
            </a:prstGeom>
            <a:solidFill>
              <a:srgbClr val="263248"/>
            </a:solidFill>
            <a:ln>
              <a:noFill/>
            </a:ln>
          </p:spPr>
          <p:txBody>
            <a:bodyPr spcFirstLastPara="1" wrap="square" lIns="91425" tIns="91425" rIns="91425" bIns="91425" anchor="ctr" anchorCtr="0">
              <a:noAutofit/>
            </a:bodyPr>
            <a:lstStyle/>
            <a:p>
              <a:pPr defTabSz="1219170">
                <a:buClr>
                  <a:srgbClr val="000000"/>
                </a:buClr>
                <a:buFont typeface="Arial"/>
                <a:buNone/>
              </a:pPr>
              <a:endParaRPr sz="1867" kern="0">
                <a:solidFill>
                  <a:srgbClr val="000000"/>
                </a:solidFill>
                <a:latin typeface="Arvo"/>
                <a:ea typeface="Arvo"/>
                <a:cs typeface="Arvo"/>
                <a:sym typeface="Arvo"/>
              </a:endParaRPr>
            </a:p>
          </p:txBody>
        </p:sp>
        <p:grpSp>
          <p:nvGrpSpPr>
            <p:cNvPr id="3" name="Shape 64"/>
            <p:cNvGrpSpPr/>
            <p:nvPr/>
          </p:nvGrpSpPr>
          <p:grpSpPr>
            <a:xfrm rot="10800000" flipH="1">
              <a:off x="3" y="40"/>
              <a:ext cx="6756168" cy="1327315"/>
              <a:chOff x="-2168138" y="330075"/>
              <a:chExt cx="8650663" cy="1699506"/>
            </a:xfrm>
          </p:grpSpPr>
          <p:sp>
            <p:nvSpPr>
              <p:cNvPr id="65" name="Shape 65"/>
              <p:cNvSpPr/>
              <p:nvPr/>
            </p:nvSpPr>
            <p:spPr>
              <a:xfrm>
                <a:off x="-2168138" y="330081"/>
                <a:ext cx="6958200" cy="1699500"/>
              </a:xfrm>
              <a:prstGeom prst="rect">
                <a:avLst/>
              </a:prstGeom>
              <a:solidFill>
                <a:srgbClr val="C7D3E6"/>
              </a:solidFill>
              <a:ln>
                <a:noFill/>
              </a:ln>
            </p:spPr>
            <p:txBody>
              <a:bodyPr spcFirstLastPara="1" wrap="square" lIns="91425" tIns="91425" rIns="91425" bIns="91425" anchor="ctr" anchorCtr="0">
                <a:noAutofit/>
              </a:bodyPr>
              <a:lstStyle/>
              <a:p>
                <a:pPr defTabSz="1219170">
                  <a:buClr>
                    <a:srgbClr val="000000"/>
                  </a:buClr>
                  <a:buFont typeface="Arial"/>
                  <a:buNone/>
                </a:pPr>
                <a:endParaRPr sz="1867" kern="0">
                  <a:solidFill>
                    <a:srgbClr val="000000"/>
                  </a:solidFill>
                  <a:latin typeface="Arvo"/>
                  <a:ea typeface="Arvo"/>
                  <a:cs typeface="Arvo"/>
                  <a:sym typeface="Arvo"/>
                </a:endParaRPr>
              </a:p>
            </p:txBody>
          </p:sp>
          <p:sp>
            <p:nvSpPr>
              <p:cNvPr id="66" name="Shape 66"/>
              <p:cNvSpPr/>
              <p:nvPr/>
            </p:nvSpPr>
            <p:spPr>
              <a:xfrm>
                <a:off x="4783025" y="330075"/>
                <a:ext cx="1699500" cy="1699500"/>
              </a:xfrm>
              <a:prstGeom prst="rtTriangle">
                <a:avLst/>
              </a:prstGeom>
              <a:solidFill>
                <a:srgbClr val="C7D3E6"/>
              </a:solidFill>
              <a:ln>
                <a:noFill/>
              </a:ln>
            </p:spPr>
            <p:txBody>
              <a:bodyPr spcFirstLastPara="1" wrap="square" lIns="91425" tIns="91425" rIns="91425" bIns="91425" anchor="ctr" anchorCtr="0">
                <a:noAutofit/>
              </a:bodyPr>
              <a:lstStyle/>
              <a:p>
                <a:pPr defTabSz="1219170">
                  <a:buClr>
                    <a:srgbClr val="000000"/>
                  </a:buClr>
                  <a:buFont typeface="Arial"/>
                  <a:buNone/>
                </a:pPr>
                <a:endParaRPr sz="1867" kern="0">
                  <a:solidFill>
                    <a:srgbClr val="000000"/>
                  </a:solidFill>
                  <a:latin typeface="Arvo"/>
                  <a:ea typeface="Arvo"/>
                  <a:cs typeface="Arvo"/>
                  <a:sym typeface="Arvo"/>
                </a:endParaRPr>
              </a:p>
            </p:txBody>
          </p:sp>
        </p:grpSp>
        <p:grpSp>
          <p:nvGrpSpPr>
            <p:cNvPr id="4" name="Shape 67"/>
            <p:cNvGrpSpPr/>
            <p:nvPr/>
          </p:nvGrpSpPr>
          <p:grpSpPr>
            <a:xfrm rot="10800000" flipH="1">
              <a:off x="-4" y="381007"/>
              <a:ext cx="7072430" cy="771744"/>
              <a:chOff x="-9092084" y="330075"/>
              <a:chExt cx="15574609" cy="1699501"/>
            </a:xfrm>
          </p:grpSpPr>
          <p:sp>
            <p:nvSpPr>
              <p:cNvPr id="68" name="Shape 68"/>
              <p:cNvSpPr/>
              <p:nvPr/>
            </p:nvSpPr>
            <p:spPr>
              <a:xfrm>
                <a:off x="-9092084" y="330076"/>
                <a:ext cx="13882200" cy="1699500"/>
              </a:xfrm>
              <a:prstGeom prst="rect">
                <a:avLst/>
              </a:prstGeom>
              <a:solidFill>
                <a:srgbClr val="3F5378"/>
              </a:solidFill>
              <a:ln>
                <a:noFill/>
              </a:ln>
            </p:spPr>
            <p:txBody>
              <a:bodyPr spcFirstLastPara="1" wrap="square" lIns="91425" tIns="91425" rIns="91425" bIns="91425" anchor="ctr" anchorCtr="0">
                <a:noAutofit/>
              </a:bodyPr>
              <a:lstStyle/>
              <a:p>
                <a:pPr defTabSz="1219170">
                  <a:buClr>
                    <a:srgbClr val="000000"/>
                  </a:buClr>
                  <a:buFont typeface="Arial"/>
                  <a:buNone/>
                </a:pPr>
                <a:endParaRPr sz="1867" kern="0">
                  <a:solidFill>
                    <a:srgbClr val="000000"/>
                  </a:solidFill>
                  <a:latin typeface="Arvo"/>
                  <a:ea typeface="Arvo"/>
                  <a:cs typeface="Arvo"/>
                  <a:sym typeface="Arvo"/>
                </a:endParaRPr>
              </a:p>
            </p:txBody>
          </p:sp>
          <p:sp>
            <p:nvSpPr>
              <p:cNvPr id="69" name="Shape 69"/>
              <p:cNvSpPr/>
              <p:nvPr/>
            </p:nvSpPr>
            <p:spPr>
              <a:xfrm>
                <a:off x="4783025" y="330075"/>
                <a:ext cx="1699500" cy="1699500"/>
              </a:xfrm>
              <a:prstGeom prst="rtTriangle">
                <a:avLst/>
              </a:prstGeom>
              <a:solidFill>
                <a:srgbClr val="3F5378"/>
              </a:solidFill>
              <a:ln>
                <a:noFill/>
              </a:ln>
            </p:spPr>
            <p:txBody>
              <a:bodyPr spcFirstLastPara="1" wrap="square" lIns="91425" tIns="91425" rIns="91425" bIns="91425" anchor="ctr" anchorCtr="0">
                <a:noAutofit/>
              </a:bodyPr>
              <a:lstStyle/>
              <a:p>
                <a:pPr defTabSz="1219170">
                  <a:buClr>
                    <a:srgbClr val="000000"/>
                  </a:buClr>
                  <a:buFont typeface="Arial"/>
                  <a:buNone/>
                </a:pPr>
                <a:endParaRPr sz="1867" kern="0">
                  <a:solidFill>
                    <a:srgbClr val="000000"/>
                  </a:solidFill>
                  <a:latin typeface="Arvo"/>
                  <a:ea typeface="Arvo"/>
                  <a:cs typeface="Arvo"/>
                  <a:sym typeface="Arvo"/>
                </a:endParaRPr>
              </a:p>
            </p:txBody>
          </p:sp>
        </p:grpSp>
      </p:grpSp>
      <p:grpSp>
        <p:nvGrpSpPr>
          <p:cNvPr id="5" name="Shape 70"/>
          <p:cNvGrpSpPr/>
          <p:nvPr/>
        </p:nvGrpSpPr>
        <p:grpSpPr>
          <a:xfrm>
            <a:off x="9262456" y="5963632"/>
            <a:ext cx="2937107" cy="894393"/>
            <a:chOff x="5575242" y="4472723"/>
            <a:chExt cx="2202830" cy="670795"/>
          </a:xfrm>
        </p:grpSpPr>
        <p:sp>
          <p:nvSpPr>
            <p:cNvPr id="71" name="Shape 71"/>
            <p:cNvSpPr/>
            <p:nvPr/>
          </p:nvSpPr>
          <p:spPr>
            <a:xfrm rot="10800000">
              <a:off x="5575242" y="4948334"/>
              <a:ext cx="394200" cy="131400"/>
            </a:xfrm>
            <a:prstGeom prst="triangle">
              <a:avLst>
                <a:gd name="adj" fmla="val 32425"/>
              </a:avLst>
            </a:prstGeom>
            <a:solidFill>
              <a:srgbClr val="D26F00"/>
            </a:solidFill>
            <a:ln>
              <a:noFill/>
            </a:ln>
          </p:spPr>
          <p:txBody>
            <a:bodyPr spcFirstLastPara="1" wrap="square" lIns="91425" tIns="91425" rIns="91425" bIns="91425" anchor="ctr" anchorCtr="0">
              <a:noAutofit/>
            </a:bodyPr>
            <a:lstStyle/>
            <a:p>
              <a:pPr defTabSz="1219170">
                <a:buClr>
                  <a:srgbClr val="000000"/>
                </a:buClr>
                <a:buFont typeface="Arial"/>
                <a:buNone/>
              </a:pPr>
              <a:endParaRPr sz="1867" kern="0">
                <a:solidFill>
                  <a:srgbClr val="000000"/>
                </a:solidFill>
                <a:cs typeface="Arial"/>
                <a:sym typeface="Arial"/>
              </a:endParaRPr>
            </a:p>
          </p:txBody>
        </p:sp>
        <p:grpSp>
          <p:nvGrpSpPr>
            <p:cNvPr id="6" name="Shape 72"/>
            <p:cNvGrpSpPr/>
            <p:nvPr/>
          </p:nvGrpSpPr>
          <p:grpSpPr>
            <a:xfrm flipH="1">
              <a:off x="5734850" y="4472723"/>
              <a:ext cx="2040837" cy="670795"/>
              <a:chOff x="1297954" y="330075"/>
              <a:chExt cx="5169293" cy="1699506"/>
            </a:xfrm>
          </p:grpSpPr>
          <p:sp>
            <p:nvSpPr>
              <p:cNvPr id="73" name="Shape 73"/>
              <p:cNvSpPr/>
              <p:nvPr/>
            </p:nvSpPr>
            <p:spPr>
              <a:xfrm>
                <a:off x="1297954" y="330081"/>
                <a:ext cx="3476700" cy="1699500"/>
              </a:xfrm>
              <a:prstGeom prst="rect">
                <a:avLst/>
              </a:prstGeom>
              <a:solidFill>
                <a:srgbClr val="C7D3E6"/>
              </a:solidFill>
              <a:ln>
                <a:noFill/>
              </a:ln>
            </p:spPr>
            <p:txBody>
              <a:bodyPr spcFirstLastPara="1" wrap="square" lIns="91425" tIns="91425" rIns="91425" bIns="91425" anchor="ctr" anchorCtr="0">
                <a:noAutofit/>
              </a:bodyPr>
              <a:lstStyle/>
              <a:p>
                <a:pPr defTabSz="1219170">
                  <a:buClr>
                    <a:srgbClr val="000000"/>
                  </a:buClr>
                  <a:buFont typeface="Arial"/>
                  <a:buNone/>
                </a:pPr>
                <a:endParaRPr sz="1867" kern="0">
                  <a:solidFill>
                    <a:srgbClr val="000000"/>
                  </a:solidFill>
                  <a:cs typeface="Arial"/>
                  <a:sym typeface="Arial"/>
                </a:endParaRPr>
              </a:p>
            </p:txBody>
          </p:sp>
          <p:sp>
            <p:nvSpPr>
              <p:cNvPr id="74" name="Shape 74"/>
              <p:cNvSpPr/>
              <p:nvPr/>
            </p:nvSpPr>
            <p:spPr>
              <a:xfrm>
                <a:off x="4767747" y="330075"/>
                <a:ext cx="1699500" cy="1699500"/>
              </a:xfrm>
              <a:prstGeom prst="rtTriangle">
                <a:avLst/>
              </a:prstGeom>
              <a:solidFill>
                <a:srgbClr val="C7D3E6"/>
              </a:solidFill>
              <a:ln>
                <a:noFill/>
              </a:ln>
            </p:spPr>
            <p:txBody>
              <a:bodyPr spcFirstLastPara="1" wrap="square" lIns="91425" tIns="91425" rIns="91425" bIns="91425" anchor="ctr" anchorCtr="0">
                <a:noAutofit/>
              </a:bodyPr>
              <a:lstStyle/>
              <a:p>
                <a:pPr defTabSz="1219170">
                  <a:buClr>
                    <a:srgbClr val="000000"/>
                  </a:buClr>
                  <a:buFont typeface="Arial"/>
                  <a:buNone/>
                </a:pPr>
                <a:endParaRPr sz="1867" kern="0">
                  <a:solidFill>
                    <a:srgbClr val="000000"/>
                  </a:solidFill>
                  <a:cs typeface="Arial"/>
                  <a:sym typeface="Arial"/>
                </a:endParaRPr>
              </a:p>
            </p:txBody>
          </p:sp>
        </p:grpSp>
        <p:grpSp>
          <p:nvGrpSpPr>
            <p:cNvPr id="7" name="Shape 75"/>
            <p:cNvGrpSpPr/>
            <p:nvPr/>
          </p:nvGrpSpPr>
          <p:grpSpPr>
            <a:xfrm flipH="1">
              <a:off x="5578209" y="4646738"/>
              <a:ext cx="2199863" cy="304563"/>
              <a:chOff x="-5827153" y="330075"/>
              <a:chExt cx="12276019" cy="1699569"/>
            </a:xfrm>
          </p:grpSpPr>
          <p:sp>
            <p:nvSpPr>
              <p:cNvPr id="76" name="Shape 76"/>
              <p:cNvSpPr/>
              <p:nvPr/>
            </p:nvSpPr>
            <p:spPr>
              <a:xfrm>
                <a:off x="-5827153" y="330144"/>
                <a:ext cx="10612200" cy="1699500"/>
              </a:xfrm>
              <a:prstGeom prst="rect">
                <a:avLst/>
              </a:prstGeom>
              <a:solidFill>
                <a:srgbClr val="FF9800"/>
              </a:solidFill>
              <a:ln>
                <a:noFill/>
              </a:ln>
            </p:spPr>
            <p:txBody>
              <a:bodyPr spcFirstLastPara="1" wrap="square" lIns="91425" tIns="91425" rIns="91425" bIns="91425" anchor="ctr" anchorCtr="0">
                <a:noAutofit/>
              </a:bodyPr>
              <a:lstStyle/>
              <a:p>
                <a:pPr defTabSz="1219170">
                  <a:buClr>
                    <a:srgbClr val="000000"/>
                  </a:buClr>
                  <a:buFont typeface="Arial"/>
                  <a:buNone/>
                </a:pPr>
                <a:endParaRPr sz="1867" kern="0">
                  <a:solidFill>
                    <a:srgbClr val="000000"/>
                  </a:solidFill>
                  <a:cs typeface="Arial"/>
                  <a:sym typeface="Arial"/>
                </a:endParaRPr>
              </a:p>
            </p:txBody>
          </p:sp>
          <p:sp>
            <p:nvSpPr>
              <p:cNvPr id="77" name="Shape 77"/>
              <p:cNvSpPr/>
              <p:nvPr/>
            </p:nvSpPr>
            <p:spPr>
              <a:xfrm>
                <a:off x="4749366" y="330075"/>
                <a:ext cx="1699500" cy="1699500"/>
              </a:xfrm>
              <a:prstGeom prst="rtTriangle">
                <a:avLst/>
              </a:prstGeom>
              <a:solidFill>
                <a:srgbClr val="FF9800"/>
              </a:solidFill>
              <a:ln>
                <a:noFill/>
              </a:ln>
            </p:spPr>
            <p:txBody>
              <a:bodyPr spcFirstLastPara="1" wrap="square" lIns="91425" tIns="91425" rIns="91425" bIns="91425" anchor="ctr" anchorCtr="0">
                <a:noAutofit/>
              </a:bodyPr>
              <a:lstStyle/>
              <a:p>
                <a:pPr defTabSz="1219170">
                  <a:buClr>
                    <a:srgbClr val="000000"/>
                  </a:buClr>
                  <a:buFont typeface="Arial"/>
                  <a:buNone/>
                </a:pPr>
                <a:endParaRPr sz="1867" kern="0">
                  <a:solidFill>
                    <a:srgbClr val="000000"/>
                  </a:solidFill>
                  <a:cs typeface="Arial"/>
                  <a:sym typeface="Arial"/>
                </a:endParaRPr>
              </a:p>
            </p:txBody>
          </p:sp>
        </p:grpSp>
      </p:grpSp>
      <p:sp>
        <p:nvSpPr>
          <p:cNvPr id="78" name="Shape 78"/>
          <p:cNvSpPr txBox="1">
            <a:spLocks noGrp="1"/>
          </p:cNvSpPr>
          <p:nvPr>
            <p:ph type="title"/>
          </p:nvPr>
        </p:nvSpPr>
        <p:spPr>
          <a:xfrm>
            <a:off x="1085700" y="523433"/>
            <a:ext cx="7323200" cy="1021600"/>
          </a:xfrm>
          <a:prstGeom prst="rect">
            <a:avLst/>
          </a:prstGeom>
        </p:spPr>
        <p:txBody>
          <a:bodyPr spcFirstLastPara="1" wrap="square" lIns="91425" tIns="91425" rIns="91425" bIns="91425" anchor="ctr" anchorCtr="0"/>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a:endParaRPr/>
          </a:p>
        </p:txBody>
      </p:sp>
      <p:sp>
        <p:nvSpPr>
          <p:cNvPr id="79" name="Shape 79"/>
          <p:cNvSpPr txBox="1">
            <a:spLocks noGrp="1"/>
          </p:cNvSpPr>
          <p:nvPr>
            <p:ph type="body" idx="1"/>
          </p:nvPr>
        </p:nvSpPr>
        <p:spPr>
          <a:xfrm>
            <a:off x="1085700" y="1769800"/>
            <a:ext cx="8176800" cy="4194000"/>
          </a:xfrm>
          <a:prstGeom prst="rect">
            <a:avLst/>
          </a:prstGeom>
        </p:spPr>
        <p:txBody>
          <a:bodyPr spcFirstLastPara="1" wrap="square" lIns="91425" tIns="91425" rIns="91425" bIns="91425" anchor="ctr" anchorCtr="0"/>
          <a:lstStyle>
            <a:lvl1pPr marL="609585" lvl="0" indent="-507987">
              <a:spcBef>
                <a:spcPts val="800"/>
              </a:spcBef>
              <a:spcAft>
                <a:spcPts val="0"/>
              </a:spcAft>
              <a:buSzPts val="2400"/>
              <a:buChar char="▰"/>
              <a:defRPr/>
            </a:lvl1pPr>
            <a:lvl2pPr marL="1219170" lvl="1" indent="-507987">
              <a:spcBef>
                <a:spcPts val="1333"/>
              </a:spcBef>
              <a:spcAft>
                <a:spcPts val="0"/>
              </a:spcAft>
              <a:buSzPts val="2400"/>
              <a:buChar char="▻"/>
              <a:defRPr/>
            </a:lvl2pPr>
            <a:lvl3pPr marL="1828754" lvl="2" indent="-507987">
              <a:spcBef>
                <a:spcPts val="1333"/>
              </a:spcBef>
              <a:spcAft>
                <a:spcPts val="0"/>
              </a:spcAft>
              <a:buSzPts val="2400"/>
              <a:buChar char="▻"/>
              <a:defRPr/>
            </a:lvl3pPr>
            <a:lvl4pPr marL="2438339" lvl="3" indent="-507987">
              <a:spcBef>
                <a:spcPts val="1333"/>
              </a:spcBef>
              <a:spcAft>
                <a:spcPts val="0"/>
              </a:spcAft>
              <a:buSzPts val="2400"/>
              <a:buChar char="▻"/>
              <a:defRPr/>
            </a:lvl4pPr>
            <a:lvl5pPr marL="3047924" lvl="4" indent="-507987">
              <a:spcBef>
                <a:spcPts val="1333"/>
              </a:spcBef>
              <a:spcAft>
                <a:spcPts val="0"/>
              </a:spcAft>
              <a:buSzPts val="2400"/>
              <a:buChar char="▻"/>
              <a:defRPr/>
            </a:lvl5pPr>
            <a:lvl6pPr marL="3657509" lvl="5" indent="-507987">
              <a:spcBef>
                <a:spcPts val="1333"/>
              </a:spcBef>
              <a:spcAft>
                <a:spcPts val="0"/>
              </a:spcAft>
              <a:buSzPts val="2400"/>
              <a:buChar char="▻"/>
              <a:defRPr/>
            </a:lvl6pPr>
            <a:lvl7pPr marL="4267093" lvl="6" indent="-507987">
              <a:spcBef>
                <a:spcPts val="1333"/>
              </a:spcBef>
              <a:spcAft>
                <a:spcPts val="0"/>
              </a:spcAft>
              <a:buSzPts val="2400"/>
              <a:buChar char="▻"/>
              <a:defRPr/>
            </a:lvl7pPr>
            <a:lvl8pPr marL="4876678" lvl="7" indent="-507987">
              <a:spcBef>
                <a:spcPts val="1333"/>
              </a:spcBef>
              <a:spcAft>
                <a:spcPts val="0"/>
              </a:spcAft>
              <a:buSzPts val="2400"/>
              <a:buChar char="▻"/>
              <a:defRPr/>
            </a:lvl8pPr>
            <a:lvl9pPr marL="5486263" lvl="8" indent="-507987">
              <a:spcBef>
                <a:spcPts val="1333"/>
              </a:spcBef>
              <a:spcAft>
                <a:spcPts val="1333"/>
              </a:spcAft>
              <a:buSzPts val="2400"/>
              <a:buChar char="▻"/>
              <a:defRPr/>
            </a:lvl9pPr>
          </a:lstStyle>
          <a:p>
            <a:endParaRPr/>
          </a:p>
        </p:txBody>
      </p:sp>
      <p:sp>
        <p:nvSpPr>
          <p:cNvPr id="80" name="Shape 80"/>
          <p:cNvSpPr txBox="1">
            <a:spLocks noGrp="1"/>
          </p:cNvSpPr>
          <p:nvPr>
            <p:ph type="sldNum" idx="12"/>
          </p:nvPr>
        </p:nvSpPr>
        <p:spPr>
          <a:xfrm>
            <a:off x="10157333" y="6182000"/>
            <a:ext cx="1983200" cy="420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a:pPr/>
              <a:t>‹#›</a:t>
            </a:fld>
            <a:endParaRPr/>
          </a:p>
        </p:txBody>
      </p:sp>
    </p:spTree>
    <p:extLst>
      <p:ext uri="{BB962C8B-B14F-4D97-AF65-F5344CB8AC3E}">
        <p14:creationId xmlns:p14="http://schemas.microsoft.com/office/powerpoint/2010/main" val="3295487004"/>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userDrawn="1">
  <p:cSld name="5_Title and Content">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08DD0829-95D3-46D8-B093-1413418E3970}"/>
              </a:ext>
            </a:extLst>
          </p:cNvPr>
          <p:cNvSpPr>
            <a:spLocks noGrp="1"/>
          </p:cNvSpPr>
          <p:nvPr>
            <p:ph type="title"/>
          </p:nvPr>
        </p:nvSpPr>
        <p:spPr>
          <a:xfrm>
            <a:off x="1671782" y="681037"/>
            <a:ext cx="10154446" cy="538163"/>
          </a:xfrm>
        </p:spPr>
        <p:txBody>
          <a:bodyPr>
            <a:noAutofit/>
          </a:bodyPr>
          <a:lstStyle>
            <a:lvl1pPr algn="l">
              <a:defRPr sz="3200" b="1">
                <a:solidFill>
                  <a:schemeClr val="tx1">
                    <a:lumMod val="65000"/>
                    <a:lumOff val="35000"/>
                  </a:schemeClr>
                </a:solidFill>
                <a:latin typeface="+mn-lt"/>
              </a:defRPr>
            </a:lvl1pPr>
          </a:lstStyle>
          <a:p>
            <a:r>
              <a:rPr lang="en-US" dirty="0"/>
              <a:t>Click to edit Master title style</a:t>
            </a:r>
            <a:endParaRPr lang="en-IN" dirty="0"/>
          </a:p>
        </p:txBody>
      </p:sp>
      <p:cxnSp>
        <p:nvCxnSpPr>
          <p:cNvPr id="10" name="Straight Connector 9">
            <a:extLst>
              <a:ext uri="{FF2B5EF4-FFF2-40B4-BE49-F238E27FC236}">
                <a16:creationId xmlns:a16="http://schemas.microsoft.com/office/drawing/2014/main" id="{EE6C835F-8A38-40CA-AD16-1AC58DCCF624}"/>
              </a:ext>
            </a:extLst>
          </p:cNvPr>
          <p:cNvCxnSpPr>
            <a:cxnSpLocks/>
          </p:cNvCxnSpPr>
          <p:nvPr userDrawn="1"/>
        </p:nvCxnSpPr>
        <p:spPr>
          <a:xfrm>
            <a:off x="411480" y="1386840"/>
            <a:ext cx="11414760" cy="0"/>
          </a:xfrm>
          <a:prstGeom prst="line">
            <a:avLst/>
          </a:prstGeom>
          <a:ln w="38100">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BEC412C6-39F5-496E-BCF2-BBC24EBFE035}"/>
              </a:ext>
            </a:extLst>
          </p:cNvPr>
          <p:cNvCxnSpPr>
            <a:cxnSpLocks/>
          </p:cNvCxnSpPr>
          <p:nvPr userDrawn="1"/>
        </p:nvCxnSpPr>
        <p:spPr>
          <a:xfrm>
            <a:off x="404656" y="1310640"/>
            <a:ext cx="0" cy="152400"/>
          </a:xfrm>
          <a:prstGeom prst="line">
            <a:avLst/>
          </a:prstGeom>
          <a:ln w="381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C1B64A70-1DD2-468E-A83F-96EFAC819EF3}"/>
              </a:ext>
            </a:extLst>
          </p:cNvPr>
          <p:cNvCxnSpPr>
            <a:cxnSpLocks/>
          </p:cNvCxnSpPr>
          <p:nvPr userDrawn="1"/>
        </p:nvCxnSpPr>
        <p:spPr>
          <a:xfrm>
            <a:off x="11826240" y="1310640"/>
            <a:ext cx="0" cy="152400"/>
          </a:xfrm>
          <a:prstGeom prst="line">
            <a:avLst/>
          </a:prstGeom>
          <a:ln w="381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4" name="Freeform: Shape 13">
            <a:extLst>
              <a:ext uri="{FF2B5EF4-FFF2-40B4-BE49-F238E27FC236}">
                <a16:creationId xmlns:a16="http://schemas.microsoft.com/office/drawing/2014/main" id="{9D3495B4-D984-4156-B4D8-0E6BDBEBDF5A}"/>
              </a:ext>
            </a:extLst>
          </p:cNvPr>
          <p:cNvSpPr/>
          <p:nvPr userDrawn="1"/>
        </p:nvSpPr>
        <p:spPr>
          <a:xfrm>
            <a:off x="0" y="681037"/>
            <a:ext cx="1549400" cy="538163"/>
          </a:xfrm>
          <a:custGeom>
            <a:avLst/>
            <a:gdLst>
              <a:gd name="connsiteX0" fmla="*/ 0 w 1549400"/>
              <a:gd name="connsiteY0" fmla="*/ 0 h 538163"/>
              <a:gd name="connsiteX1" fmla="*/ 1359525 w 1549400"/>
              <a:gd name="connsiteY1" fmla="*/ 0 h 538163"/>
              <a:gd name="connsiteX2" fmla="*/ 1549400 w 1549400"/>
              <a:gd name="connsiteY2" fmla="*/ 189875 h 538163"/>
              <a:gd name="connsiteX3" fmla="*/ 1549400 w 1549400"/>
              <a:gd name="connsiteY3" fmla="*/ 348288 h 538163"/>
              <a:gd name="connsiteX4" fmla="*/ 1359525 w 1549400"/>
              <a:gd name="connsiteY4" fmla="*/ 538163 h 538163"/>
              <a:gd name="connsiteX5" fmla="*/ 0 w 1549400"/>
              <a:gd name="connsiteY5" fmla="*/ 538163 h 538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49400" h="538163">
                <a:moveTo>
                  <a:pt x="0" y="0"/>
                </a:moveTo>
                <a:lnTo>
                  <a:pt x="1359525" y="0"/>
                </a:lnTo>
                <a:cubicBezTo>
                  <a:pt x="1464390" y="0"/>
                  <a:pt x="1549400" y="85010"/>
                  <a:pt x="1549400" y="189875"/>
                </a:cubicBezTo>
                <a:lnTo>
                  <a:pt x="1549400" y="348288"/>
                </a:lnTo>
                <a:cubicBezTo>
                  <a:pt x="1549400" y="453153"/>
                  <a:pt x="1464390" y="538163"/>
                  <a:pt x="1359525" y="538163"/>
                </a:cubicBezTo>
                <a:lnTo>
                  <a:pt x="0" y="538163"/>
                </a:lnTo>
                <a:close/>
              </a:path>
            </a:pathLst>
          </a:custGeom>
          <a:solidFill>
            <a:srgbClr val="A8261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IN"/>
          </a:p>
        </p:txBody>
      </p:sp>
    </p:spTree>
    <p:extLst>
      <p:ext uri="{BB962C8B-B14F-4D97-AF65-F5344CB8AC3E}">
        <p14:creationId xmlns:p14="http://schemas.microsoft.com/office/powerpoint/2010/main" val="183053407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userDrawn="1">
  <p:cSld name="8_Title and Content">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2FEF7DE1-51DA-4A3C-9EA8-305BF43A5597}"/>
              </a:ext>
            </a:extLst>
          </p:cNvPr>
          <p:cNvSpPr>
            <a:spLocks noGrp="1"/>
          </p:cNvSpPr>
          <p:nvPr>
            <p:ph type="title"/>
          </p:nvPr>
        </p:nvSpPr>
        <p:spPr>
          <a:xfrm>
            <a:off x="1671782" y="681037"/>
            <a:ext cx="10154446" cy="538163"/>
          </a:xfrm>
        </p:spPr>
        <p:txBody>
          <a:bodyPr>
            <a:noAutofit/>
          </a:bodyPr>
          <a:lstStyle>
            <a:lvl1pPr>
              <a:defRPr sz="3200" b="1">
                <a:solidFill>
                  <a:schemeClr val="tx1">
                    <a:lumMod val="65000"/>
                    <a:lumOff val="35000"/>
                  </a:schemeClr>
                </a:solidFill>
                <a:latin typeface="+mn-lt"/>
              </a:defRPr>
            </a:lvl1pPr>
          </a:lstStyle>
          <a:p>
            <a:r>
              <a:rPr lang="en-US" dirty="0"/>
              <a:t>Click to edit Master title style</a:t>
            </a:r>
            <a:endParaRPr lang="en-IN" dirty="0"/>
          </a:p>
        </p:txBody>
      </p:sp>
      <p:sp>
        <p:nvSpPr>
          <p:cNvPr id="9" name="Content Placeholder 2">
            <a:extLst>
              <a:ext uri="{FF2B5EF4-FFF2-40B4-BE49-F238E27FC236}">
                <a16:creationId xmlns:a16="http://schemas.microsoft.com/office/drawing/2014/main" id="{0F818502-EE7D-47C5-BAC6-32E7714A0F0B}"/>
              </a:ext>
            </a:extLst>
          </p:cNvPr>
          <p:cNvSpPr>
            <a:spLocks noGrp="1"/>
          </p:cNvSpPr>
          <p:nvPr>
            <p:ph idx="1"/>
          </p:nvPr>
        </p:nvSpPr>
        <p:spPr>
          <a:xfrm>
            <a:off x="411480" y="1630680"/>
            <a:ext cx="11414754" cy="454628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N" dirty="0"/>
          </a:p>
        </p:txBody>
      </p:sp>
      <p:cxnSp>
        <p:nvCxnSpPr>
          <p:cNvPr id="10" name="Straight Connector 9">
            <a:extLst>
              <a:ext uri="{FF2B5EF4-FFF2-40B4-BE49-F238E27FC236}">
                <a16:creationId xmlns:a16="http://schemas.microsoft.com/office/drawing/2014/main" id="{C0782BCD-4510-4937-9C1E-F95F6544E965}"/>
              </a:ext>
            </a:extLst>
          </p:cNvPr>
          <p:cNvCxnSpPr>
            <a:cxnSpLocks/>
          </p:cNvCxnSpPr>
          <p:nvPr userDrawn="1"/>
        </p:nvCxnSpPr>
        <p:spPr>
          <a:xfrm>
            <a:off x="411480" y="1386840"/>
            <a:ext cx="11414760" cy="0"/>
          </a:xfrm>
          <a:prstGeom prst="line">
            <a:avLst/>
          </a:prstGeom>
          <a:ln w="38100">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322E42A-9523-4852-99DB-67E76B0D404D}"/>
              </a:ext>
            </a:extLst>
          </p:cNvPr>
          <p:cNvCxnSpPr>
            <a:cxnSpLocks/>
          </p:cNvCxnSpPr>
          <p:nvPr userDrawn="1"/>
        </p:nvCxnSpPr>
        <p:spPr>
          <a:xfrm>
            <a:off x="404656" y="1310640"/>
            <a:ext cx="0" cy="152400"/>
          </a:xfrm>
          <a:prstGeom prst="line">
            <a:avLst/>
          </a:prstGeom>
          <a:ln w="381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6DDDE1E1-2256-42EE-8EA5-A7A3D716556A}"/>
              </a:ext>
            </a:extLst>
          </p:cNvPr>
          <p:cNvCxnSpPr>
            <a:cxnSpLocks/>
          </p:cNvCxnSpPr>
          <p:nvPr userDrawn="1"/>
        </p:nvCxnSpPr>
        <p:spPr>
          <a:xfrm>
            <a:off x="11826240" y="1310640"/>
            <a:ext cx="0" cy="152400"/>
          </a:xfrm>
          <a:prstGeom prst="line">
            <a:avLst/>
          </a:prstGeom>
          <a:ln w="381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3" name="Freeform: Shape 12">
            <a:extLst>
              <a:ext uri="{FF2B5EF4-FFF2-40B4-BE49-F238E27FC236}">
                <a16:creationId xmlns:a16="http://schemas.microsoft.com/office/drawing/2014/main" id="{47E4FA80-BAA4-4EE2-BE37-23B240E6BBE0}"/>
              </a:ext>
            </a:extLst>
          </p:cNvPr>
          <p:cNvSpPr/>
          <p:nvPr userDrawn="1"/>
        </p:nvSpPr>
        <p:spPr>
          <a:xfrm>
            <a:off x="0" y="681037"/>
            <a:ext cx="1549400" cy="538163"/>
          </a:xfrm>
          <a:custGeom>
            <a:avLst/>
            <a:gdLst>
              <a:gd name="connsiteX0" fmla="*/ 0 w 1549400"/>
              <a:gd name="connsiteY0" fmla="*/ 0 h 538163"/>
              <a:gd name="connsiteX1" fmla="*/ 1359525 w 1549400"/>
              <a:gd name="connsiteY1" fmla="*/ 0 h 538163"/>
              <a:gd name="connsiteX2" fmla="*/ 1549400 w 1549400"/>
              <a:gd name="connsiteY2" fmla="*/ 189875 h 538163"/>
              <a:gd name="connsiteX3" fmla="*/ 1549400 w 1549400"/>
              <a:gd name="connsiteY3" fmla="*/ 348288 h 538163"/>
              <a:gd name="connsiteX4" fmla="*/ 1359525 w 1549400"/>
              <a:gd name="connsiteY4" fmla="*/ 538163 h 538163"/>
              <a:gd name="connsiteX5" fmla="*/ 0 w 1549400"/>
              <a:gd name="connsiteY5" fmla="*/ 538163 h 538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49400" h="538163">
                <a:moveTo>
                  <a:pt x="0" y="0"/>
                </a:moveTo>
                <a:lnTo>
                  <a:pt x="1359525" y="0"/>
                </a:lnTo>
                <a:cubicBezTo>
                  <a:pt x="1464390" y="0"/>
                  <a:pt x="1549400" y="85010"/>
                  <a:pt x="1549400" y="189875"/>
                </a:cubicBezTo>
                <a:lnTo>
                  <a:pt x="1549400" y="348288"/>
                </a:lnTo>
                <a:cubicBezTo>
                  <a:pt x="1549400" y="453153"/>
                  <a:pt x="1464390" y="538163"/>
                  <a:pt x="1359525" y="538163"/>
                </a:cubicBezTo>
                <a:lnTo>
                  <a:pt x="0" y="538163"/>
                </a:lnTo>
                <a:close/>
              </a:path>
            </a:pathLst>
          </a:custGeom>
          <a:solidFill>
            <a:srgbClr val="A8261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IN"/>
          </a:p>
        </p:txBody>
      </p:sp>
    </p:spTree>
    <p:extLst>
      <p:ext uri="{BB962C8B-B14F-4D97-AF65-F5344CB8AC3E}">
        <p14:creationId xmlns:p14="http://schemas.microsoft.com/office/powerpoint/2010/main" val="1374246178"/>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00341739"/>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57F155-3AC9-74B8-182F-F78DE7AC5DB0}"/>
              </a:ext>
            </a:extLst>
          </p:cNvPr>
          <p:cNvSpPr>
            <a:spLocks noGrp="1"/>
          </p:cNvSpPr>
          <p:nvPr>
            <p:ph type="title"/>
          </p:nvPr>
        </p:nvSpPr>
        <p:spPr/>
        <p:txBody>
          <a:bodyPr/>
          <a:lstStyle/>
          <a:p>
            <a:r>
              <a:rPr lang="en-US" dirty="0"/>
              <a:t>Click to edit Master title style</a:t>
            </a:r>
            <a:endParaRPr lang="en-IN" dirty="0"/>
          </a:p>
        </p:txBody>
      </p:sp>
      <p:sp>
        <p:nvSpPr>
          <p:cNvPr id="3" name="Content Placeholder 2">
            <a:extLst>
              <a:ext uri="{FF2B5EF4-FFF2-40B4-BE49-F238E27FC236}">
                <a16:creationId xmlns:a16="http://schemas.microsoft.com/office/drawing/2014/main" id="{863F9265-2FFD-0FDE-7AB6-CA2C2424655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240C91D0-81F3-C1DE-D627-0F15E6AA3BA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Tree>
    <p:extLst>
      <p:ext uri="{BB962C8B-B14F-4D97-AF65-F5344CB8AC3E}">
        <p14:creationId xmlns:p14="http://schemas.microsoft.com/office/powerpoint/2010/main" val="2323152667"/>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AACAEC-7662-442B-DE97-E02FBC40ADF1}"/>
              </a:ext>
            </a:extLst>
          </p:cNvPr>
          <p:cNvSpPr txBox="1">
            <a:spLocks noGrp="1"/>
          </p:cNvSpPr>
          <p:nvPr>
            <p:ph type="title"/>
          </p:nvPr>
        </p:nvSpPr>
        <p:spPr/>
        <p:txBody>
          <a:bodyPr/>
          <a:lstStyle>
            <a:lvl1pPr>
              <a:defRPr/>
            </a:lvl1pPr>
          </a:lstStyle>
          <a:p>
            <a:pPr lvl="0"/>
            <a:r>
              <a:rPr lang="en-US"/>
              <a:t>Click to edit Master title style</a:t>
            </a:r>
            <a:endParaRPr lang="en-IN"/>
          </a:p>
        </p:txBody>
      </p:sp>
      <p:sp>
        <p:nvSpPr>
          <p:cNvPr id="3" name="Content Placeholder 2">
            <a:extLst>
              <a:ext uri="{FF2B5EF4-FFF2-40B4-BE49-F238E27FC236}">
                <a16:creationId xmlns:a16="http://schemas.microsoft.com/office/drawing/2014/main" id="{161BB7E5-A757-F0A4-DCA3-4C3AA8BC32E6}"/>
              </a:ext>
            </a:extLst>
          </p:cNvPr>
          <p:cNvSpPr txBox="1">
            <a:spLocks noGrp="1"/>
          </p:cNvSpPr>
          <p:nvPr>
            <p:ph idx="1"/>
          </p:nvPr>
        </p:nvSpPr>
        <p:spPr/>
        <p:txBody>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Tree>
    <p:extLst>
      <p:ext uri="{BB962C8B-B14F-4D97-AF65-F5344CB8AC3E}">
        <p14:creationId xmlns:p14="http://schemas.microsoft.com/office/powerpoint/2010/main" val="3205420654"/>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userDrawn="1">
  <p:cSld name="1_Title and Content">
    <p:spTree>
      <p:nvGrpSpPr>
        <p:cNvPr id="1" name=""/>
        <p:cNvGrpSpPr/>
        <p:nvPr/>
      </p:nvGrpSpPr>
      <p:grpSpPr>
        <a:xfrm>
          <a:off x="0" y="0"/>
          <a:ext cx="0" cy="0"/>
          <a:chOff x="0" y="0"/>
          <a:chExt cx="0" cy="0"/>
        </a:xfrm>
      </p:grpSpPr>
      <p:sp>
        <p:nvSpPr>
          <p:cNvPr id="8" name="Rectangle 7"/>
          <p:cNvSpPr/>
          <p:nvPr userDrawn="1"/>
        </p:nvSpPr>
        <p:spPr>
          <a:xfrm rot="5400000">
            <a:off x="5638332" y="-5410667"/>
            <a:ext cx="914402" cy="1219293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31" name="Content Placeholder 30"/>
          <p:cNvSpPr>
            <a:spLocks noGrp="1"/>
          </p:cNvSpPr>
          <p:nvPr>
            <p:ph sz="quarter" idx="13"/>
          </p:nvPr>
        </p:nvSpPr>
        <p:spPr>
          <a:xfrm>
            <a:off x="365760" y="1298448"/>
            <a:ext cx="11460480" cy="4937760"/>
          </a:xfrm>
        </p:spPr>
        <p:txBody>
          <a:bodyPr/>
          <a:lstStyle>
            <a:lvl1pPr>
              <a:buClr>
                <a:srgbClr val="A9432B"/>
              </a:buClr>
              <a:defRPr>
                <a:solidFill>
                  <a:srgbClr val="000000"/>
                </a:solidFill>
              </a:defRPr>
            </a:lvl1pPr>
            <a:lvl2pPr>
              <a:buClr>
                <a:srgbClr val="A9432B"/>
              </a:buClr>
              <a:defRPr>
                <a:solidFill>
                  <a:srgbClr val="000000"/>
                </a:solidFill>
              </a:defRPr>
            </a:lvl2pPr>
            <a:lvl3pPr>
              <a:buClr>
                <a:srgbClr val="A9432B"/>
              </a:buClr>
              <a:defRPr>
                <a:solidFill>
                  <a:srgbClr val="000000"/>
                </a:solidFill>
              </a:defRPr>
            </a:lvl3pPr>
            <a:lvl4pPr>
              <a:buClr>
                <a:srgbClr val="A9432B"/>
              </a:buClr>
              <a:defRPr>
                <a:solidFill>
                  <a:srgbClr val="000000"/>
                </a:solidFill>
              </a:defRPr>
            </a:lvl4pPr>
            <a:lvl5pPr>
              <a:buClr>
                <a:srgbClr val="A9432B"/>
              </a:buClr>
              <a:defRPr>
                <a:solidFill>
                  <a:srgbClr val="00000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Title Placeholder 1"/>
          <p:cNvSpPr>
            <a:spLocks noGrp="1"/>
          </p:cNvSpPr>
          <p:nvPr>
            <p:ph type="title"/>
          </p:nvPr>
        </p:nvSpPr>
        <p:spPr>
          <a:xfrm>
            <a:off x="368300" y="228602"/>
            <a:ext cx="11455400" cy="838199"/>
          </a:xfrm>
          <a:prstGeom prst="rect">
            <a:avLst/>
          </a:prstGeom>
        </p:spPr>
        <p:txBody>
          <a:bodyPr vert="horz" lIns="91440" tIns="45720" rIns="91440" bIns="45720" rtlCol="0" anchor="b" anchorCtr="0">
            <a:normAutofit/>
          </a:bodyPr>
          <a:lstStyle>
            <a:lvl1pPr algn="ctr">
              <a:defRPr b="1">
                <a:solidFill>
                  <a:srgbClr val="A9432B"/>
                </a:solidFill>
              </a:defRPr>
            </a:lvl1pPr>
          </a:lstStyle>
          <a:p>
            <a:r>
              <a:rPr lang="en-US" dirty="0"/>
              <a:t>Click to edit Master title style</a:t>
            </a:r>
          </a:p>
        </p:txBody>
      </p:sp>
    </p:spTree>
    <p:extLst>
      <p:ext uri="{BB962C8B-B14F-4D97-AF65-F5344CB8AC3E}">
        <p14:creationId xmlns:p14="http://schemas.microsoft.com/office/powerpoint/2010/main" val="3948394055"/>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userDrawn="1">
  <p:cSld name="2_Title and Content">
    <p:spTree>
      <p:nvGrpSpPr>
        <p:cNvPr id="1" name=""/>
        <p:cNvGrpSpPr/>
        <p:nvPr/>
      </p:nvGrpSpPr>
      <p:grpSpPr>
        <a:xfrm>
          <a:off x="0" y="0"/>
          <a:ext cx="0" cy="0"/>
          <a:chOff x="0" y="0"/>
          <a:chExt cx="0" cy="0"/>
        </a:xfrm>
      </p:grpSpPr>
      <p:sp>
        <p:nvSpPr>
          <p:cNvPr id="8" name="Rectangle 7"/>
          <p:cNvSpPr/>
          <p:nvPr userDrawn="1"/>
        </p:nvSpPr>
        <p:spPr>
          <a:xfrm rot="5400000">
            <a:off x="5638332" y="-5410667"/>
            <a:ext cx="914402" cy="1219293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31" name="Content Placeholder 30"/>
          <p:cNvSpPr>
            <a:spLocks noGrp="1"/>
          </p:cNvSpPr>
          <p:nvPr>
            <p:ph sz="quarter" idx="13"/>
          </p:nvPr>
        </p:nvSpPr>
        <p:spPr>
          <a:xfrm>
            <a:off x="365760" y="1298448"/>
            <a:ext cx="11460480" cy="4937760"/>
          </a:xfrm>
        </p:spPr>
        <p:txBody>
          <a:bodyPr/>
          <a:lstStyle>
            <a:lvl1pPr>
              <a:buClr>
                <a:srgbClr val="A9432B"/>
              </a:buClr>
              <a:defRPr>
                <a:solidFill>
                  <a:srgbClr val="000000"/>
                </a:solidFill>
              </a:defRPr>
            </a:lvl1pPr>
            <a:lvl2pPr>
              <a:buClr>
                <a:srgbClr val="A9432B"/>
              </a:buClr>
              <a:defRPr>
                <a:solidFill>
                  <a:srgbClr val="000000"/>
                </a:solidFill>
              </a:defRPr>
            </a:lvl2pPr>
            <a:lvl3pPr>
              <a:buClr>
                <a:srgbClr val="A9432B"/>
              </a:buClr>
              <a:defRPr>
                <a:solidFill>
                  <a:srgbClr val="000000"/>
                </a:solidFill>
              </a:defRPr>
            </a:lvl3pPr>
            <a:lvl4pPr>
              <a:buClr>
                <a:srgbClr val="A9432B"/>
              </a:buClr>
              <a:defRPr>
                <a:solidFill>
                  <a:srgbClr val="000000"/>
                </a:solidFill>
              </a:defRPr>
            </a:lvl4pPr>
            <a:lvl5pPr>
              <a:buClr>
                <a:srgbClr val="A9432B"/>
              </a:buClr>
              <a:defRPr>
                <a:solidFill>
                  <a:srgbClr val="00000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Title Placeholder 1"/>
          <p:cNvSpPr>
            <a:spLocks noGrp="1"/>
          </p:cNvSpPr>
          <p:nvPr>
            <p:ph type="title"/>
          </p:nvPr>
        </p:nvSpPr>
        <p:spPr>
          <a:xfrm>
            <a:off x="368300" y="228601"/>
            <a:ext cx="11455400" cy="914402"/>
          </a:xfrm>
          <a:prstGeom prst="rect">
            <a:avLst/>
          </a:prstGeom>
        </p:spPr>
        <p:txBody>
          <a:bodyPr vert="horz" lIns="91440" tIns="45720" rIns="91440" bIns="45720" rtlCol="0" anchor="b" anchorCtr="0">
            <a:normAutofit/>
          </a:bodyPr>
          <a:lstStyle>
            <a:lvl1pPr algn="ctr">
              <a:defRPr b="1">
                <a:solidFill>
                  <a:srgbClr val="A9432B"/>
                </a:solidFill>
              </a:defRPr>
            </a:lvl1pPr>
          </a:lstStyle>
          <a:p>
            <a:r>
              <a:rPr lang="en-US" dirty="0"/>
              <a:t>Click to edit Master title style</a:t>
            </a:r>
          </a:p>
        </p:txBody>
      </p:sp>
    </p:spTree>
    <p:extLst>
      <p:ext uri="{BB962C8B-B14F-4D97-AF65-F5344CB8AC3E}">
        <p14:creationId xmlns:p14="http://schemas.microsoft.com/office/powerpoint/2010/main" val="789263400"/>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C9F88-86E9-5CC4-3D6C-657D402BE1B8}"/>
              </a:ext>
            </a:extLst>
          </p:cNvPr>
          <p:cNvSpPr txBox="1">
            <a:spLocks noGrp="1"/>
          </p:cNvSpPr>
          <p:nvPr>
            <p:ph type="ctrTitle"/>
          </p:nvPr>
        </p:nvSpPr>
        <p:spPr>
          <a:xfrm>
            <a:off x="1524003" y="1122361"/>
            <a:ext cx="9144000" cy="2387598"/>
          </a:xfrm>
        </p:spPr>
        <p:txBody>
          <a:bodyPr anchor="b" anchorCtr="1"/>
          <a:lstStyle>
            <a:lvl1pPr algn="ctr">
              <a:defRPr sz="6000"/>
            </a:lvl1pPr>
          </a:lstStyle>
          <a:p>
            <a:pPr lvl="0"/>
            <a:r>
              <a:rPr lang="en-US"/>
              <a:t>Click to edit Master title style</a:t>
            </a:r>
            <a:endParaRPr lang="en-IN"/>
          </a:p>
        </p:txBody>
      </p:sp>
      <p:sp>
        <p:nvSpPr>
          <p:cNvPr id="3" name="Subtitle 2">
            <a:extLst>
              <a:ext uri="{FF2B5EF4-FFF2-40B4-BE49-F238E27FC236}">
                <a16:creationId xmlns:a16="http://schemas.microsoft.com/office/drawing/2014/main" id="{A8129D42-6E05-6030-F80E-A6FABF9DC6E1}"/>
              </a:ext>
            </a:extLst>
          </p:cNvPr>
          <p:cNvSpPr txBox="1">
            <a:spLocks noGrp="1"/>
          </p:cNvSpPr>
          <p:nvPr>
            <p:ph type="subTitle" idx="1"/>
          </p:nvPr>
        </p:nvSpPr>
        <p:spPr>
          <a:xfrm>
            <a:off x="1524003" y="3602041"/>
            <a:ext cx="9144000" cy="1655758"/>
          </a:xfrm>
        </p:spPr>
        <p:txBody>
          <a:bodyPr anchorCtr="1"/>
          <a:lstStyle>
            <a:lvl1pPr marL="0" indent="0" algn="ctr">
              <a:buNone/>
              <a:defRPr sz="2400"/>
            </a:lvl1pPr>
          </a:lstStyle>
          <a:p>
            <a:pPr lvl="0"/>
            <a:r>
              <a:rPr lang="en-US"/>
              <a:t>Click to edit Master subtitle style</a:t>
            </a:r>
            <a:endParaRPr lang="en-IN"/>
          </a:p>
        </p:txBody>
      </p:sp>
    </p:spTree>
    <p:extLst>
      <p:ext uri="{BB962C8B-B14F-4D97-AF65-F5344CB8AC3E}">
        <p14:creationId xmlns:p14="http://schemas.microsoft.com/office/powerpoint/2010/main" val="2594218761"/>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AACAEC-7662-442B-DE97-E02FBC40ADF1}"/>
              </a:ext>
            </a:extLst>
          </p:cNvPr>
          <p:cNvSpPr txBox="1">
            <a:spLocks noGrp="1"/>
          </p:cNvSpPr>
          <p:nvPr>
            <p:ph type="title"/>
          </p:nvPr>
        </p:nvSpPr>
        <p:spPr/>
        <p:txBody>
          <a:bodyPr/>
          <a:lstStyle>
            <a:lvl1pPr>
              <a:defRPr/>
            </a:lvl1pPr>
          </a:lstStyle>
          <a:p>
            <a:pPr lvl="0"/>
            <a:r>
              <a:rPr lang="en-US"/>
              <a:t>Click to edit Master title style</a:t>
            </a:r>
            <a:endParaRPr lang="en-IN"/>
          </a:p>
        </p:txBody>
      </p:sp>
      <p:sp>
        <p:nvSpPr>
          <p:cNvPr id="3" name="Content Placeholder 2">
            <a:extLst>
              <a:ext uri="{FF2B5EF4-FFF2-40B4-BE49-F238E27FC236}">
                <a16:creationId xmlns:a16="http://schemas.microsoft.com/office/drawing/2014/main" id="{161BB7E5-A757-F0A4-DCA3-4C3AA8BC32E6}"/>
              </a:ext>
            </a:extLst>
          </p:cNvPr>
          <p:cNvSpPr txBox="1">
            <a:spLocks noGrp="1"/>
          </p:cNvSpPr>
          <p:nvPr>
            <p:ph idx="1"/>
          </p:nvPr>
        </p:nvSpPr>
        <p:spPr/>
        <p:txBody>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Tree>
    <p:extLst>
      <p:ext uri="{BB962C8B-B14F-4D97-AF65-F5344CB8AC3E}">
        <p14:creationId xmlns:p14="http://schemas.microsoft.com/office/powerpoint/2010/main" val="3380076450"/>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0E6725-11C7-8AC7-11E5-AAC81764F01B}"/>
              </a:ext>
            </a:extLst>
          </p:cNvPr>
          <p:cNvSpPr txBox="1">
            <a:spLocks noGrp="1"/>
          </p:cNvSpPr>
          <p:nvPr>
            <p:ph type="title"/>
          </p:nvPr>
        </p:nvSpPr>
        <p:spPr>
          <a:xfrm>
            <a:off x="831847" y="1709735"/>
            <a:ext cx="10515600" cy="2852735"/>
          </a:xfrm>
        </p:spPr>
        <p:txBody>
          <a:bodyPr anchor="b"/>
          <a:lstStyle>
            <a:lvl1pPr>
              <a:defRPr sz="6000"/>
            </a:lvl1pPr>
          </a:lstStyle>
          <a:p>
            <a:pPr lvl="0"/>
            <a:r>
              <a:rPr lang="en-US"/>
              <a:t>Click to edit Master title style</a:t>
            </a:r>
            <a:endParaRPr lang="en-IN"/>
          </a:p>
        </p:txBody>
      </p:sp>
      <p:sp>
        <p:nvSpPr>
          <p:cNvPr id="3" name="Text Placeholder 2">
            <a:extLst>
              <a:ext uri="{FF2B5EF4-FFF2-40B4-BE49-F238E27FC236}">
                <a16:creationId xmlns:a16="http://schemas.microsoft.com/office/drawing/2014/main" id="{1078B3E4-BD1E-2992-E55E-6E622068171C}"/>
              </a:ext>
            </a:extLst>
          </p:cNvPr>
          <p:cNvSpPr txBox="1">
            <a:spLocks noGrp="1"/>
          </p:cNvSpPr>
          <p:nvPr>
            <p:ph type="body" idx="1"/>
          </p:nvPr>
        </p:nvSpPr>
        <p:spPr>
          <a:xfrm>
            <a:off x="831847" y="4589465"/>
            <a:ext cx="10515600" cy="1500182"/>
          </a:xfrm>
        </p:spPr>
        <p:txBody>
          <a:bodyPr/>
          <a:lstStyle>
            <a:lvl1pPr marL="0" indent="0">
              <a:buNone/>
              <a:defRPr sz="2400">
                <a:solidFill>
                  <a:srgbClr val="767676"/>
                </a:solidFill>
              </a:defRPr>
            </a:lvl1pPr>
          </a:lstStyle>
          <a:p>
            <a:pPr lvl="0"/>
            <a:r>
              <a:rPr lang="en-US"/>
              <a:t>Click to edit Master text styles</a:t>
            </a:r>
          </a:p>
        </p:txBody>
      </p:sp>
    </p:spTree>
    <p:extLst>
      <p:ext uri="{BB962C8B-B14F-4D97-AF65-F5344CB8AC3E}">
        <p14:creationId xmlns:p14="http://schemas.microsoft.com/office/powerpoint/2010/main" val="3440083921"/>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2A615A-0748-F8E8-2B93-7AC67AD50D2B}"/>
              </a:ext>
            </a:extLst>
          </p:cNvPr>
          <p:cNvSpPr txBox="1">
            <a:spLocks noGrp="1"/>
          </p:cNvSpPr>
          <p:nvPr>
            <p:ph type="title"/>
          </p:nvPr>
        </p:nvSpPr>
        <p:spPr/>
        <p:txBody>
          <a:bodyPr/>
          <a:lstStyle>
            <a:lvl1pPr>
              <a:defRPr/>
            </a:lvl1pPr>
          </a:lstStyle>
          <a:p>
            <a:pPr lvl="0"/>
            <a:r>
              <a:rPr lang="en-US"/>
              <a:t>Click to edit Master title style</a:t>
            </a:r>
            <a:endParaRPr lang="en-IN"/>
          </a:p>
        </p:txBody>
      </p:sp>
      <p:sp>
        <p:nvSpPr>
          <p:cNvPr id="3" name="Content Placeholder 2">
            <a:extLst>
              <a:ext uri="{FF2B5EF4-FFF2-40B4-BE49-F238E27FC236}">
                <a16:creationId xmlns:a16="http://schemas.microsoft.com/office/drawing/2014/main" id="{F9589835-CA8A-4EF0-5B61-52276E32F0E6}"/>
              </a:ext>
            </a:extLst>
          </p:cNvPr>
          <p:cNvSpPr txBox="1">
            <a:spLocks noGrp="1"/>
          </p:cNvSpPr>
          <p:nvPr>
            <p:ph idx="1"/>
          </p:nvPr>
        </p:nvSpPr>
        <p:spPr>
          <a:xfrm>
            <a:off x="838203" y="1825627"/>
            <a:ext cx="5181603" cy="4351336"/>
          </a:xfrm>
        </p:spPr>
        <p:txBody>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6E66D794-E860-6C81-5A60-35231154E1DA}"/>
              </a:ext>
            </a:extLst>
          </p:cNvPr>
          <p:cNvSpPr txBox="1">
            <a:spLocks noGrp="1"/>
          </p:cNvSpPr>
          <p:nvPr>
            <p:ph idx="2"/>
          </p:nvPr>
        </p:nvSpPr>
        <p:spPr>
          <a:xfrm>
            <a:off x="6172200" y="1825627"/>
            <a:ext cx="5181603" cy="4351336"/>
          </a:xfrm>
        </p:spPr>
        <p:txBody>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Tree>
    <p:extLst>
      <p:ext uri="{BB962C8B-B14F-4D97-AF65-F5344CB8AC3E}">
        <p14:creationId xmlns:p14="http://schemas.microsoft.com/office/powerpoint/2010/main" val="2971983420"/>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FA5897-1ECD-873E-84D3-41BFF8AF3FEE}"/>
              </a:ext>
            </a:extLst>
          </p:cNvPr>
          <p:cNvSpPr txBox="1">
            <a:spLocks noGrp="1"/>
          </p:cNvSpPr>
          <p:nvPr>
            <p:ph type="title"/>
          </p:nvPr>
        </p:nvSpPr>
        <p:spPr>
          <a:xfrm>
            <a:off x="839784" y="365129"/>
            <a:ext cx="10515600" cy="1325559"/>
          </a:xfrm>
        </p:spPr>
        <p:txBody>
          <a:bodyPr/>
          <a:lstStyle>
            <a:lvl1pPr>
              <a:defRPr/>
            </a:lvl1pPr>
          </a:lstStyle>
          <a:p>
            <a:pPr lvl="0"/>
            <a:r>
              <a:rPr lang="en-US"/>
              <a:t>Click to edit Master title style</a:t>
            </a:r>
            <a:endParaRPr lang="en-IN"/>
          </a:p>
        </p:txBody>
      </p:sp>
      <p:sp>
        <p:nvSpPr>
          <p:cNvPr id="3" name="Text Placeholder 2">
            <a:extLst>
              <a:ext uri="{FF2B5EF4-FFF2-40B4-BE49-F238E27FC236}">
                <a16:creationId xmlns:a16="http://schemas.microsoft.com/office/drawing/2014/main" id="{33ECCF8A-8FFE-B9BF-52CE-5454D38EEAFA}"/>
              </a:ext>
            </a:extLst>
          </p:cNvPr>
          <p:cNvSpPr txBox="1">
            <a:spLocks noGrp="1"/>
          </p:cNvSpPr>
          <p:nvPr>
            <p:ph type="body" idx="1"/>
          </p:nvPr>
        </p:nvSpPr>
        <p:spPr>
          <a:xfrm>
            <a:off x="839784" y="1681160"/>
            <a:ext cx="5157782" cy="823910"/>
          </a:xfrm>
        </p:spPr>
        <p:txBody>
          <a:bodyPr anchor="b"/>
          <a:lstStyle>
            <a:lvl1pPr marL="0" indent="0">
              <a:buNone/>
              <a:defRPr sz="2400" b="1"/>
            </a:lvl1pPr>
          </a:lstStyle>
          <a:p>
            <a:pPr lvl="0"/>
            <a:r>
              <a:rPr lang="en-US"/>
              <a:t>Click to edit Master text styles</a:t>
            </a:r>
          </a:p>
        </p:txBody>
      </p:sp>
      <p:sp>
        <p:nvSpPr>
          <p:cNvPr id="4" name="Content Placeholder 3">
            <a:extLst>
              <a:ext uri="{FF2B5EF4-FFF2-40B4-BE49-F238E27FC236}">
                <a16:creationId xmlns:a16="http://schemas.microsoft.com/office/drawing/2014/main" id="{7080B978-03DA-B019-265D-0BAE53546179}"/>
              </a:ext>
            </a:extLst>
          </p:cNvPr>
          <p:cNvSpPr txBox="1">
            <a:spLocks noGrp="1"/>
          </p:cNvSpPr>
          <p:nvPr>
            <p:ph idx="2"/>
          </p:nvPr>
        </p:nvSpPr>
        <p:spPr>
          <a:xfrm>
            <a:off x="839784" y="2505071"/>
            <a:ext cx="5157782" cy="3684583"/>
          </a:xfrm>
        </p:spPr>
        <p:txBody>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2011E5E9-54B5-1CB7-85AA-72865A708F4F}"/>
              </a:ext>
            </a:extLst>
          </p:cNvPr>
          <p:cNvSpPr txBox="1">
            <a:spLocks noGrp="1"/>
          </p:cNvSpPr>
          <p:nvPr>
            <p:ph type="body" idx="3"/>
          </p:nvPr>
        </p:nvSpPr>
        <p:spPr>
          <a:xfrm>
            <a:off x="6172200" y="1681160"/>
            <a:ext cx="5183184" cy="823910"/>
          </a:xfrm>
        </p:spPr>
        <p:txBody>
          <a:bodyPr anchor="b"/>
          <a:lstStyle>
            <a:lvl1pPr marL="0" indent="0">
              <a:buNone/>
              <a:defRPr sz="2400" b="1"/>
            </a:lvl1pPr>
          </a:lstStyle>
          <a:p>
            <a:pPr lvl="0"/>
            <a:r>
              <a:rPr lang="en-US"/>
              <a:t>Click to edit Master text styles</a:t>
            </a:r>
          </a:p>
        </p:txBody>
      </p:sp>
      <p:sp>
        <p:nvSpPr>
          <p:cNvPr id="6" name="Content Placeholder 5">
            <a:extLst>
              <a:ext uri="{FF2B5EF4-FFF2-40B4-BE49-F238E27FC236}">
                <a16:creationId xmlns:a16="http://schemas.microsoft.com/office/drawing/2014/main" id="{9F48F26A-AB96-0F7E-6D39-692237F77A55}"/>
              </a:ext>
            </a:extLst>
          </p:cNvPr>
          <p:cNvSpPr txBox="1">
            <a:spLocks noGrp="1"/>
          </p:cNvSpPr>
          <p:nvPr>
            <p:ph idx="4"/>
          </p:nvPr>
        </p:nvSpPr>
        <p:spPr>
          <a:xfrm>
            <a:off x="6172200" y="2505071"/>
            <a:ext cx="5183184" cy="3684583"/>
          </a:xfrm>
        </p:spPr>
        <p:txBody>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Tree>
    <p:extLst>
      <p:ext uri="{BB962C8B-B14F-4D97-AF65-F5344CB8AC3E}">
        <p14:creationId xmlns:p14="http://schemas.microsoft.com/office/powerpoint/2010/main" val="4127401766"/>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62DE27-564F-909C-2474-F9B9D491ABE6}"/>
              </a:ext>
            </a:extLst>
          </p:cNvPr>
          <p:cNvSpPr txBox="1">
            <a:spLocks noGrp="1"/>
          </p:cNvSpPr>
          <p:nvPr>
            <p:ph type="title"/>
          </p:nvPr>
        </p:nvSpPr>
        <p:spPr/>
        <p:txBody>
          <a:bodyPr/>
          <a:lstStyle>
            <a:lvl1pPr>
              <a:defRPr/>
            </a:lvl1pPr>
          </a:lstStyle>
          <a:p>
            <a:pPr lvl="0"/>
            <a:r>
              <a:rPr lang="en-US"/>
              <a:t>Click to edit Master title style</a:t>
            </a:r>
            <a:endParaRPr lang="en-IN"/>
          </a:p>
        </p:txBody>
      </p:sp>
    </p:spTree>
    <p:extLst>
      <p:ext uri="{BB962C8B-B14F-4D97-AF65-F5344CB8AC3E}">
        <p14:creationId xmlns:p14="http://schemas.microsoft.com/office/powerpoint/2010/main" val="3071036298"/>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104720555"/>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2C1298-7628-BFDD-D448-3ED5060CF335}"/>
              </a:ext>
            </a:extLst>
          </p:cNvPr>
          <p:cNvSpPr txBox="1">
            <a:spLocks noGrp="1"/>
          </p:cNvSpPr>
          <p:nvPr>
            <p:ph type="title"/>
          </p:nvPr>
        </p:nvSpPr>
        <p:spPr>
          <a:xfrm>
            <a:off x="839784" y="457200"/>
            <a:ext cx="3932240" cy="1600200"/>
          </a:xfrm>
        </p:spPr>
        <p:txBody>
          <a:bodyPr anchor="b"/>
          <a:lstStyle>
            <a:lvl1pPr>
              <a:defRPr sz="3200"/>
            </a:lvl1pPr>
          </a:lstStyle>
          <a:p>
            <a:pPr lvl="0"/>
            <a:r>
              <a:rPr lang="en-US"/>
              <a:t>Click to edit Master title style</a:t>
            </a:r>
            <a:endParaRPr lang="en-IN"/>
          </a:p>
        </p:txBody>
      </p:sp>
      <p:sp>
        <p:nvSpPr>
          <p:cNvPr id="3" name="Content Placeholder 2">
            <a:extLst>
              <a:ext uri="{FF2B5EF4-FFF2-40B4-BE49-F238E27FC236}">
                <a16:creationId xmlns:a16="http://schemas.microsoft.com/office/drawing/2014/main" id="{5625A0D2-6B79-78A9-264D-4051A8817D0E}"/>
              </a:ext>
            </a:extLst>
          </p:cNvPr>
          <p:cNvSpPr txBox="1">
            <a:spLocks noGrp="1"/>
          </p:cNvSpPr>
          <p:nvPr>
            <p:ph idx="1"/>
          </p:nvPr>
        </p:nvSpPr>
        <p:spPr>
          <a:xfrm>
            <a:off x="5183184" y="987423"/>
            <a:ext cx="6172200" cy="4873623"/>
          </a:xfrm>
        </p:spPr>
        <p:txBody>
          <a:bodyPr/>
          <a:lstStyle>
            <a:lvl1pPr>
              <a:defRPr sz="3200"/>
            </a:lvl1pPr>
            <a:lvl2pPr>
              <a:defRPr sz="2800"/>
            </a:lvl2pPr>
            <a:lvl3pPr>
              <a:defRPr sz="2400"/>
            </a:lvl3pPr>
            <a:lvl4pPr>
              <a:defRPr sz="2000"/>
            </a:lvl4pPr>
            <a:lvl5pPr>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317D71C3-71E0-D242-A6AD-90036E7E37A7}"/>
              </a:ext>
            </a:extLst>
          </p:cNvPr>
          <p:cNvSpPr txBox="1">
            <a:spLocks noGrp="1"/>
          </p:cNvSpPr>
          <p:nvPr>
            <p:ph type="body" idx="2"/>
          </p:nvPr>
        </p:nvSpPr>
        <p:spPr>
          <a:xfrm>
            <a:off x="839784" y="2057400"/>
            <a:ext cx="3932240" cy="3811584"/>
          </a:xfrm>
        </p:spPr>
        <p:txBody>
          <a:bodyPr/>
          <a:lstStyle>
            <a:lvl1pPr marL="0" indent="0">
              <a:buNone/>
              <a:defRPr sz="1600"/>
            </a:lvl1pPr>
          </a:lstStyle>
          <a:p>
            <a:pPr lvl="0"/>
            <a:r>
              <a:rPr lang="en-US"/>
              <a:t>Click to edit Master text styles</a:t>
            </a:r>
          </a:p>
        </p:txBody>
      </p:sp>
      <p:sp>
        <p:nvSpPr>
          <p:cNvPr id="5" name="Date Placeholder 4">
            <a:extLst>
              <a:ext uri="{FF2B5EF4-FFF2-40B4-BE49-F238E27FC236}">
                <a16:creationId xmlns:a16="http://schemas.microsoft.com/office/drawing/2014/main" id="{07CA37B5-D886-E370-2885-12BA7BE9BDEE}"/>
              </a:ext>
            </a:extLst>
          </p:cNvPr>
          <p:cNvSpPr txBox="1">
            <a:spLocks noGrp="1"/>
          </p:cNvSpPr>
          <p:nvPr>
            <p:ph type="dt" sz="half" idx="7"/>
          </p:nvPr>
        </p:nvSpPr>
        <p:spPr/>
        <p:txBody>
          <a:bodyPr/>
          <a:lstStyle>
            <a:lvl1pPr>
              <a:defRPr/>
            </a:lvl1pPr>
          </a:lstStyle>
          <a:p>
            <a:pPr lvl="0"/>
            <a:endParaRPr lang="en-IN"/>
          </a:p>
        </p:txBody>
      </p:sp>
      <p:sp>
        <p:nvSpPr>
          <p:cNvPr id="6" name="Footer Placeholder 5">
            <a:extLst>
              <a:ext uri="{FF2B5EF4-FFF2-40B4-BE49-F238E27FC236}">
                <a16:creationId xmlns:a16="http://schemas.microsoft.com/office/drawing/2014/main" id="{F9FD2DA2-D24D-6A82-7B14-AE6FABFF30D9}"/>
              </a:ext>
            </a:extLst>
          </p:cNvPr>
          <p:cNvSpPr txBox="1">
            <a:spLocks noGrp="1"/>
          </p:cNvSpPr>
          <p:nvPr>
            <p:ph type="ftr" sz="quarter" idx="9"/>
          </p:nvPr>
        </p:nvSpPr>
        <p:spPr/>
        <p:txBody>
          <a:bodyPr/>
          <a:lstStyle>
            <a:lvl1pPr>
              <a:defRPr/>
            </a:lvl1pPr>
          </a:lstStyle>
          <a:p>
            <a:pPr lvl="0"/>
            <a:endParaRPr lang="en-IN"/>
          </a:p>
        </p:txBody>
      </p:sp>
      <p:sp>
        <p:nvSpPr>
          <p:cNvPr id="7" name="Slide Number Placeholder 6">
            <a:extLst>
              <a:ext uri="{FF2B5EF4-FFF2-40B4-BE49-F238E27FC236}">
                <a16:creationId xmlns:a16="http://schemas.microsoft.com/office/drawing/2014/main" id="{E05E9A08-69FE-3525-F234-68C458DA827A}"/>
              </a:ext>
            </a:extLst>
          </p:cNvPr>
          <p:cNvSpPr txBox="1">
            <a:spLocks noGrp="1"/>
          </p:cNvSpPr>
          <p:nvPr>
            <p:ph type="sldNum" sz="quarter" idx="8"/>
          </p:nvPr>
        </p:nvSpPr>
        <p:spPr/>
        <p:txBody>
          <a:bodyPr/>
          <a:lstStyle>
            <a:lvl1pPr>
              <a:defRPr/>
            </a:lvl1pPr>
          </a:lstStyle>
          <a:p>
            <a:pPr lvl="0"/>
            <a:fld id="{AE1850F8-7832-4952-B4BD-14C3E99DE1D8}" type="slidenum">
              <a:t>‹#›</a:t>
            </a:fld>
            <a:endParaRPr lang="en-IN"/>
          </a:p>
        </p:txBody>
      </p:sp>
    </p:spTree>
    <p:extLst>
      <p:ext uri="{BB962C8B-B14F-4D97-AF65-F5344CB8AC3E}">
        <p14:creationId xmlns:p14="http://schemas.microsoft.com/office/powerpoint/2010/main" val="2343080886"/>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0382B1-7FB7-0AD0-C6A5-0AB70BAF624C}"/>
              </a:ext>
            </a:extLst>
          </p:cNvPr>
          <p:cNvSpPr txBox="1">
            <a:spLocks noGrp="1"/>
          </p:cNvSpPr>
          <p:nvPr>
            <p:ph type="title"/>
          </p:nvPr>
        </p:nvSpPr>
        <p:spPr>
          <a:xfrm>
            <a:off x="839784" y="457200"/>
            <a:ext cx="3932240" cy="1600200"/>
          </a:xfrm>
        </p:spPr>
        <p:txBody>
          <a:bodyPr anchor="b"/>
          <a:lstStyle>
            <a:lvl1pPr>
              <a:defRPr sz="3200"/>
            </a:lvl1pPr>
          </a:lstStyle>
          <a:p>
            <a:pPr lvl="0"/>
            <a:r>
              <a:rPr lang="en-US"/>
              <a:t>Click to edit Master title style</a:t>
            </a:r>
            <a:endParaRPr lang="en-IN"/>
          </a:p>
        </p:txBody>
      </p:sp>
      <p:sp>
        <p:nvSpPr>
          <p:cNvPr id="3" name="Picture Placeholder 2">
            <a:extLst>
              <a:ext uri="{FF2B5EF4-FFF2-40B4-BE49-F238E27FC236}">
                <a16:creationId xmlns:a16="http://schemas.microsoft.com/office/drawing/2014/main" id="{72F0B88E-3309-371B-8826-D39EB1724CD8}"/>
              </a:ext>
            </a:extLst>
          </p:cNvPr>
          <p:cNvSpPr txBox="1">
            <a:spLocks noGrp="1"/>
          </p:cNvSpPr>
          <p:nvPr>
            <p:ph type="pic" idx="1"/>
          </p:nvPr>
        </p:nvSpPr>
        <p:spPr>
          <a:xfrm>
            <a:off x="5183184" y="987423"/>
            <a:ext cx="6172200" cy="4873623"/>
          </a:xfrm>
        </p:spPr>
        <p:txBody>
          <a:bodyPr/>
          <a:lstStyle>
            <a:lvl1pPr marL="0" indent="0">
              <a:buNone/>
              <a:defRPr lang="en-IN" sz="3200"/>
            </a:lvl1pPr>
          </a:lstStyle>
          <a:p>
            <a:pPr lvl="0"/>
            <a:endParaRPr lang="en-IN"/>
          </a:p>
        </p:txBody>
      </p:sp>
      <p:sp>
        <p:nvSpPr>
          <p:cNvPr id="4" name="Text Placeholder 3">
            <a:extLst>
              <a:ext uri="{FF2B5EF4-FFF2-40B4-BE49-F238E27FC236}">
                <a16:creationId xmlns:a16="http://schemas.microsoft.com/office/drawing/2014/main" id="{50B053A5-672B-38C1-1923-B1F2ACB1B65A}"/>
              </a:ext>
            </a:extLst>
          </p:cNvPr>
          <p:cNvSpPr txBox="1">
            <a:spLocks noGrp="1"/>
          </p:cNvSpPr>
          <p:nvPr>
            <p:ph type="body" idx="2"/>
          </p:nvPr>
        </p:nvSpPr>
        <p:spPr>
          <a:xfrm>
            <a:off x="839784" y="2057400"/>
            <a:ext cx="3932240" cy="3811584"/>
          </a:xfrm>
        </p:spPr>
        <p:txBody>
          <a:bodyPr/>
          <a:lstStyle>
            <a:lvl1pPr marL="0" indent="0">
              <a:buNone/>
              <a:defRPr sz="1600"/>
            </a:lvl1pPr>
          </a:lstStyle>
          <a:p>
            <a:pPr lvl="0"/>
            <a:r>
              <a:rPr lang="en-US"/>
              <a:t>Click to edit Master text styles</a:t>
            </a:r>
          </a:p>
        </p:txBody>
      </p:sp>
    </p:spTree>
    <p:extLst>
      <p:ext uri="{BB962C8B-B14F-4D97-AF65-F5344CB8AC3E}">
        <p14:creationId xmlns:p14="http://schemas.microsoft.com/office/powerpoint/2010/main" val="129856987"/>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C1B396-7FE9-DBA8-015B-F373BB56C74D}"/>
              </a:ext>
            </a:extLst>
          </p:cNvPr>
          <p:cNvSpPr txBox="1">
            <a:spLocks noGrp="1"/>
          </p:cNvSpPr>
          <p:nvPr>
            <p:ph type="title"/>
          </p:nvPr>
        </p:nvSpPr>
        <p:spPr/>
        <p:txBody>
          <a:bodyPr/>
          <a:lstStyle>
            <a:lvl1pPr>
              <a:defRPr/>
            </a:lvl1pPr>
          </a:lstStyle>
          <a:p>
            <a:pPr lvl="0"/>
            <a:r>
              <a:rPr lang="en-US"/>
              <a:t>Click to edit Master title style</a:t>
            </a:r>
            <a:endParaRPr lang="en-IN"/>
          </a:p>
        </p:txBody>
      </p:sp>
      <p:sp>
        <p:nvSpPr>
          <p:cNvPr id="3" name="Vertical Text Placeholder 2">
            <a:extLst>
              <a:ext uri="{FF2B5EF4-FFF2-40B4-BE49-F238E27FC236}">
                <a16:creationId xmlns:a16="http://schemas.microsoft.com/office/drawing/2014/main" id="{A8618F8A-332B-1E08-CA2B-8890CB0E4CFA}"/>
              </a:ext>
            </a:extLst>
          </p:cNvPr>
          <p:cNvSpPr txBox="1">
            <a:spLocks noGrp="1"/>
          </p:cNvSpPr>
          <p:nvPr>
            <p:ph type="body" orient="vert" idx="1"/>
          </p:nvPr>
        </p:nvSpPr>
        <p:spPr/>
        <p:txBody>
          <a:bodyPr vert="eaVert"/>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Tree>
    <p:extLst>
      <p:ext uri="{BB962C8B-B14F-4D97-AF65-F5344CB8AC3E}">
        <p14:creationId xmlns:p14="http://schemas.microsoft.com/office/powerpoint/2010/main" val="658133081"/>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C45EEB9-6A47-2E58-EC44-0FA558BC00EC}"/>
              </a:ext>
            </a:extLst>
          </p:cNvPr>
          <p:cNvSpPr txBox="1">
            <a:spLocks noGrp="1"/>
          </p:cNvSpPr>
          <p:nvPr>
            <p:ph type="title" orient="vert"/>
          </p:nvPr>
        </p:nvSpPr>
        <p:spPr>
          <a:xfrm>
            <a:off x="8724903" y="365129"/>
            <a:ext cx="2628899" cy="5811834"/>
          </a:xfrm>
        </p:spPr>
        <p:txBody>
          <a:bodyPr vert="eaVert"/>
          <a:lstStyle>
            <a:lvl1pPr>
              <a:defRPr/>
            </a:lvl1pPr>
          </a:lstStyle>
          <a:p>
            <a:pPr lvl="0"/>
            <a:r>
              <a:rPr lang="en-US"/>
              <a:t>Click to edit Master title style</a:t>
            </a:r>
            <a:endParaRPr lang="en-IN"/>
          </a:p>
        </p:txBody>
      </p:sp>
      <p:sp>
        <p:nvSpPr>
          <p:cNvPr id="3" name="Vertical Text Placeholder 2">
            <a:extLst>
              <a:ext uri="{FF2B5EF4-FFF2-40B4-BE49-F238E27FC236}">
                <a16:creationId xmlns:a16="http://schemas.microsoft.com/office/drawing/2014/main" id="{9F367C5A-CAC2-FCA2-7F34-F582BBEE0267}"/>
              </a:ext>
            </a:extLst>
          </p:cNvPr>
          <p:cNvSpPr txBox="1">
            <a:spLocks noGrp="1"/>
          </p:cNvSpPr>
          <p:nvPr>
            <p:ph type="body" orient="vert" idx="1"/>
          </p:nvPr>
        </p:nvSpPr>
        <p:spPr>
          <a:xfrm>
            <a:off x="838203" y="365129"/>
            <a:ext cx="7734296" cy="5811834"/>
          </a:xfrm>
        </p:spPr>
        <p:txBody>
          <a:bodyPr vert="eaVert"/>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Tree>
    <p:extLst>
      <p:ext uri="{BB962C8B-B14F-4D97-AF65-F5344CB8AC3E}">
        <p14:creationId xmlns:p14="http://schemas.microsoft.com/office/powerpoint/2010/main" val="350170320"/>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preserve="1">
  <p:cSld name="4_Title Slide">
    <p:spTree>
      <p:nvGrpSpPr>
        <p:cNvPr id="1" name=""/>
        <p:cNvGrpSpPr/>
        <p:nvPr/>
      </p:nvGrpSpPr>
      <p:grpSpPr>
        <a:xfrm>
          <a:off x="0" y="0"/>
          <a:ext cx="0" cy="0"/>
          <a:chOff x="0" y="0"/>
          <a:chExt cx="0" cy="0"/>
        </a:xfrm>
      </p:grpSpPr>
      <p:sp>
        <p:nvSpPr>
          <p:cNvPr id="2" name="Freeform 5">
            <a:extLst>
              <a:ext uri="{FF2B5EF4-FFF2-40B4-BE49-F238E27FC236}">
                <a16:creationId xmlns:a16="http://schemas.microsoft.com/office/drawing/2014/main" id="{D53AEF42-15E7-649A-BE0F-3BDA462B102A}"/>
              </a:ext>
            </a:extLst>
          </p:cNvPr>
          <p:cNvSpPr/>
          <p:nvPr/>
        </p:nvSpPr>
        <p:spPr>
          <a:xfrm>
            <a:off x="-1591" y="0"/>
            <a:ext cx="9312277" cy="6858000"/>
          </a:xfrm>
          <a:custGeom>
            <a:avLst/>
            <a:gdLst>
              <a:gd name="f0" fmla="val 10800000"/>
              <a:gd name="f1" fmla="val 5400000"/>
              <a:gd name="f2" fmla="val 180"/>
              <a:gd name="f3" fmla="val w"/>
              <a:gd name="f4" fmla="val h"/>
              <a:gd name="f5" fmla="val 0"/>
              <a:gd name="f6" fmla="val 5867"/>
              <a:gd name="f7" fmla="val 4320"/>
              <a:gd name="f8" fmla="val 3187"/>
              <a:gd name="f9" fmla="val 3717"/>
              <a:gd name="f10" fmla="val 3993"/>
              <a:gd name="f11" fmla="val 4197"/>
              <a:gd name="f12" fmla="val 3574"/>
              <a:gd name="f13" fmla="val 4630"/>
              <a:gd name="f14" fmla="val 3063"/>
              <a:gd name="f15" fmla="val 5097"/>
              <a:gd name="f16" fmla="val 2509"/>
              <a:gd name="f17" fmla="val 5447"/>
              <a:gd name="f18" fmla="val 1824"/>
              <a:gd name="f19" fmla="val 5669"/>
              <a:gd name="f20" fmla="val 1003"/>
              <a:gd name="f21" fmla="val 5752"/>
              <a:gd name="f22" fmla="val 692"/>
              <a:gd name="f23" fmla="val 5818"/>
              <a:gd name="f24" fmla="val 357"/>
              <a:gd name="f25" fmla="+- 0 0 -90"/>
              <a:gd name="f26" fmla="*/ f3 1 5867"/>
              <a:gd name="f27" fmla="*/ f4 1 4320"/>
              <a:gd name="f28" fmla="+- f7 0 f5"/>
              <a:gd name="f29" fmla="+- f6 0 f5"/>
              <a:gd name="f30" fmla="*/ f25 f0 1"/>
              <a:gd name="f31" fmla="*/ f29 1 5867"/>
              <a:gd name="f32" fmla="*/ f28 1 4320"/>
              <a:gd name="f33" fmla="*/ 0 f29 1"/>
              <a:gd name="f34" fmla="*/ 0 f28 1"/>
              <a:gd name="f35" fmla="*/ 4320 f28 1"/>
              <a:gd name="f36" fmla="*/ 3187 f29 1"/>
              <a:gd name="f37" fmla="*/ 4630 f29 1"/>
              <a:gd name="f38" fmla="*/ 3063 f28 1"/>
              <a:gd name="f39" fmla="*/ 5669 f29 1"/>
              <a:gd name="f40" fmla="*/ 1003 f28 1"/>
              <a:gd name="f41" fmla="*/ 5867 f29 1"/>
              <a:gd name="f42" fmla="*/ f30 1 f2"/>
              <a:gd name="f43" fmla="*/ f33 1 5867"/>
              <a:gd name="f44" fmla="*/ f34 1 4320"/>
              <a:gd name="f45" fmla="*/ f35 1 4320"/>
              <a:gd name="f46" fmla="*/ f36 1 5867"/>
              <a:gd name="f47" fmla="*/ f37 1 5867"/>
              <a:gd name="f48" fmla="*/ f38 1 4320"/>
              <a:gd name="f49" fmla="*/ f39 1 5867"/>
              <a:gd name="f50" fmla="*/ f40 1 4320"/>
              <a:gd name="f51" fmla="*/ f41 1 5867"/>
              <a:gd name="f52" fmla="*/ 0 1 f31"/>
              <a:gd name="f53" fmla="*/ f6 1 f31"/>
              <a:gd name="f54" fmla="*/ 0 1 f32"/>
              <a:gd name="f55" fmla="*/ f7 1 f32"/>
              <a:gd name="f56" fmla="+- f42 0 f1"/>
              <a:gd name="f57" fmla="*/ f43 1 f31"/>
              <a:gd name="f58" fmla="*/ f44 1 f32"/>
              <a:gd name="f59" fmla="*/ f45 1 f32"/>
              <a:gd name="f60" fmla="*/ f46 1 f31"/>
              <a:gd name="f61" fmla="*/ f47 1 f31"/>
              <a:gd name="f62" fmla="*/ f48 1 f32"/>
              <a:gd name="f63" fmla="*/ f49 1 f31"/>
              <a:gd name="f64" fmla="*/ f50 1 f32"/>
              <a:gd name="f65" fmla="*/ f51 1 f31"/>
              <a:gd name="f66" fmla="*/ f52 f26 1"/>
              <a:gd name="f67" fmla="*/ f53 f26 1"/>
              <a:gd name="f68" fmla="*/ f55 f27 1"/>
              <a:gd name="f69" fmla="*/ f54 f27 1"/>
              <a:gd name="f70" fmla="*/ f57 f26 1"/>
              <a:gd name="f71" fmla="*/ f58 f27 1"/>
              <a:gd name="f72" fmla="*/ f59 f27 1"/>
              <a:gd name="f73" fmla="*/ f60 f26 1"/>
              <a:gd name="f74" fmla="*/ f61 f26 1"/>
              <a:gd name="f75" fmla="*/ f62 f27 1"/>
              <a:gd name="f76" fmla="*/ f63 f26 1"/>
              <a:gd name="f77" fmla="*/ f64 f27 1"/>
              <a:gd name="f78" fmla="*/ f65 f26 1"/>
            </a:gdLst>
            <a:ahLst/>
            <a:cxnLst>
              <a:cxn ang="3cd4">
                <a:pos x="hc" y="t"/>
              </a:cxn>
              <a:cxn ang="0">
                <a:pos x="r" y="vc"/>
              </a:cxn>
              <a:cxn ang="cd4">
                <a:pos x="hc" y="b"/>
              </a:cxn>
              <a:cxn ang="cd2">
                <a:pos x="l" y="vc"/>
              </a:cxn>
              <a:cxn ang="f56">
                <a:pos x="f70" y="f71"/>
              </a:cxn>
              <a:cxn ang="f56">
                <a:pos x="f70" y="f72"/>
              </a:cxn>
              <a:cxn ang="f56">
                <a:pos x="f73" y="f72"/>
              </a:cxn>
              <a:cxn ang="f56">
                <a:pos x="f74" y="f75"/>
              </a:cxn>
              <a:cxn ang="f56">
                <a:pos x="f76" y="f77"/>
              </a:cxn>
              <a:cxn ang="f56">
                <a:pos x="f78" y="f71"/>
              </a:cxn>
              <a:cxn ang="f56">
                <a:pos x="f70" y="f71"/>
              </a:cxn>
            </a:cxnLst>
            <a:rect l="f66" t="f69" r="f67" b="f68"/>
            <a:pathLst>
              <a:path w="5867" h="4320">
                <a:moveTo>
                  <a:pt x="f5" y="f5"/>
                </a:moveTo>
                <a:cubicBezTo>
                  <a:pt x="f5" y="f7"/>
                  <a:pt x="f5" y="f7"/>
                  <a:pt x="f5" y="f7"/>
                </a:cubicBezTo>
                <a:cubicBezTo>
                  <a:pt x="f8" y="f7"/>
                  <a:pt x="f8" y="f7"/>
                  <a:pt x="f8" y="f7"/>
                </a:cubicBezTo>
                <a:cubicBezTo>
                  <a:pt x="f9" y="f10"/>
                  <a:pt x="f11" y="f12"/>
                  <a:pt x="f13" y="f14"/>
                </a:cubicBezTo>
                <a:cubicBezTo>
                  <a:pt x="f15" y="f16"/>
                  <a:pt x="f17" y="f18"/>
                  <a:pt x="f19" y="f20"/>
                </a:cubicBezTo>
                <a:cubicBezTo>
                  <a:pt x="f21" y="f22"/>
                  <a:pt x="f23" y="f24"/>
                  <a:pt x="f6" y="f5"/>
                </a:cubicBezTo>
                <a:lnTo>
                  <a:pt x="f5" y="f5"/>
                </a:lnTo>
                <a:close/>
              </a:path>
            </a:pathLst>
          </a:custGeom>
          <a:solidFill>
            <a:srgbClr val="00667D"/>
          </a:solidFill>
          <a:ln cap="flat">
            <a:noFill/>
            <a:prstDash val="solid"/>
          </a:ln>
        </p:spPr>
        <p:txBody>
          <a:bodyPr vert="horz" wrap="square" lIns="91440" tIns="45720" rIns="91440" bIns="4572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IE" sz="1800" b="0" i="0" u="none" strike="noStrike" kern="1200" cap="none" spc="0" baseline="0">
              <a:solidFill>
                <a:srgbClr val="000000"/>
              </a:solidFill>
              <a:uFillTx/>
              <a:latin typeface="Aptos"/>
            </a:endParaRPr>
          </a:p>
        </p:txBody>
      </p:sp>
    </p:spTree>
    <p:extLst>
      <p:ext uri="{BB962C8B-B14F-4D97-AF65-F5344CB8AC3E}">
        <p14:creationId xmlns:p14="http://schemas.microsoft.com/office/powerpoint/2010/main" val="2455129793"/>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showMasterSp="0" preserve="1">
  <p:cSld name="5_Title and Content">
    <p:spTree>
      <p:nvGrpSpPr>
        <p:cNvPr id="1" name=""/>
        <p:cNvGrpSpPr/>
        <p:nvPr/>
      </p:nvGrpSpPr>
      <p:grpSpPr>
        <a:xfrm>
          <a:off x="0" y="0"/>
          <a:ext cx="0" cy="0"/>
          <a:chOff x="0" y="0"/>
          <a:chExt cx="0" cy="0"/>
        </a:xfrm>
      </p:grpSpPr>
    </p:spTree>
    <p:extLst>
      <p:ext uri="{BB962C8B-B14F-4D97-AF65-F5344CB8AC3E}">
        <p14:creationId xmlns:p14="http://schemas.microsoft.com/office/powerpoint/2010/main" val="1971745154"/>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showMasterSp="0" preserve="1">
  <p:cSld name="Title Slide">
    <p:spTree>
      <p:nvGrpSpPr>
        <p:cNvPr id="1" name=""/>
        <p:cNvGrpSpPr/>
        <p:nvPr/>
      </p:nvGrpSpPr>
      <p:grpSpPr>
        <a:xfrm>
          <a:off x="0" y="0"/>
          <a:ext cx="0" cy="0"/>
          <a:chOff x="0" y="0"/>
          <a:chExt cx="0" cy="0"/>
        </a:xfrm>
      </p:grpSpPr>
      <p:pic>
        <p:nvPicPr>
          <p:cNvPr id="2" name="Picture 12">
            <a:extLst>
              <a:ext uri="{FF2B5EF4-FFF2-40B4-BE49-F238E27FC236}">
                <a16:creationId xmlns:a16="http://schemas.microsoft.com/office/drawing/2014/main" id="{3CC45D23-C112-4CD7-62D5-4A6E79A16513}"/>
              </a:ext>
            </a:extLst>
          </p:cNvPr>
          <p:cNvPicPr>
            <a:picLocks noChangeAspect="1"/>
          </p:cNvPicPr>
          <p:nvPr/>
        </p:nvPicPr>
        <p:blipFill>
          <a:blip r:embed="rId2"/>
          <a:stretch>
            <a:fillRect/>
          </a:stretch>
        </p:blipFill>
        <p:spPr>
          <a:xfrm>
            <a:off x="0" y="0"/>
            <a:ext cx="9308985" cy="6858000"/>
          </a:xfrm>
          <a:prstGeom prst="rect">
            <a:avLst/>
          </a:prstGeom>
          <a:noFill/>
          <a:ln cap="flat">
            <a:noFill/>
          </a:ln>
        </p:spPr>
      </p:pic>
      <p:sp>
        <p:nvSpPr>
          <p:cNvPr id="3" name="Title 1">
            <a:extLst>
              <a:ext uri="{FF2B5EF4-FFF2-40B4-BE49-F238E27FC236}">
                <a16:creationId xmlns:a16="http://schemas.microsoft.com/office/drawing/2014/main" id="{636CA3EB-8B7D-F2D9-5F80-59E1BB963205}"/>
              </a:ext>
            </a:extLst>
          </p:cNvPr>
          <p:cNvSpPr txBox="1">
            <a:spLocks noGrp="1"/>
          </p:cNvSpPr>
          <p:nvPr>
            <p:ph type="title"/>
          </p:nvPr>
        </p:nvSpPr>
        <p:spPr>
          <a:xfrm>
            <a:off x="631594" y="436561"/>
            <a:ext cx="5064349" cy="2482852"/>
          </a:xfrm>
        </p:spPr>
        <p:txBody>
          <a:bodyPr anchor="b"/>
          <a:lstStyle>
            <a:lvl1pPr>
              <a:lnSpc>
                <a:spcPct val="85000"/>
              </a:lnSpc>
              <a:defRPr sz="4400"/>
            </a:lvl1pPr>
          </a:lstStyle>
          <a:p>
            <a:pPr lvl="0"/>
            <a:r>
              <a:rPr lang="en-US"/>
              <a:t>Click to edit Master title style</a:t>
            </a:r>
            <a:endParaRPr lang="en-IE"/>
          </a:p>
        </p:txBody>
      </p:sp>
      <p:sp>
        <p:nvSpPr>
          <p:cNvPr id="4" name="Subtitle 2">
            <a:extLst>
              <a:ext uri="{FF2B5EF4-FFF2-40B4-BE49-F238E27FC236}">
                <a16:creationId xmlns:a16="http://schemas.microsoft.com/office/drawing/2014/main" id="{3F1AB2C8-8615-D21C-243F-5F34F55C769F}"/>
              </a:ext>
            </a:extLst>
          </p:cNvPr>
          <p:cNvSpPr txBox="1">
            <a:spLocks noGrp="1"/>
          </p:cNvSpPr>
          <p:nvPr>
            <p:ph type="subTitle" idx="4294967295"/>
          </p:nvPr>
        </p:nvSpPr>
        <p:spPr>
          <a:xfrm>
            <a:off x="631594" y="3257550"/>
            <a:ext cx="5064349" cy="385767"/>
          </a:xfrm>
        </p:spPr>
        <p:txBody>
          <a:bodyPr>
            <a:noAutofit/>
          </a:bodyPr>
          <a:lstStyle>
            <a:lvl1pPr marL="0" indent="0">
              <a:buNone/>
              <a:defRPr b="1">
                <a:solidFill>
                  <a:srgbClr val="00667D"/>
                </a:solidFill>
              </a:defRPr>
            </a:lvl1pPr>
          </a:lstStyle>
          <a:p>
            <a:pPr lvl="0"/>
            <a:r>
              <a:rPr lang="en-US"/>
              <a:t>Click to edit Master subtitle style</a:t>
            </a:r>
            <a:endParaRPr lang="en-IE"/>
          </a:p>
        </p:txBody>
      </p:sp>
      <p:sp>
        <p:nvSpPr>
          <p:cNvPr id="7" name="Text Placeholder 10">
            <a:extLst>
              <a:ext uri="{FF2B5EF4-FFF2-40B4-BE49-F238E27FC236}">
                <a16:creationId xmlns:a16="http://schemas.microsoft.com/office/drawing/2014/main" id="{26EDFD50-C74E-C5A3-69E8-3B0FAC282308}"/>
              </a:ext>
            </a:extLst>
          </p:cNvPr>
          <p:cNvSpPr txBox="1">
            <a:spLocks noGrp="1"/>
          </p:cNvSpPr>
          <p:nvPr>
            <p:ph type="body" idx="4294967295"/>
          </p:nvPr>
        </p:nvSpPr>
        <p:spPr>
          <a:xfrm>
            <a:off x="631822" y="3657600"/>
            <a:ext cx="5064120" cy="1228725"/>
          </a:xfrm>
        </p:spPr>
        <p:txBody>
          <a:bodyPr>
            <a:noAutofit/>
          </a:bodyPr>
          <a:lstStyle>
            <a:lvl1pPr marL="0" indent="0">
              <a:spcBef>
                <a:spcPts val="0"/>
              </a:spcBef>
              <a:buNone/>
              <a:defRPr b="1">
                <a:solidFill>
                  <a:srgbClr val="FFFFFF"/>
                </a:solidFill>
              </a:defRPr>
            </a:lvl1pPr>
          </a:lstStyle>
          <a:p>
            <a:pPr lvl="0"/>
            <a:r>
              <a:rPr lang="en-US"/>
              <a:t>Edit Master text styles</a:t>
            </a:r>
          </a:p>
        </p:txBody>
      </p:sp>
      <p:pic>
        <p:nvPicPr>
          <p:cNvPr id="8" name="Picture 13">
            <a:extLst>
              <a:ext uri="{FF2B5EF4-FFF2-40B4-BE49-F238E27FC236}">
                <a16:creationId xmlns:a16="http://schemas.microsoft.com/office/drawing/2014/main" id="{A1A0F650-68B9-562D-8D12-B3A867861C9D}"/>
              </a:ext>
            </a:extLst>
          </p:cNvPr>
          <p:cNvPicPr>
            <a:picLocks noChangeAspect="1"/>
          </p:cNvPicPr>
          <p:nvPr/>
        </p:nvPicPr>
        <p:blipFill>
          <a:blip r:embed="rId3"/>
          <a:stretch>
            <a:fillRect/>
          </a:stretch>
        </p:blipFill>
        <p:spPr>
          <a:xfrm>
            <a:off x="631594" y="6232843"/>
            <a:ext cx="1677603" cy="111840"/>
          </a:xfrm>
          <a:prstGeom prst="rect">
            <a:avLst/>
          </a:prstGeom>
          <a:noFill/>
          <a:ln cap="flat">
            <a:noFill/>
          </a:ln>
        </p:spPr>
      </p:pic>
    </p:spTree>
    <p:extLst>
      <p:ext uri="{BB962C8B-B14F-4D97-AF65-F5344CB8AC3E}">
        <p14:creationId xmlns:p14="http://schemas.microsoft.com/office/powerpoint/2010/main" val="1478012269"/>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preserve="1">
  <p:cSld name="1_Title Slide">
    <p:spTree>
      <p:nvGrpSpPr>
        <p:cNvPr id="1" name=""/>
        <p:cNvGrpSpPr/>
        <p:nvPr/>
      </p:nvGrpSpPr>
      <p:grpSpPr>
        <a:xfrm>
          <a:off x="0" y="0"/>
          <a:ext cx="0" cy="0"/>
          <a:chOff x="0" y="0"/>
          <a:chExt cx="0" cy="0"/>
        </a:xfrm>
      </p:grpSpPr>
      <p:sp>
        <p:nvSpPr>
          <p:cNvPr id="2" name="Freeform 5">
            <a:extLst>
              <a:ext uri="{FF2B5EF4-FFF2-40B4-BE49-F238E27FC236}">
                <a16:creationId xmlns:a16="http://schemas.microsoft.com/office/drawing/2014/main" id="{6A1F6C06-3DAF-30D4-CED4-9CD4BC33DD72}"/>
              </a:ext>
            </a:extLst>
          </p:cNvPr>
          <p:cNvSpPr/>
          <p:nvPr/>
        </p:nvSpPr>
        <p:spPr>
          <a:xfrm>
            <a:off x="-1591" y="0"/>
            <a:ext cx="9312277" cy="6858000"/>
          </a:xfrm>
          <a:custGeom>
            <a:avLst/>
            <a:gdLst>
              <a:gd name="f0" fmla="val 10800000"/>
              <a:gd name="f1" fmla="val 5400000"/>
              <a:gd name="f2" fmla="val 180"/>
              <a:gd name="f3" fmla="val w"/>
              <a:gd name="f4" fmla="val h"/>
              <a:gd name="f5" fmla="val 0"/>
              <a:gd name="f6" fmla="val 5867"/>
              <a:gd name="f7" fmla="val 4320"/>
              <a:gd name="f8" fmla="val 3187"/>
              <a:gd name="f9" fmla="val 3717"/>
              <a:gd name="f10" fmla="val 3993"/>
              <a:gd name="f11" fmla="val 4197"/>
              <a:gd name="f12" fmla="val 3574"/>
              <a:gd name="f13" fmla="val 4630"/>
              <a:gd name="f14" fmla="val 3063"/>
              <a:gd name="f15" fmla="val 5097"/>
              <a:gd name="f16" fmla="val 2509"/>
              <a:gd name="f17" fmla="val 5447"/>
              <a:gd name="f18" fmla="val 1824"/>
              <a:gd name="f19" fmla="val 5669"/>
              <a:gd name="f20" fmla="val 1003"/>
              <a:gd name="f21" fmla="val 5752"/>
              <a:gd name="f22" fmla="val 692"/>
              <a:gd name="f23" fmla="val 5818"/>
              <a:gd name="f24" fmla="val 357"/>
              <a:gd name="f25" fmla="+- 0 0 -90"/>
              <a:gd name="f26" fmla="*/ f3 1 5867"/>
              <a:gd name="f27" fmla="*/ f4 1 4320"/>
              <a:gd name="f28" fmla="+- f7 0 f5"/>
              <a:gd name="f29" fmla="+- f6 0 f5"/>
              <a:gd name="f30" fmla="*/ f25 f0 1"/>
              <a:gd name="f31" fmla="*/ f29 1 5867"/>
              <a:gd name="f32" fmla="*/ f28 1 4320"/>
              <a:gd name="f33" fmla="*/ 0 f29 1"/>
              <a:gd name="f34" fmla="*/ 0 f28 1"/>
              <a:gd name="f35" fmla="*/ 4320 f28 1"/>
              <a:gd name="f36" fmla="*/ 3187 f29 1"/>
              <a:gd name="f37" fmla="*/ 4630 f29 1"/>
              <a:gd name="f38" fmla="*/ 3063 f28 1"/>
              <a:gd name="f39" fmla="*/ 5669 f29 1"/>
              <a:gd name="f40" fmla="*/ 1003 f28 1"/>
              <a:gd name="f41" fmla="*/ 5867 f29 1"/>
              <a:gd name="f42" fmla="*/ f30 1 f2"/>
              <a:gd name="f43" fmla="*/ f33 1 5867"/>
              <a:gd name="f44" fmla="*/ f34 1 4320"/>
              <a:gd name="f45" fmla="*/ f35 1 4320"/>
              <a:gd name="f46" fmla="*/ f36 1 5867"/>
              <a:gd name="f47" fmla="*/ f37 1 5867"/>
              <a:gd name="f48" fmla="*/ f38 1 4320"/>
              <a:gd name="f49" fmla="*/ f39 1 5867"/>
              <a:gd name="f50" fmla="*/ f40 1 4320"/>
              <a:gd name="f51" fmla="*/ f41 1 5867"/>
              <a:gd name="f52" fmla="*/ 0 1 f31"/>
              <a:gd name="f53" fmla="*/ f6 1 f31"/>
              <a:gd name="f54" fmla="*/ 0 1 f32"/>
              <a:gd name="f55" fmla="*/ f7 1 f32"/>
              <a:gd name="f56" fmla="+- f42 0 f1"/>
              <a:gd name="f57" fmla="*/ f43 1 f31"/>
              <a:gd name="f58" fmla="*/ f44 1 f32"/>
              <a:gd name="f59" fmla="*/ f45 1 f32"/>
              <a:gd name="f60" fmla="*/ f46 1 f31"/>
              <a:gd name="f61" fmla="*/ f47 1 f31"/>
              <a:gd name="f62" fmla="*/ f48 1 f32"/>
              <a:gd name="f63" fmla="*/ f49 1 f31"/>
              <a:gd name="f64" fmla="*/ f50 1 f32"/>
              <a:gd name="f65" fmla="*/ f51 1 f31"/>
              <a:gd name="f66" fmla="*/ f52 f26 1"/>
              <a:gd name="f67" fmla="*/ f53 f26 1"/>
              <a:gd name="f68" fmla="*/ f55 f27 1"/>
              <a:gd name="f69" fmla="*/ f54 f27 1"/>
              <a:gd name="f70" fmla="*/ f57 f26 1"/>
              <a:gd name="f71" fmla="*/ f58 f27 1"/>
              <a:gd name="f72" fmla="*/ f59 f27 1"/>
              <a:gd name="f73" fmla="*/ f60 f26 1"/>
              <a:gd name="f74" fmla="*/ f61 f26 1"/>
              <a:gd name="f75" fmla="*/ f62 f27 1"/>
              <a:gd name="f76" fmla="*/ f63 f26 1"/>
              <a:gd name="f77" fmla="*/ f64 f27 1"/>
              <a:gd name="f78" fmla="*/ f65 f26 1"/>
            </a:gdLst>
            <a:ahLst/>
            <a:cxnLst>
              <a:cxn ang="3cd4">
                <a:pos x="hc" y="t"/>
              </a:cxn>
              <a:cxn ang="0">
                <a:pos x="r" y="vc"/>
              </a:cxn>
              <a:cxn ang="cd4">
                <a:pos x="hc" y="b"/>
              </a:cxn>
              <a:cxn ang="cd2">
                <a:pos x="l" y="vc"/>
              </a:cxn>
              <a:cxn ang="f56">
                <a:pos x="f70" y="f71"/>
              </a:cxn>
              <a:cxn ang="f56">
                <a:pos x="f70" y="f72"/>
              </a:cxn>
              <a:cxn ang="f56">
                <a:pos x="f73" y="f72"/>
              </a:cxn>
              <a:cxn ang="f56">
                <a:pos x="f74" y="f75"/>
              </a:cxn>
              <a:cxn ang="f56">
                <a:pos x="f76" y="f77"/>
              </a:cxn>
              <a:cxn ang="f56">
                <a:pos x="f78" y="f71"/>
              </a:cxn>
              <a:cxn ang="f56">
                <a:pos x="f70" y="f71"/>
              </a:cxn>
            </a:cxnLst>
            <a:rect l="f66" t="f69" r="f67" b="f68"/>
            <a:pathLst>
              <a:path w="5867" h="4320">
                <a:moveTo>
                  <a:pt x="f5" y="f5"/>
                </a:moveTo>
                <a:cubicBezTo>
                  <a:pt x="f5" y="f7"/>
                  <a:pt x="f5" y="f7"/>
                  <a:pt x="f5" y="f7"/>
                </a:cubicBezTo>
                <a:cubicBezTo>
                  <a:pt x="f8" y="f7"/>
                  <a:pt x="f8" y="f7"/>
                  <a:pt x="f8" y="f7"/>
                </a:cubicBezTo>
                <a:cubicBezTo>
                  <a:pt x="f9" y="f10"/>
                  <a:pt x="f11" y="f12"/>
                  <a:pt x="f13" y="f14"/>
                </a:cubicBezTo>
                <a:cubicBezTo>
                  <a:pt x="f15" y="f16"/>
                  <a:pt x="f17" y="f18"/>
                  <a:pt x="f19" y="f20"/>
                </a:cubicBezTo>
                <a:cubicBezTo>
                  <a:pt x="f21" y="f22"/>
                  <a:pt x="f23" y="f24"/>
                  <a:pt x="f6" y="f5"/>
                </a:cubicBezTo>
                <a:lnTo>
                  <a:pt x="f5" y="f5"/>
                </a:lnTo>
                <a:close/>
              </a:path>
            </a:pathLst>
          </a:custGeom>
          <a:solidFill>
            <a:srgbClr val="00667D"/>
          </a:solidFill>
          <a:ln cap="flat">
            <a:noFill/>
            <a:prstDash val="solid"/>
          </a:ln>
        </p:spPr>
        <p:txBody>
          <a:bodyPr vert="horz" wrap="square" lIns="91440" tIns="45720" rIns="91440" bIns="4572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IE" sz="1800" b="0" i="0" u="none" strike="noStrike" kern="1200" cap="none" spc="0" baseline="0">
              <a:solidFill>
                <a:srgbClr val="000000"/>
              </a:solidFill>
              <a:uFillTx/>
              <a:latin typeface="Calibri"/>
            </a:endParaRPr>
          </a:p>
        </p:txBody>
      </p:sp>
      <p:sp>
        <p:nvSpPr>
          <p:cNvPr id="3" name="Title 1">
            <a:extLst>
              <a:ext uri="{FF2B5EF4-FFF2-40B4-BE49-F238E27FC236}">
                <a16:creationId xmlns:a16="http://schemas.microsoft.com/office/drawing/2014/main" id="{64A21FE4-21AC-7C61-C60B-9B41566BD443}"/>
              </a:ext>
            </a:extLst>
          </p:cNvPr>
          <p:cNvSpPr txBox="1">
            <a:spLocks noGrp="1"/>
          </p:cNvSpPr>
          <p:nvPr>
            <p:ph type="title"/>
          </p:nvPr>
        </p:nvSpPr>
        <p:spPr>
          <a:xfrm>
            <a:off x="631594" y="436561"/>
            <a:ext cx="6416902" cy="1957849"/>
          </a:xfrm>
        </p:spPr>
        <p:txBody>
          <a:bodyPr anchor="b"/>
          <a:lstStyle>
            <a:lvl1pPr>
              <a:lnSpc>
                <a:spcPct val="85000"/>
              </a:lnSpc>
              <a:defRPr sz="4400">
                <a:solidFill>
                  <a:srgbClr val="FFFFFF"/>
                </a:solidFill>
              </a:defRPr>
            </a:lvl1pPr>
          </a:lstStyle>
          <a:p>
            <a:pPr lvl="0"/>
            <a:r>
              <a:rPr lang="en-US"/>
              <a:t>Click to edit Master title style</a:t>
            </a:r>
            <a:endParaRPr lang="en-IE"/>
          </a:p>
        </p:txBody>
      </p:sp>
      <p:sp>
        <p:nvSpPr>
          <p:cNvPr id="4" name="Subtitle 2">
            <a:extLst>
              <a:ext uri="{FF2B5EF4-FFF2-40B4-BE49-F238E27FC236}">
                <a16:creationId xmlns:a16="http://schemas.microsoft.com/office/drawing/2014/main" id="{F8107EA4-A580-208A-18B3-1347912116AD}"/>
              </a:ext>
            </a:extLst>
          </p:cNvPr>
          <p:cNvSpPr txBox="1">
            <a:spLocks noGrp="1"/>
          </p:cNvSpPr>
          <p:nvPr>
            <p:ph type="subTitle" idx="4294967295"/>
          </p:nvPr>
        </p:nvSpPr>
        <p:spPr>
          <a:xfrm>
            <a:off x="631594" y="2349495"/>
            <a:ext cx="6416902" cy="1847846"/>
          </a:xfrm>
        </p:spPr>
        <p:txBody>
          <a:bodyPr>
            <a:noAutofit/>
          </a:bodyPr>
          <a:lstStyle>
            <a:lvl1pPr marL="0" indent="0">
              <a:lnSpc>
                <a:spcPct val="85000"/>
              </a:lnSpc>
              <a:buNone/>
              <a:defRPr sz="4400">
                <a:solidFill>
                  <a:srgbClr val="FFFFFF"/>
                </a:solidFill>
              </a:defRPr>
            </a:lvl1pPr>
          </a:lstStyle>
          <a:p>
            <a:pPr lvl="0"/>
            <a:r>
              <a:rPr lang="en-US"/>
              <a:t>Click to edit Master subtitle style</a:t>
            </a:r>
            <a:endParaRPr lang="en-IE"/>
          </a:p>
        </p:txBody>
      </p:sp>
      <p:sp>
        <p:nvSpPr>
          <p:cNvPr id="5" name="Text Placeholder 10">
            <a:extLst>
              <a:ext uri="{FF2B5EF4-FFF2-40B4-BE49-F238E27FC236}">
                <a16:creationId xmlns:a16="http://schemas.microsoft.com/office/drawing/2014/main" id="{86B1D2C4-9FDE-0681-35D2-67C0F95881E9}"/>
              </a:ext>
            </a:extLst>
          </p:cNvPr>
          <p:cNvSpPr txBox="1">
            <a:spLocks noGrp="1"/>
          </p:cNvSpPr>
          <p:nvPr>
            <p:ph type="body" idx="4294967295"/>
          </p:nvPr>
        </p:nvSpPr>
        <p:spPr>
          <a:xfrm>
            <a:off x="631822" y="4458879"/>
            <a:ext cx="5064120" cy="1228725"/>
          </a:xfrm>
        </p:spPr>
        <p:txBody>
          <a:bodyPr>
            <a:noAutofit/>
          </a:bodyPr>
          <a:lstStyle>
            <a:lvl1pPr marL="0" indent="0">
              <a:spcBef>
                <a:spcPts val="0"/>
              </a:spcBef>
              <a:buNone/>
              <a:defRPr b="1">
                <a:solidFill>
                  <a:srgbClr val="26CAD3"/>
                </a:solidFill>
              </a:defRPr>
            </a:lvl1pPr>
          </a:lstStyle>
          <a:p>
            <a:pPr lvl="0"/>
            <a:r>
              <a:rPr lang="en-US"/>
              <a:t>Edit Master text styles</a:t>
            </a:r>
          </a:p>
        </p:txBody>
      </p:sp>
    </p:spTree>
    <p:extLst>
      <p:ext uri="{BB962C8B-B14F-4D97-AF65-F5344CB8AC3E}">
        <p14:creationId xmlns:p14="http://schemas.microsoft.com/office/powerpoint/2010/main" val="3732116103"/>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showMasterSp="0" preserve="1">
  <p:cSld name="2_Title Slide">
    <p:spTree>
      <p:nvGrpSpPr>
        <p:cNvPr id="1" name=""/>
        <p:cNvGrpSpPr/>
        <p:nvPr/>
      </p:nvGrpSpPr>
      <p:grpSpPr>
        <a:xfrm>
          <a:off x="0" y="0"/>
          <a:ext cx="0" cy="0"/>
          <a:chOff x="0" y="0"/>
          <a:chExt cx="0" cy="0"/>
        </a:xfrm>
      </p:grpSpPr>
      <p:sp>
        <p:nvSpPr>
          <p:cNvPr id="2" name="Freeform 5">
            <a:extLst>
              <a:ext uri="{FF2B5EF4-FFF2-40B4-BE49-F238E27FC236}">
                <a16:creationId xmlns:a16="http://schemas.microsoft.com/office/drawing/2014/main" id="{13006703-B28E-F11B-D929-1081890B8289}"/>
              </a:ext>
            </a:extLst>
          </p:cNvPr>
          <p:cNvSpPr/>
          <p:nvPr/>
        </p:nvSpPr>
        <p:spPr>
          <a:xfrm>
            <a:off x="-1591" y="0"/>
            <a:ext cx="9312277" cy="6858000"/>
          </a:xfrm>
          <a:custGeom>
            <a:avLst/>
            <a:gdLst>
              <a:gd name="f0" fmla="val 10800000"/>
              <a:gd name="f1" fmla="val 5400000"/>
              <a:gd name="f2" fmla="val 180"/>
              <a:gd name="f3" fmla="val w"/>
              <a:gd name="f4" fmla="val h"/>
              <a:gd name="f5" fmla="val 0"/>
              <a:gd name="f6" fmla="val 5867"/>
              <a:gd name="f7" fmla="val 4320"/>
              <a:gd name="f8" fmla="val 3187"/>
              <a:gd name="f9" fmla="val 3717"/>
              <a:gd name="f10" fmla="val 3993"/>
              <a:gd name="f11" fmla="val 4197"/>
              <a:gd name="f12" fmla="val 3574"/>
              <a:gd name="f13" fmla="val 4630"/>
              <a:gd name="f14" fmla="val 3063"/>
              <a:gd name="f15" fmla="val 5097"/>
              <a:gd name="f16" fmla="val 2509"/>
              <a:gd name="f17" fmla="val 5447"/>
              <a:gd name="f18" fmla="val 1824"/>
              <a:gd name="f19" fmla="val 5669"/>
              <a:gd name="f20" fmla="val 1003"/>
              <a:gd name="f21" fmla="val 5752"/>
              <a:gd name="f22" fmla="val 692"/>
              <a:gd name="f23" fmla="val 5818"/>
              <a:gd name="f24" fmla="val 357"/>
              <a:gd name="f25" fmla="+- 0 0 -90"/>
              <a:gd name="f26" fmla="*/ f3 1 5867"/>
              <a:gd name="f27" fmla="*/ f4 1 4320"/>
              <a:gd name="f28" fmla="+- f7 0 f5"/>
              <a:gd name="f29" fmla="+- f6 0 f5"/>
              <a:gd name="f30" fmla="*/ f25 f0 1"/>
              <a:gd name="f31" fmla="*/ f29 1 5867"/>
              <a:gd name="f32" fmla="*/ f28 1 4320"/>
              <a:gd name="f33" fmla="*/ 0 f29 1"/>
              <a:gd name="f34" fmla="*/ 0 f28 1"/>
              <a:gd name="f35" fmla="*/ 4320 f28 1"/>
              <a:gd name="f36" fmla="*/ 3187 f29 1"/>
              <a:gd name="f37" fmla="*/ 4630 f29 1"/>
              <a:gd name="f38" fmla="*/ 3063 f28 1"/>
              <a:gd name="f39" fmla="*/ 5669 f29 1"/>
              <a:gd name="f40" fmla="*/ 1003 f28 1"/>
              <a:gd name="f41" fmla="*/ 5867 f29 1"/>
              <a:gd name="f42" fmla="*/ f30 1 f2"/>
              <a:gd name="f43" fmla="*/ f33 1 5867"/>
              <a:gd name="f44" fmla="*/ f34 1 4320"/>
              <a:gd name="f45" fmla="*/ f35 1 4320"/>
              <a:gd name="f46" fmla="*/ f36 1 5867"/>
              <a:gd name="f47" fmla="*/ f37 1 5867"/>
              <a:gd name="f48" fmla="*/ f38 1 4320"/>
              <a:gd name="f49" fmla="*/ f39 1 5867"/>
              <a:gd name="f50" fmla="*/ f40 1 4320"/>
              <a:gd name="f51" fmla="*/ f41 1 5867"/>
              <a:gd name="f52" fmla="*/ 0 1 f31"/>
              <a:gd name="f53" fmla="*/ f6 1 f31"/>
              <a:gd name="f54" fmla="*/ 0 1 f32"/>
              <a:gd name="f55" fmla="*/ f7 1 f32"/>
              <a:gd name="f56" fmla="+- f42 0 f1"/>
              <a:gd name="f57" fmla="*/ f43 1 f31"/>
              <a:gd name="f58" fmla="*/ f44 1 f32"/>
              <a:gd name="f59" fmla="*/ f45 1 f32"/>
              <a:gd name="f60" fmla="*/ f46 1 f31"/>
              <a:gd name="f61" fmla="*/ f47 1 f31"/>
              <a:gd name="f62" fmla="*/ f48 1 f32"/>
              <a:gd name="f63" fmla="*/ f49 1 f31"/>
              <a:gd name="f64" fmla="*/ f50 1 f32"/>
              <a:gd name="f65" fmla="*/ f51 1 f31"/>
              <a:gd name="f66" fmla="*/ f52 f26 1"/>
              <a:gd name="f67" fmla="*/ f53 f26 1"/>
              <a:gd name="f68" fmla="*/ f55 f27 1"/>
              <a:gd name="f69" fmla="*/ f54 f27 1"/>
              <a:gd name="f70" fmla="*/ f57 f26 1"/>
              <a:gd name="f71" fmla="*/ f58 f27 1"/>
              <a:gd name="f72" fmla="*/ f59 f27 1"/>
              <a:gd name="f73" fmla="*/ f60 f26 1"/>
              <a:gd name="f74" fmla="*/ f61 f26 1"/>
              <a:gd name="f75" fmla="*/ f62 f27 1"/>
              <a:gd name="f76" fmla="*/ f63 f26 1"/>
              <a:gd name="f77" fmla="*/ f64 f27 1"/>
              <a:gd name="f78" fmla="*/ f65 f26 1"/>
            </a:gdLst>
            <a:ahLst/>
            <a:cxnLst>
              <a:cxn ang="3cd4">
                <a:pos x="hc" y="t"/>
              </a:cxn>
              <a:cxn ang="0">
                <a:pos x="r" y="vc"/>
              </a:cxn>
              <a:cxn ang="cd4">
                <a:pos x="hc" y="b"/>
              </a:cxn>
              <a:cxn ang="cd2">
                <a:pos x="l" y="vc"/>
              </a:cxn>
              <a:cxn ang="f56">
                <a:pos x="f70" y="f71"/>
              </a:cxn>
              <a:cxn ang="f56">
                <a:pos x="f70" y="f72"/>
              </a:cxn>
              <a:cxn ang="f56">
                <a:pos x="f73" y="f72"/>
              </a:cxn>
              <a:cxn ang="f56">
                <a:pos x="f74" y="f75"/>
              </a:cxn>
              <a:cxn ang="f56">
                <a:pos x="f76" y="f77"/>
              </a:cxn>
              <a:cxn ang="f56">
                <a:pos x="f78" y="f71"/>
              </a:cxn>
              <a:cxn ang="f56">
                <a:pos x="f70" y="f71"/>
              </a:cxn>
            </a:cxnLst>
            <a:rect l="f66" t="f69" r="f67" b="f68"/>
            <a:pathLst>
              <a:path w="5867" h="4320">
                <a:moveTo>
                  <a:pt x="f5" y="f5"/>
                </a:moveTo>
                <a:cubicBezTo>
                  <a:pt x="f5" y="f7"/>
                  <a:pt x="f5" y="f7"/>
                  <a:pt x="f5" y="f7"/>
                </a:cubicBezTo>
                <a:cubicBezTo>
                  <a:pt x="f8" y="f7"/>
                  <a:pt x="f8" y="f7"/>
                  <a:pt x="f8" y="f7"/>
                </a:cubicBezTo>
                <a:cubicBezTo>
                  <a:pt x="f9" y="f10"/>
                  <a:pt x="f11" y="f12"/>
                  <a:pt x="f13" y="f14"/>
                </a:cubicBezTo>
                <a:cubicBezTo>
                  <a:pt x="f15" y="f16"/>
                  <a:pt x="f17" y="f18"/>
                  <a:pt x="f19" y="f20"/>
                </a:cubicBezTo>
                <a:cubicBezTo>
                  <a:pt x="f21" y="f22"/>
                  <a:pt x="f23" y="f24"/>
                  <a:pt x="f6" y="f5"/>
                </a:cubicBezTo>
                <a:lnTo>
                  <a:pt x="f5" y="f5"/>
                </a:lnTo>
                <a:close/>
              </a:path>
            </a:pathLst>
          </a:custGeom>
          <a:solidFill>
            <a:srgbClr val="00667D"/>
          </a:solidFill>
          <a:ln cap="flat">
            <a:noFill/>
            <a:prstDash val="solid"/>
          </a:ln>
        </p:spPr>
        <p:txBody>
          <a:bodyPr vert="horz" wrap="square" lIns="91440" tIns="45720" rIns="91440" bIns="4572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IE" sz="1800" b="0" i="0" u="none" strike="noStrike" kern="1200" cap="none" spc="0" baseline="0">
              <a:solidFill>
                <a:srgbClr val="000000"/>
              </a:solidFill>
              <a:uFillTx/>
              <a:latin typeface="Calibri"/>
            </a:endParaRPr>
          </a:p>
        </p:txBody>
      </p:sp>
      <p:sp>
        <p:nvSpPr>
          <p:cNvPr id="3" name="Title 1">
            <a:extLst>
              <a:ext uri="{FF2B5EF4-FFF2-40B4-BE49-F238E27FC236}">
                <a16:creationId xmlns:a16="http://schemas.microsoft.com/office/drawing/2014/main" id="{8E34227F-2ACD-4335-5633-346161E3F392}"/>
              </a:ext>
            </a:extLst>
          </p:cNvPr>
          <p:cNvSpPr txBox="1">
            <a:spLocks noGrp="1"/>
          </p:cNvSpPr>
          <p:nvPr>
            <p:ph type="title"/>
          </p:nvPr>
        </p:nvSpPr>
        <p:spPr>
          <a:xfrm>
            <a:off x="631594" y="436561"/>
            <a:ext cx="6416902" cy="1957849"/>
          </a:xfrm>
        </p:spPr>
        <p:txBody>
          <a:bodyPr anchor="b"/>
          <a:lstStyle>
            <a:lvl1pPr>
              <a:lnSpc>
                <a:spcPct val="85000"/>
              </a:lnSpc>
              <a:defRPr sz="4400">
                <a:solidFill>
                  <a:srgbClr val="FFFFFF"/>
                </a:solidFill>
              </a:defRPr>
            </a:lvl1pPr>
          </a:lstStyle>
          <a:p>
            <a:pPr lvl="0"/>
            <a:r>
              <a:rPr lang="en-US"/>
              <a:t>Click to edit Master title style</a:t>
            </a:r>
            <a:endParaRPr lang="en-IE"/>
          </a:p>
        </p:txBody>
      </p:sp>
      <p:sp>
        <p:nvSpPr>
          <p:cNvPr id="4" name="Subtitle 2">
            <a:extLst>
              <a:ext uri="{FF2B5EF4-FFF2-40B4-BE49-F238E27FC236}">
                <a16:creationId xmlns:a16="http://schemas.microsoft.com/office/drawing/2014/main" id="{F9332E11-87B4-67B6-3231-AF88218A3658}"/>
              </a:ext>
            </a:extLst>
          </p:cNvPr>
          <p:cNvSpPr txBox="1">
            <a:spLocks noGrp="1"/>
          </p:cNvSpPr>
          <p:nvPr>
            <p:ph type="subTitle" idx="4294967295"/>
          </p:nvPr>
        </p:nvSpPr>
        <p:spPr>
          <a:xfrm>
            <a:off x="631594" y="2349495"/>
            <a:ext cx="6416902" cy="1847846"/>
          </a:xfrm>
        </p:spPr>
        <p:txBody>
          <a:bodyPr>
            <a:noAutofit/>
          </a:bodyPr>
          <a:lstStyle>
            <a:lvl1pPr marL="0" indent="0">
              <a:lnSpc>
                <a:spcPct val="85000"/>
              </a:lnSpc>
              <a:buNone/>
              <a:defRPr sz="4400">
                <a:solidFill>
                  <a:srgbClr val="FFFFFF"/>
                </a:solidFill>
              </a:defRPr>
            </a:lvl1pPr>
          </a:lstStyle>
          <a:p>
            <a:pPr lvl="0"/>
            <a:r>
              <a:rPr lang="en-US"/>
              <a:t>Click to edit Master subtitle style</a:t>
            </a:r>
            <a:endParaRPr lang="en-IE"/>
          </a:p>
        </p:txBody>
      </p:sp>
      <p:sp>
        <p:nvSpPr>
          <p:cNvPr id="5" name="Text Placeholder 10">
            <a:extLst>
              <a:ext uri="{FF2B5EF4-FFF2-40B4-BE49-F238E27FC236}">
                <a16:creationId xmlns:a16="http://schemas.microsoft.com/office/drawing/2014/main" id="{B59DD7D8-489B-89CE-AE41-0F432FA4A7EF}"/>
              </a:ext>
            </a:extLst>
          </p:cNvPr>
          <p:cNvSpPr txBox="1">
            <a:spLocks noGrp="1"/>
          </p:cNvSpPr>
          <p:nvPr>
            <p:ph type="body" idx="4294967295"/>
          </p:nvPr>
        </p:nvSpPr>
        <p:spPr>
          <a:xfrm>
            <a:off x="631822" y="4458879"/>
            <a:ext cx="5064120" cy="1228725"/>
          </a:xfrm>
        </p:spPr>
        <p:txBody>
          <a:bodyPr>
            <a:noAutofit/>
          </a:bodyPr>
          <a:lstStyle>
            <a:lvl1pPr marL="0" indent="0">
              <a:spcBef>
                <a:spcPts val="0"/>
              </a:spcBef>
              <a:buNone/>
              <a:defRPr b="1">
                <a:solidFill>
                  <a:srgbClr val="26CAD3"/>
                </a:solidFill>
              </a:defRPr>
            </a:lvl1pPr>
          </a:lstStyle>
          <a:p>
            <a:pPr lvl="0"/>
            <a:r>
              <a:rPr lang="en-US"/>
              <a:t>Edit Master text styles</a:t>
            </a:r>
          </a:p>
        </p:txBody>
      </p:sp>
      <p:pic>
        <p:nvPicPr>
          <p:cNvPr id="6" name="Picture 15">
            <a:extLst>
              <a:ext uri="{FF2B5EF4-FFF2-40B4-BE49-F238E27FC236}">
                <a16:creationId xmlns:a16="http://schemas.microsoft.com/office/drawing/2014/main" id="{93571DC0-72B7-89C4-3E34-22F617D157BD}"/>
              </a:ext>
            </a:extLst>
          </p:cNvPr>
          <p:cNvPicPr>
            <a:picLocks noChangeAspect="1"/>
          </p:cNvPicPr>
          <p:nvPr/>
        </p:nvPicPr>
        <p:blipFill>
          <a:blip r:embed="rId2"/>
          <a:stretch>
            <a:fillRect/>
          </a:stretch>
        </p:blipFill>
        <p:spPr>
          <a:xfrm>
            <a:off x="631594" y="6232843"/>
            <a:ext cx="1677603" cy="111840"/>
          </a:xfrm>
          <a:prstGeom prst="rect">
            <a:avLst/>
          </a:prstGeom>
          <a:noFill/>
          <a:ln cap="flat">
            <a:noFill/>
          </a:ln>
        </p:spPr>
      </p:pic>
    </p:spTree>
    <p:extLst>
      <p:ext uri="{BB962C8B-B14F-4D97-AF65-F5344CB8AC3E}">
        <p14:creationId xmlns:p14="http://schemas.microsoft.com/office/powerpoint/2010/main" val="3645373376"/>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showMasterSp="0" preserve="1">
  <p:cSld name="3_Title Slide">
    <p:bg>
      <p:bgPr>
        <a:blipFill>
          <a:blip r:embed="rId2"/>
          <a:stretch>
            <a:fillRect/>
          </a:stretch>
        </a:blipFill>
        <a:effectLst/>
      </p:bgPr>
    </p:bg>
    <p:spTree>
      <p:nvGrpSpPr>
        <p:cNvPr id="1" name=""/>
        <p:cNvGrpSpPr/>
        <p:nvPr/>
      </p:nvGrpSpPr>
      <p:grpSpPr>
        <a:xfrm>
          <a:off x="0" y="0"/>
          <a:ext cx="0" cy="0"/>
          <a:chOff x="0" y="0"/>
          <a:chExt cx="0" cy="0"/>
        </a:xfrm>
      </p:grpSpPr>
      <p:sp>
        <p:nvSpPr>
          <p:cNvPr id="2" name="Freeform 5">
            <a:extLst>
              <a:ext uri="{FF2B5EF4-FFF2-40B4-BE49-F238E27FC236}">
                <a16:creationId xmlns:a16="http://schemas.microsoft.com/office/drawing/2014/main" id="{9A45FBA7-6C8A-BCA8-BC2D-72EADDA9C099}"/>
              </a:ext>
            </a:extLst>
          </p:cNvPr>
          <p:cNvSpPr/>
          <p:nvPr/>
        </p:nvSpPr>
        <p:spPr>
          <a:xfrm>
            <a:off x="0" y="0"/>
            <a:ext cx="7029449" cy="6858000"/>
          </a:xfrm>
          <a:custGeom>
            <a:avLst/>
            <a:gdLst>
              <a:gd name="f0" fmla="val 10800000"/>
              <a:gd name="f1" fmla="val 5400000"/>
              <a:gd name="f2" fmla="val 180"/>
              <a:gd name="f3" fmla="val w"/>
              <a:gd name="f4" fmla="val h"/>
              <a:gd name="f5" fmla="val 0"/>
              <a:gd name="f6" fmla="val 4428"/>
              <a:gd name="f7" fmla="val 4320"/>
              <a:gd name="f8" fmla="val 4150"/>
              <a:gd name="f9" fmla="val 4333"/>
              <a:gd name="f10" fmla="val 3814"/>
              <a:gd name="f11" fmla="val 3278"/>
              <a:gd name="f12" fmla="val 2715"/>
              <a:gd name="f13" fmla="val 1447"/>
              <a:gd name="f14" fmla="val 3970"/>
              <a:gd name="f15" fmla="val 524"/>
              <a:gd name="f16" fmla="val 3271"/>
              <a:gd name="f17" fmla="+- 0 0 -90"/>
              <a:gd name="f18" fmla="*/ f3 1 4428"/>
              <a:gd name="f19" fmla="*/ f4 1 4320"/>
              <a:gd name="f20" fmla="+- f7 0 f5"/>
              <a:gd name="f21" fmla="+- f6 0 f5"/>
              <a:gd name="f22" fmla="*/ f17 f0 1"/>
              <a:gd name="f23" fmla="*/ f21 1 4428"/>
              <a:gd name="f24" fmla="*/ f20 1 4320"/>
              <a:gd name="f25" fmla="*/ 0 f21 1"/>
              <a:gd name="f26" fmla="*/ 4320 f20 1"/>
              <a:gd name="f27" fmla="*/ 4150 f21 1"/>
              <a:gd name="f28" fmla="*/ 4428 f21 1"/>
              <a:gd name="f29" fmla="*/ 2715 f20 1"/>
              <a:gd name="f30" fmla="*/ 3271 f21 1"/>
              <a:gd name="f31" fmla="*/ 0 f20 1"/>
              <a:gd name="f32" fmla="*/ f22 1 f2"/>
              <a:gd name="f33" fmla="*/ f25 1 4428"/>
              <a:gd name="f34" fmla="*/ f26 1 4320"/>
              <a:gd name="f35" fmla="*/ f27 1 4428"/>
              <a:gd name="f36" fmla="*/ f28 1 4428"/>
              <a:gd name="f37" fmla="*/ f29 1 4320"/>
              <a:gd name="f38" fmla="*/ f30 1 4428"/>
              <a:gd name="f39" fmla="*/ f31 1 4320"/>
              <a:gd name="f40" fmla="*/ 0 1 f23"/>
              <a:gd name="f41" fmla="*/ f6 1 f23"/>
              <a:gd name="f42" fmla="*/ 0 1 f24"/>
              <a:gd name="f43" fmla="*/ f7 1 f24"/>
              <a:gd name="f44" fmla="+- f32 0 f1"/>
              <a:gd name="f45" fmla="*/ f33 1 f23"/>
              <a:gd name="f46" fmla="*/ f34 1 f24"/>
              <a:gd name="f47" fmla="*/ f35 1 f23"/>
              <a:gd name="f48" fmla="*/ f36 1 f23"/>
              <a:gd name="f49" fmla="*/ f37 1 f24"/>
              <a:gd name="f50" fmla="*/ f38 1 f23"/>
              <a:gd name="f51" fmla="*/ f39 1 f24"/>
              <a:gd name="f52" fmla="*/ f40 f18 1"/>
              <a:gd name="f53" fmla="*/ f41 f18 1"/>
              <a:gd name="f54" fmla="*/ f43 f19 1"/>
              <a:gd name="f55" fmla="*/ f42 f19 1"/>
              <a:gd name="f56" fmla="*/ f45 f18 1"/>
              <a:gd name="f57" fmla="*/ f46 f19 1"/>
              <a:gd name="f58" fmla="*/ f47 f18 1"/>
              <a:gd name="f59" fmla="*/ f48 f18 1"/>
              <a:gd name="f60" fmla="*/ f49 f19 1"/>
              <a:gd name="f61" fmla="*/ f50 f18 1"/>
              <a:gd name="f62" fmla="*/ f51 f19 1"/>
            </a:gdLst>
            <a:ahLst/>
            <a:cxnLst>
              <a:cxn ang="3cd4">
                <a:pos x="hc" y="t"/>
              </a:cxn>
              <a:cxn ang="0">
                <a:pos x="r" y="vc"/>
              </a:cxn>
              <a:cxn ang="cd4">
                <a:pos x="hc" y="b"/>
              </a:cxn>
              <a:cxn ang="cd2">
                <a:pos x="l" y="vc"/>
              </a:cxn>
              <a:cxn ang="f44">
                <a:pos x="f56" y="f57"/>
              </a:cxn>
              <a:cxn ang="f44">
                <a:pos x="f58" y="f57"/>
              </a:cxn>
              <a:cxn ang="f44">
                <a:pos x="f59" y="f60"/>
              </a:cxn>
              <a:cxn ang="f44">
                <a:pos x="f61" y="f62"/>
              </a:cxn>
              <a:cxn ang="f44">
                <a:pos x="f56" y="f62"/>
              </a:cxn>
              <a:cxn ang="f44">
                <a:pos x="f56" y="f57"/>
              </a:cxn>
            </a:cxnLst>
            <a:rect l="f52" t="f55" r="f53" b="f54"/>
            <a:pathLst>
              <a:path w="4428" h="4320">
                <a:moveTo>
                  <a:pt x="f5" y="f7"/>
                </a:moveTo>
                <a:cubicBezTo>
                  <a:pt x="f8" y="f7"/>
                  <a:pt x="f8" y="f7"/>
                  <a:pt x="f8" y="f7"/>
                </a:cubicBezTo>
                <a:cubicBezTo>
                  <a:pt x="f9" y="f10"/>
                  <a:pt x="f6" y="f11"/>
                  <a:pt x="f6" y="f12"/>
                </a:cubicBezTo>
                <a:cubicBezTo>
                  <a:pt x="f6" y="f13"/>
                  <a:pt x="f14" y="f15"/>
                  <a:pt x="f16" y="f5"/>
                </a:cubicBezTo>
                <a:cubicBezTo>
                  <a:pt x="f5" y="f5"/>
                  <a:pt x="f5" y="f5"/>
                  <a:pt x="f5" y="f5"/>
                </a:cubicBezTo>
                <a:lnTo>
                  <a:pt x="f5" y="f7"/>
                </a:lnTo>
                <a:close/>
              </a:path>
            </a:pathLst>
          </a:custGeom>
          <a:solidFill>
            <a:srgbClr val="FFFFFF"/>
          </a:solidFill>
          <a:ln cap="flat">
            <a:noFill/>
            <a:prstDash val="solid"/>
          </a:ln>
        </p:spPr>
        <p:txBody>
          <a:bodyPr vert="horz" wrap="square" lIns="91440" tIns="45720" rIns="91440" bIns="4572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IE" sz="1800" b="0" i="0" u="none" strike="noStrike" kern="1200" cap="none" spc="0" baseline="0">
              <a:solidFill>
                <a:srgbClr val="000000"/>
              </a:solidFill>
              <a:uFillTx/>
              <a:latin typeface="Calibri"/>
            </a:endParaRPr>
          </a:p>
        </p:txBody>
      </p:sp>
      <p:sp>
        <p:nvSpPr>
          <p:cNvPr id="3" name="Title 1">
            <a:extLst>
              <a:ext uri="{FF2B5EF4-FFF2-40B4-BE49-F238E27FC236}">
                <a16:creationId xmlns:a16="http://schemas.microsoft.com/office/drawing/2014/main" id="{2DBF3618-DAA6-10EB-423C-97C038864E52}"/>
              </a:ext>
            </a:extLst>
          </p:cNvPr>
          <p:cNvSpPr txBox="1">
            <a:spLocks noGrp="1"/>
          </p:cNvSpPr>
          <p:nvPr>
            <p:ph type="title"/>
          </p:nvPr>
        </p:nvSpPr>
        <p:spPr>
          <a:xfrm>
            <a:off x="631594" y="1972854"/>
            <a:ext cx="5441539" cy="1401628"/>
          </a:xfrm>
        </p:spPr>
        <p:txBody>
          <a:bodyPr anchor="b"/>
          <a:lstStyle>
            <a:lvl1pPr>
              <a:lnSpc>
                <a:spcPct val="85000"/>
              </a:lnSpc>
              <a:defRPr sz="3400"/>
            </a:lvl1pPr>
          </a:lstStyle>
          <a:p>
            <a:pPr lvl="0"/>
            <a:r>
              <a:rPr lang="en-US"/>
              <a:t>Click to edit Master title style</a:t>
            </a:r>
            <a:endParaRPr lang="en-IE"/>
          </a:p>
        </p:txBody>
      </p:sp>
      <p:sp>
        <p:nvSpPr>
          <p:cNvPr id="4" name="Subtitle 2">
            <a:extLst>
              <a:ext uri="{FF2B5EF4-FFF2-40B4-BE49-F238E27FC236}">
                <a16:creationId xmlns:a16="http://schemas.microsoft.com/office/drawing/2014/main" id="{12C92BA2-A637-A4A9-3337-346AF8565499}"/>
              </a:ext>
            </a:extLst>
          </p:cNvPr>
          <p:cNvSpPr txBox="1">
            <a:spLocks noGrp="1"/>
          </p:cNvSpPr>
          <p:nvPr>
            <p:ph type="subTitle" idx="4294967295"/>
          </p:nvPr>
        </p:nvSpPr>
        <p:spPr>
          <a:xfrm>
            <a:off x="631594" y="3281955"/>
            <a:ext cx="5441539" cy="1454179"/>
          </a:xfrm>
        </p:spPr>
        <p:txBody>
          <a:bodyPr>
            <a:noAutofit/>
          </a:bodyPr>
          <a:lstStyle>
            <a:lvl1pPr marL="0" indent="0">
              <a:lnSpc>
                <a:spcPct val="85000"/>
              </a:lnSpc>
              <a:buNone/>
              <a:defRPr sz="3400">
                <a:solidFill>
                  <a:srgbClr val="00667D"/>
                </a:solidFill>
              </a:defRPr>
            </a:lvl1pPr>
          </a:lstStyle>
          <a:p>
            <a:pPr lvl="0"/>
            <a:r>
              <a:rPr lang="en-US"/>
              <a:t>Click to edit Master subtitle style</a:t>
            </a:r>
            <a:endParaRPr lang="en-IE"/>
          </a:p>
        </p:txBody>
      </p:sp>
      <p:sp>
        <p:nvSpPr>
          <p:cNvPr id="5" name="Text Placeholder 10">
            <a:extLst>
              <a:ext uri="{FF2B5EF4-FFF2-40B4-BE49-F238E27FC236}">
                <a16:creationId xmlns:a16="http://schemas.microsoft.com/office/drawing/2014/main" id="{122D4199-90D5-18E8-BD7B-13DA11943A31}"/>
              </a:ext>
            </a:extLst>
          </p:cNvPr>
          <p:cNvSpPr txBox="1">
            <a:spLocks noGrp="1"/>
          </p:cNvSpPr>
          <p:nvPr>
            <p:ph type="body" idx="4294967295"/>
          </p:nvPr>
        </p:nvSpPr>
        <p:spPr>
          <a:xfrm>
            <a:off x="631822" y="5032372"/>
            <a:ext cx="3803017" cy="901698"/>
          </a:xfrm>
        </p:spPr>
        <p:txBody>
          <a:bodyPr>
            <a:noAutofit/>
          </a:bodyPr>
          <a:lstStyle>
            <a:lvl1pPr marL="0" indent="0">
              <a:spcBef>
                <a:spcPts val="0"/>
              </a:spcBef>
              <a:buNone/>
              <a:defRPr sz="1500" b="1"/>
            </a:lvl1pPr>
          </a:lstStyle>
          <a:p>
            <a:pPr lvl="0"/>
            <a:r>
              <a:rPr lang="en-US"/>
              <a:t>Edit Master text styles</a:t>
            </a:r>
          </a:p>
        </p:txBody>
      </p:sp>
      <p:pic>
        <p:nvPicPr>
          <p:cNvPr id="7" name="Picture 17">
            <a:extLst>
              <a:ext uri="{FF2B5EF4-FFF2-40B4-BE49-F238E27FC236}">
                <a16:creationId xmlns:a16="http://schemas.microsoft.com/office/drawing/2014/main" id="{0493544F-A4AD-6882-0901-8CF58EC5EF5A}"/>
              </a:ext>
            </a:extLst>
          </p:cNvPr>
          <p:cNvPicPr>
            <a:picLocks noChangeAspect="1"/>
          </p:cNvPicPr>
          <p:nvPr/>
        </p:nvPicPr>
        <p:blipFill>
          <a:blip r:embed="rId3">
            <a:biLevel thresh="50000"/>
          </a:blip>
          <a:srcRect l="11982" t="16649" r="11982" b="16649"/>
          <a:stretch>
            <a:fillRect/>
          </a:stretch>
        </p:blipFill>
        <p:spPr>
          <a:xfrm>
            <a:off x="11010802" y="5993608"/>
            <a:ext cx="938302" cy="618244"/>
          </a:xfrm>
          <a:prstGeom prst="rect">
            <a:avLst/>
          </a:prstGeom>
          <a:noFill/>
          <a:ln cap="flat">
            <a:noFill/>
          </a:ln>
        </p:spPr>
      </p:pic>
      <p:pic>
        <p:nvPicPr>
          <p:cNvPr id="8" name="Picture 13">
            <a:extLst>
              <a:ext uri="{FF2B5EF4-FFF2-40B4-BE49-F238E27FC236}">
                <a16:creationId xmlns:a16="http://schemas.microsoft.com/office/drawing/2014/main" id="{AE8B770A-4B49-FE64-C2F6-C2E7ED80A039}"/>
              </a:ext>
            </a:extLst>
          </p:cNvPr>
          <p:cNvPicPr>
            <a:picLocks noChangeAspect="1"/>
          </p:cNvPicPr>
          <p:nvPr/>
        </p:nvPicPr>
        <p:blipFill>
          <a:blip r:embed="rId4"/>
          <a:stretch>
            <a:fillRect/>
          </a:stretch>
        </p:blipFill>
        <p:spPr>
          <a:xfrm>
            <a:off x="631594" y="6232843"/>
            <a:ext cx="1677603" cy="111840"/>
          </a:xfrm>
          <a:prstGeom prst="rect">
            <a:avLst/>
          </a:prstGeom>
          <a:noFill/>
          <a:ln cap="flat">
            <a:noFill/>
          </a:ln>
        </p:spPr>
      </p:pic>
    </p:spTree>
    <p:extLst>
      <p:ext uri="{BB962C8B-B14F-4D97-AF65-F5344CB8AC3E}">
        <p14:creationId xmlns:p14="http://schemas.microsoft.com/office/powerpoint/2010/main" val="1111680920"/>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3259E-702F-ED73-90BE-A6345F828FCF}"/>
              </a:ext>
            </a:extLst>
          </p:cNvPr>
          <p:cNvSpPr txBox="1">
            <a:spLocks noGrp="1"/>
          </p:cNvSpPr>
          <p:nvPr>
            <p:ph type="title"/>
          </p:nvPr>
        </p:nvSpPr>
        <p:spPr/>
        <p:txBody>
          <a:bodyPr/>
          <a:lstStyle>
            <a:lvl1pPr>
              <a:defRPr/>
            </a:lvl1pPr>
          </a:lstStyle>
          <a:p>
            <a:pPr lvl="0"/>
            <a:r>
              <a:rPr lang="en-US"/>
              <a:t>Click to edit Master title style</a:t>
            </a:r>
            <a:endParaRPr lang="en-IE"/>
          </a:p>
        </p:txBody>
      </p:sp>
      <p:sp>
        <p:nvSpPr>
          <p:cNvPr id="3" name="Content Placeholder 2">
            <a:extLst>
              <a:ext uri="{FF2B5EF4-FFF2-40B4-BE49-F238E27FC236}">
                <a16:creationId xmlns:a16="http://schemas.microsoft.com/office/drawing/2014/main" id="{80662A64-D988-C1C4-C8A2-8CC0BD6DDED8}"/>
              </a:ext>
            </a:extLst>
          </p:cNvPr>
          <p:cNvSpPr txBox="1">
            <a:spLocks noGrp="1"/>
          </p:cNvSpPr>
          <p:nvPr>
            <p:ph idx="1"/>
          </p:nvPr>
        </p:nvSpPr>
        <p:spPr/>
        <p:txBody>
          <a:bodyPr/>
          <a:lstStyle>
            <a:lvl1pPr>
              <a:defRPr/>
            </a:lvl1pPr>
            <a:lvl2pPr marL="442917" lvl="1" indent="-198433">
              <a:spcBef>
                <a:spcPts val="500"/>
              </a:spcBef>
              <a:buFont typeface="Calibri" pitchFamily="34"/>
              <a:buChar char="›"/>
              <a:defRPr sz="1800"/>
            </a:lvl2pPr>
            <a:lvl3pPr marL="663570" lvl="2" indent="-212726">
              <a:spcBef>
                <a:spcPts val="500"/>
              </a:spcBef>
              <a:buFont typeface="Calibri" pitchFamily="34"/>
              <a:buChar char="»"/>
              <a:defRPr sz="1600"/>
            </a:lvl3pPr>
          </a:lstStyle>
          <a:p>
            <a:pPr lvl="0"/>
            <a:r>
              <a:rPr lang="en-US"/>
              <a:t>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439406648"/>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type="obj" preserve="1">
  <p:cSld name="Title and Content Wi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2A614C-625B-05B0-3B53-76601251CE6E}"/>
              </a:ext>
            </a:extLst>
          </p:cNvPr>
          <p:cNvSpPr txBox="1">
            <a:spLocks noGrp="1"/>
          </p:cNvSpPr>
          <p:nvPr>
            <p:ph type="title"/>
          </p:nvPr>
        </p:nvSpPr>
        <p:spPr/>
        <p:txBody>
          <a:bodyPr/>
          <a:lstStyle>
            <a:lvl1pPr>
              <a:defRPr/>
            </a:lvl1pPr>
          </a:lstStyle>
          <a:p>
            <a:pPr lvl="0"/>
            <a:r>
              <a:rPr lang="en-US"/>
              <a:t>Click to edit Master title style</a:t>
            </a:r>
            <a:endParaRPr lang="en-IE"/>
          </a:p>
        </p:txBody>
      </p:sp>
      <p:sp>
        <p:nvSpPr>
          <p:cNvPr id="3" name="Content Placeholder 2">
            <a:extLst>
              <a:ext uri="{FF2B5EF4-FFF2-40B4-BE49-F238E27FC236}">
                <a16:creationId xmlns:a16="http://schemas.microsoft.com/office/drawing/2014/main" id="{89966167-0D7E-D130-B4D9-B71C887CE159}"/>
              </a:ext>
            </a:extLst>
          </p:cNvPr>
          <p:cNvSpPr txBox="1">
            <a:spLocks noGrp="1"/>
          </p:cNvSpPr>
          <p:nvPr>
            <p:ph idx="1"/>
          </p:nvPr>
        </p:nvSpPr>
        <p:spPr>
          <a:xfrm>
            <a:off x="631594" y="1904996"/>
            <a:ext cx="9115717" cy="4271967"/>
          </a:xfrm>
        </p:spPr>
        <p:txBody>
          <a:bodyPr/>
          <a:lstStyle>
            <a:lvl1pPr>
              <a:defRPr/>
            </a:lvl1pPr>
            <a:lvl2pPr marL="442917" lvl="1" indent="-198433">
              <a:spcBef>
                <a:spcPts val="500"/>
              </a:spcBef>
              <a:buFont typeface="Calibri" pitchFamily="34"/>
              <a:buChar char="›"/>
              <a:defRPr sz="1800"/>
            </a:lvl2pPr>
            <a:lvl3pPr marL="663570" lvl="2" indent="-212726">
              <a:spcBef>
                <a:spcPts val="500"/>
              </a:spcBef>
              <a:buFont typeface="Calibri" pitchFamily="34"/>
              <a:buChar char="»"/>
              <a:defRPr sz="1600"/>
            </a:lvl3pPr>
          </a:lstStyle>
          <a:p>
            <a:pPr lvl="0"/>
            <a:r>
              <a:rPr lang="en-US"/>
              <a:t>Edit Master text styles</a:t>
            </a:r>
          </a:p>
          <a:p>
            <a:pPr lvl="1"/>
            <a:r>
              <a:rPr lang="en-US"/>
              <a:t>Second level</a:t>
            </a:r>
          </a:p>
          <a:p>
            <a:pPr lvl="2"/>
            <a:r>
              <a:rPr lang="en-US"/>
              <a:t>Third level</a:t>
            </a:r>
          </a:p>
        </p:txBody>
      </p:sp>
    </p:spTree>
    <p:extLst>
      <p:ext uri="{BB962C8B-B14F-4D97-AF65-F5344CB8AC3E}">
        <p14:creationId xmlns:p14="http://schemas.microsoft.com/office/powerpoint/2010/main" val="1890802171"/>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showMasterSp="0" type="secHead" preserve="1">
  <p:cSld name="Divider Slide">
    <p:bg>
      <p:bgPr>
        <a:blipFill>
          <a:blip r:embed="rId2"/>
          <a:stretch>
            <a:fillRect/>
          </a:stretch>
        </a:blipFill>
        <a:effectLst/>
      </p:bgPr>
    </p:bg>
    <p:spTree>
      <p:nvGrpSpPr>
        <p:cNvPr id="1" name=""/>
        <p:cNvGrpSpPr/>
        <p:nvPr/>
      </p:nvGrpSpPr>
      <p:grpSpPr>
        <a:xfrm>
          <a:off x="0" y="0"/>
          <a:ext cx="0" cy="0"/>
          <a:chOff x="0" y="0"/>
          <a:chExt cx="0" cy="0"/>
        </a:xfrm>
      </p:grpSpPr>
      <p:pic>
        <p:nvPicPr>
          <p:cNvPr id="2" name="Picture 8">
            <a:extLst>
              <a:ext uri="{FF2B5EF4-FFF2-40B4-BE49-F238E27FC236}">
                <a16:creationId xmlns:a16="http://schemas.microsoft.com/office/drawing/2014/main" id="{E5B143AE-91AF-3B47-44FE-63325EE14E2F}"/>
              </a:ext>
            </a:extLst>
          </p:cNvPr>
          <p:cNvPicPr>
            <a:picLocks noChangeAspect="1"/>
          </p:cNvPicPr>
          <p:nvPr/>
        </p:nvPicPr>
        <p:blipFill>
          <a:blip r:embed="rId3"/>
          <a:stretch>
            <a:fillRect/>
          </a:stretch>
        </p:blipFill>
        <p:spPr>
          <a:xfrm>
            <a:off x="0" y="0"/>
            <a:ext cx="5448296" cy="4538660"/>
          </a:xfrm>
          <a:prstGeom prst="rect">
            <a:avLst/>
          </a:prstGeom>
          <a:noFill/>
          <a:ln cap="flat">
            <a:noFill/>
          </a:ln>
        </p:spPr>
      </p:pic>
      <p:sp>
        <p:nvSpPr>
          <p:cNvPr id="3" name="Title 1">
            <a:extLst>
              <a:ext uri="{FF2B5EF4-FFF2-40B4-BE49-F238E27FC236}">
                <a16:creationId xmlns:a16="http://schemas.microsoft.com/office/drawing/2014/main" id="{74204F10-954C-B383-07B0-27B2459E8725}"/>
              </a:ext>
            </a:extLst>
          </p:cNvPr>
          <p:cNvSpPr txBox="1">
            <a:spLocks noGrp="1"/>
          </p:cNvSpPr>
          <p:nvPr>
            <p:ph type="title"/>
          </p:nvPr>
        </p:nvSpPr>
        <p:spPr>
          <a:xfrm>
            <a:off x="633505" y="358143"/>
            <a:ext cx="3940405" cy="1765935"/>
          </a:xfrm>
        </p:spPr>
        <p:txBody>
          <a:bodyPr anchor="b"/>
          <a:lstStyle>
            <a:lvl1pPr>
              <a:lnSpc>
                <a:spcPct val="85000"/>
              </a:lnSpc>
              <a:defRPr sz="4400"/>
            </a:lvl1pPr>
          </a:lstStyle>
          <a:p>
            <a:pPr lvl="0"/>
            <a:r>
              <a:rPr lang="en-US"/>
              <a:t>Click to edit Master title style</a:t>
            </a:r>
            <a:endParaRPr lang="en-IE"/>
          </a:p>
        </p:txBody>
      </p:sp>
      <p:sp>
        <p:nvSpPr>
          <p:cNvPr id="4" name="Text Placeholder 2">
            <a:extLst>
              <a:ext uri="{FF2B5EF4-FFF2-40B4-BE49-F238E27FC236}">
                <a16:creationId xmlns:a16="http://schemas.microsoft.com/office/drawing/2014/main" id="{F1D64489-A629-32AD-A625-EE2CF20E4B73}"/>
              </a:ext>
            </a:extLst>
          </p:cNvPr>
          <p:cNvSpPr txBox="1">
            <a:spLocks noGrp="1"/>
          </p:cNvSpPr>
          <p:nvPr>
            <p:ph type="body" idx="1"/>
          </p:nvPr>
        </p:nvSpPr>
        <p:spPr>
          <a:xfrm>
            <a:off x="633505" y="2151061"/>
            <a:ext cx="3940405" cy="1500182"/>
          </a:xfrm>
        </p:spPr>
        <p:txBody>
          <a:bodyPr>
            <a:noAutofit/>
          </a:bodyPr>
          <a:lstStyle>
            <a:lvl1pPr marL="0" indent="0">
              <a:lnSpc>
                <a:spcPct val="85000"/>
              </a:lnSpc>
              <a:buNone/>
              <a:defRPr sz="2400">
                <a:solidFill>
                  <a:srgbClr val="898989"/>
                </a:solidFill>
              </a:defRPr>
            </a:lvl1pPr>
          </a:lstStyle>
          <a:p>
            <a:pPr lvl="0"/>
            <a:r>
              <a:rPr lang="en-US"/>
              <a:t>Edit Master text styles</a:t>
            </a:r>
          </a:p>
        </p:txBody>
      </p:sp>
      <p:pic>
        <p:nvPicPr>
          <p:cNvPr id="8" name="Picture 7">
            <a:extLst>
              <a:ext uri="{FF2B5EF4-FFF2-40B4-BE49-F238E27FC236}">
                <a16:creationId xmlns:a16="http://schemas.microsoft.com/office/drawing/2014/main" id="{6D4B1766-6724-1A5E-0B3D-8BA201C10FF9}"/>
              </a:ext>
            </a:extLst>
          </p:cNvPr>
          <p:cNvPicPr>
            <a:picLocks noChangeAspect="1"/>
          </p:cNvPicPr>
          <p:nvPr/>
        </p:nvPicPr>
        <p:blipFill>
          <a:blip r:embed="rId4">
            <a:biLevel thresh="50000"/>
          </a:blip>
          <a:srcRect l="11982" t="16649" r="11982" b="16649"/>
          <a:stretch>
            <a:fillRect/>
          </a:stretch>
        </p:blipFill>
        <p:spPr>
          <a:xfrm>
            <a:off x="11010802" y="5993608"/>
            <a:ext cx="938302" cy="618244"/>
          </a:xfrm>
          <a:prstGeom prst="rect">
            <a:avLst/>
          </a:prstGeom>
          <a:noFill/>
          <a:ln cap="flat">
            <a:noFill/>
          </a:ln>
        </p:spPr>
      </p:pic>
    </p:spTree>
    <p:extLst>
      <p:ext uri="{BB962C8B-B14F-4D97-AF65-F5344CB8AC3E}">
        <p14:creationId xmlns:p14="http://schemas.microsoft.com/office/powerpoint/2010/main" val="2778317762"/>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type="secHead" preserve="1">
  <p:cSld name="1_Divider Slide">
    <p:bg>
      <p:bgPr>
        <a:blipFill>
          <a:blip r:embed="rId2"/>
          <a:stretch>
            <a:fillRect/>
          </a:stretch>
        </a:blipFill>
        <a:effectLst/>
      </p:bgPr>
    </p:bg>
    <p:spTree>
      <p:nvGrpSpPr>
        <p:cNvPr id="1" name=""/>
        <p:cNvGrpSpPr/>
        <p:nvPr/>
      </p:nvGrpSpPr>
      <p:grpSpPr>
        <a:xfrm>
          <a:off x="0" y="0"/>
          <a:ext cx="0" cy="0"/>
          <a:chOff x="0" y="0"/>
          <a:chExt cx="0" cy="0"/>
        </a:xfrm>
      </p:grpSpPr>
      <p:pic>
        <p:nvPicPr>
          <p:cNvPr id="2" name="Picture 8">
            <a:extLst>
              <a:ext uri="{FF2B5EF4-FFF2-40B4-BE49-F238E27FC236}">
                <a16:creationId xmlns:a16="http://schemas.microsoft.com/office/drawing/2014/main" id="{5A99B41E-A7F3-FFDA-7BE6-5CF5A0FFFE2A}"/>
              </a:ext>
            </a:extLst>
          </p:cNvPr>
          <p:cNvPicPr>
            <a:picLocks noChangeAspect="1"/>
          </p:cNvPicPr>
          <p:nvPr/>
        </p:nvPicPr>
        <p:blipFill>
          <a:blip r:embed="rId3"/>
          <a:stretch>
            <a:fillRect/>
          </a:stretch>
        </p:blipFill>
        <p:spPr>
          <a:xfrm flipH="1">
            <a:off x="6743700" y="0"/>
            <a:ext cx="5448296" cy="4538660"/>
          </a:xfrm>
          <a:prstGeom prst="rect">
            <a:avLst/>
          </a:prstGeom>
          <a:noFill/>
          <a:ln cap="flat">
            <a:noFill/>
          </a:ln>
        </p:spPr>
      </p:pic>
      <p:sp>
        <p:nvSpPr>
          <p:cNvPr id="3" name="Title 1">
            <a:extLst>
              <a:ext uri="{FF2B5EF4-FFF2-40B4-BE49-F238E27FC236}">
                <a16:creationId xmlns:a16="http://schemas.microsoft.com/office/drawing/2014/main" id="{8489F9FF-30CD-C651-42AB-BCE11C8AE2FD}"/>
              </a:ext>
            </a:extLst>
          </p:cNvPr>
          <p:cNvSpPr txBox="1">
            <a:spLocks noGrp="1"/>
          </p:cNvSpPr>
          <p:nvPr>
            <p:ph type="title"/>
          </p:nvPr>
        </p:nvSpPr>
        <p:spPr>
          <a:xfrm>
            <a:off x="7986799" y="358143"/>
            <a:ext cx="3940405" cy="1765935"/>
          </a:xfrm>
        </p:spPr>
        <p:txBody>
          <a:bodyPr anchor="b"/>
          <a:lstStyle>
            <a:lvl1pPr>
              <a:lnSpc>
                <a:spcPct val="85000"/>
              </a:lnSpc>
              <a:defRPr sz="4400"/>
            </a:lvl1pPr>
          </a:lstStyle>
          <a:p>
            <a:pPr lvl="0"/>
            <a:r>
              <a:rPr lang="en-US"/>
              <a:t>Click to edit Master title style</a:t>
            </a:r>
            <a:endParaRPr lang="en-IE"/>
          </a:p>
        </p:txBody>
      </p:sp>
      <p:sp>
        <p:nvSpPr>
          <p:cNvPr id="4" name="Text Placeholder 2">
            <a:extLst>
              <a:ext uri="{FF2B5EF4-FFF2-40B4-BE49-F238E27FC236}">
                <a16:creationId xmlns:a16="http://schemas.microsoft.com/office/drawing/2014/main" id="{7E2B0095-F0FC-5CB7-D504-4804E559507D}"/>
              </a:ext>
            </a:extLst>
          </p:cNvPr>
          <p:cNvSpPr txBox="1">
            <a:spLocks noGrp="1"/>
          </p:cNvSpPr>
          <p:nvPr>
            <p:ph type="body" idx="1"/>
          </p:nvPr>
        </p:nvSpPr>
        <p:spPr>
          <a:xfrm>
            <a:off x="7986799" y="2151061"/>
            <a:ext cx="3940405" cy="1500182"/>
          </a:xfrm>
        </p:spPr>
        <p:txBody>
          <a:bodyPr>
            <a:noAutofit/>
          </a:bodyPr>
          <a:lstStyle>
            <a:lvl1pPr marL="0" indent="0">
              <a:lnSpc>
                <a:spcPct val="85000"/>
              </a:lnSpc>
              <a:buNone/>
              <a:defRPr sz="2400">
                <a:solidFill>
                  <a:srgbClr val="898989"/>
                </a:solidFill>
              </a:defRPr>
            </a:lvl1pPr>
          </a:lstStyle>
          <a:p>
            <a:pPr lvl="0"/>
            <a:r>
              <a:rPr lang="en-US"/>
              <a:t>Edit Master text styles</a:t>
            </a:r>
          </a:p>
        </p:txBody>
      </p:sp>
      <p:pic>
        <p:nvPicPr>
          <p:cNvPr id="8" name="Picture 7">
            <a:extLst>
              <a:ext uri="{FF2B5EF4-FFF2-40B4-BE49-F238E27FC236}">
                <a16:creationId xmlns:a16="http://schemas.microsoft.com/office/drawing/2014/main" id="{2F7D6655-6894-869A-86BC-2260156BB153}"/>
              </a:ext>
            </a:extLst>
          </p:cNvPr>
          <p:cNvPicPr>
            <a:picLocks noChangeAspect="1"/>
          </p:cNvPicPr>
          <p:nvPr/>
        </p:nvPicPr>
        <p:blipFill>
          <a:blip r:embed="rId4">
            <a:biLevel thresh="50000"/>
          </a:blip>
          <a:srcRect l="11982" t="16649" r="11982" b="16649"/>
          <a:stretch>
            <a:fillRect/>
          </a:stretch>
        </p:blipFill>
        <p:spPr>
          <a:xfrm>
            <a:off x="11010802" y="5993608"/>
            <a:ext cx="938302" cy="618244"/>
          </a:xfrm>
          <a:prstGeom prst="rect">
            <a:avLst/>
          </a:prstGeom>
          <a:noFill/>
          <a:ln cap="flat">
            <a:noFill/>
          </a:ln>
        </p:spPr>
      </p:pic>
    </p:spTree>
    <p:extLst>
      <p:ext uri="{BB962C8B-B14F-4D97-AF65-F5344CB8AC3E}">
        <p14:creationId xmlns:p14="http://schemas.microsoft.com/office/powerpoint/2010/main" val="3695478005"/>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showMasterSp="0" preserve="1">
  <p:cSld name="2_Divider Slide">
    <p:bg>
      <p:bgPr>
        <a:solidFill>
          <a:srgbClr val="00667D"/>
        </a:solidFill>
        <a:effectLst/>
      </p:bgPr>
    </p:bg>
    <p:spTree>
      <p:nvGrpSpPr>
        <p:cNvPr id="1" name=""/>
        <p:cNvGrpSpPr/>
        <p:nvPr/>
      </p:nvGrpSpPr>
      <p:grpSpPr>
        <a:xfrm>
          <a:off x="0" y="0"/>
          <a:ext cx="0" cy="0"/>
          <a:chOff x="0" y="0"/>
          <a:chExt cx="0" cy="0"/>
        </a:xfrm>
      </p:grpSpPr>
      <p:sp>
        <p:nvSpPr>
          <p:cNvPr id="2" name="Freeform 5">
            <a:extLst>
              <a:ext uri="{FF2B5EF4-FFF2-40B4-BE49-F238E27FC236}">
                <a16:creationId xmlns:a16="http://schemas.microsoft.com/office/drawing/2014/main" id="{EC86076B-2C5A-8EAC-83E2-36529320FE2B}"/>
              </a:ext>
            </a:extLst>
          </p:cNvPr>
          <p:cNvSpPr/>
          <p:nvPr/>
        </p:nvSpPr>
        <p:spPr>
          <a:xfrm flipV="1">
            <a:off x="0" y="1693861"/>
            <a:ext cx="6199183" cy="5162546"/>
          </a:xfrm>
          <a:custGeom>
            <a:avLst/>
            <a:gdLst>
              <a:gd name="f0" fmla="val 10800000"/>
              <a:gd name="f1" fmla="val 5400000"/>
              <a:gd name="f2" fmla="val 180"/>
              <a:gd name="f3" fmla="val w"/>
              <a:gd name="f4" fmla="val h"/>
              <a:gd name="f5" fmla="val 0"/>
              <a:gd name="f6" fmla="val 3430"/>
              <a:gd name="f7" fmla="val 2856"/>
              <a:gd name="f8" fmla="val 2730"/>
              <a:gd name="f9" fmla="val 2244"/>
              <a:gd name="f10" fmla="val 3196"/>
              <a:gd name="f11" fmla="val 1836"/>
              <a:gd name="f12" fmla="val 1281"/>
              <a:gd name="f13" fmla="val 578"/>
              <a:gd name="f14" fmla="val 373"/>
              <a:gd name="f15" fmla="val 3410"/>
              <a:gd name="f16" fmla="val 181"/>
              <a:gd name="f17" fmla="val 3370"/>
              <a:gd name="f18" fmla="val 2664"/>
              <a:gd name="f19" fmla="val 311"/>
              <a:gd name="f20" fmla="val 2792"/>
              <a:gd name="f21" fmla="val 654"/>
              <a:gd name="f22" fmla="val 1029"/>
              <a:gd name="f23" fmla="val 1699"/>
              <a:gd name="f24" fmla="val 2266"/>
              <a:gd name="f25" fmla="val 2652"/>
              <a:gd name="f26" fmla="+- 0 0 -90"/>
              <a:gd name="f27" fmla="*/ f3 1 3430"/>
              <a:gd name="f28" fmla="*/ f4 1 2856"/>
              <a:gd name="f29" fmla="+- f7 0 f5"/>
              <a:gd name="f30" fmla="+- f6 0 f5"/>
              <a:gd name="f31" fmla="*/ f26 f0 1"/>
              <a:gd name="f32" fmla="*/ f30 1 3430"/>
              <a:gd name="f33" fmla="*/ f29 1 2856"/>
              <a:gd name="f34" fmla="*/ 2730 f30 1"/>
              <a:gd name="f35" fmla="*/ 2244 f29 1"/>
              <a:gd name="f36" fmla="*/ 3430 f30 1"/>
              <a:gd name="f37" fmla="*/ 578 f29 1"/>
              <a:gd name="f38" fmla="*/ 3370 f30 1"/>
              <a:gd name="f39" fmla="*/ 0 f29 1"/>
              <a:gd name="f40" fmla="*/ 0 f30 1"/>
              <a:gd name="f41" fmla="*/ 2664 f29 1"/>
              <a:gd name="f42" fmla="*/ 1029 f30 1"/>
              <a:gd name="f43" fmla="*/ 2856 f29 1"/>
              <a:gd name="f44" fmla="*/ f31 1 f2"/>
              <a:gd name="f45" fmla="*/ f34 1 3430"/>
              <a:gd name="f46" fmla="*/ f35 1 2856"/>
              <a:gd name="f47" fmla="*/ f36 1 3430"/>
              <a:gd name="f48" fmla="*/ f37 1 2856"/>
              <a:gd name="f49" fmla="*/ f38 1 3430"/>
              <a:gd name="f50" fmla="*/ f39 1 2856"/>
              <a:gd name="f51" fmla="*/ f40 1 3430"/>
              <a:gd name="f52" fmla="*/ f41 1 2856"/>
              <a:gd name="f53" fmla="*/ f42 1 3430"/>
              <a:gd name="f54" fmla="*/ f43 1 2856"/>
              <a:gd name="f55" fmla="*/ 0 1 f32"/>
              <a:gd name="f56" fmla="*/ f6 1 f32"/>
              <a:gd name="f57" fmla="*/ 0 1 f33"/>
              <a:gd name="f58" fmla="*/ f7 1 f33"/>
              <a:gd name="f59" fmla="+- f44 0 f1"/>
              <a:gd name="f60" fmla="*/ f45 1 f32"/>
              <a:gd name="f61" fmla="*/ f46 1 f33"/>
              <a:gd name="f62" fmla="*/ f47 1 f32"/>
              <a:gd name="f63" fmla="*/ f48 1 f33"/>
              <a:gd name="f64" fmla="*/ f49 1 f32"/>
              <a:gd name="f65" fmla="*/ f50 1 f33"/>
              <a:gd name="f66" fmla="*/ f51 1 f32"/>
              <a:gd name="f67" fmla="*/ f52 1 f33"/>
              <a:gd name="f68" fmla="*/ f53 1 f32"/>
              <a:gd name="f69" fmla="*/ f54 1 f33"/>
              <a:gd name="f70" fmla="*/ f55 f27 1"/>
              <a:gd name="f71" fmla="*/ f56 f27 1"/>
              <a:gd name="f72" fmla="*/ f58 f28 1"/>
              <a:gd name="f73" fmla="*/ f57 f28 1"/>
              <a:gd name="f74" fmla="*/ f60 f27 1"/>
              <a:gd name="f75" fmla="*/ f61 f28 1"/>
              <a:gd name="f76" fmla="*/ f62 f27 1"/>
              <a:gd name="f77" fmla="*/ f63 f28 1"/>
              <a:gd name="f78" fmla="*/ f64 f27 1"/>
              <a:gd name="f79" fmla="*/ f65 f28 1"/>
              <a:gd name="f80" fmla="*/ f66 f27 1"/>
              <a:gd name="f81" fmla="*/ f67 f28 1"/>
              <a:gd name="f82" fmla="*/ f68 f27 1"/>
              <a:gd name="f83" fmla="*/ f69 f28 1"/>
            </a:gdLst>
            <a:ahLst/>
            <a:cxnLst>
              <a:cxn ang="3cd4">
                <a:pos x="hc" y="t"/>
              </a:cxn>
              <a:cxn ang="0">
                <a:pos x="r" y="vc"/>
              </a:cxn>
              <a:cxn ang="cd4">
                <a:pos x="hc" y="b"/>
              </a:cxn>
              <a:cxn ang="cd2">
                <a:pos x="l" y="vc"/>
              </a:cxn>
              <a:cxn ang="f59">
                <a:pos x="f74" y="f75"/>
              </a:cxn>
              <a:cxn ang="f59">
                <a:pos x="f76" y="f77"/>
              </a:cxn>
              <a:cxn ang="f59">
                <a:pos x="f78" y="f79"/>
              </a:cxn>
              <a:cxn ang="f59">
                <a:pos x="f80" y="f79"/>
              </a:cxn>
              <a:cxn ang="f59">
                <a:pos x="f80" y="f81"/>
              </a:cxn>
              <a:cxn ang="f59">
                <a:pos x="f82" y="f83"/>
              </a:cxn>
              <a:cxn ang="f59">
                <a:pos x="f74" y="f75"/>
              </a:cxn>
            </a:cxnLst>
            <a:rect l="f70" t="f73" r="f71" b="f72"/>
            <a:pathLst>
              <a:path w="3430" h="2856">
                <a:moveTo>
                  <a:pt x="f8" y="f9"/>
                </a:moveTo>
                <a:cubicBezTo>
                  <a:pt x="f10" y="f11"/>
                  <a:pt x="f6" y="f12"/>
                  <a:pt x="f6" y="f13"/>
                </a:cubicBezTo>
                <a:cubicBezTo>
                  <a:pt x="f6" y="f14"/>
                  <a:pt x="f15" y="f16"/>
                  <a:pt x="f17" y="f5"/>
                </a:cubicBezTo>
                <a:cubicBezTo>
                  <a:pt x="f5" y="f5"/>
                  <a:pt x="f5" y="f5"/>
                  <a:pt x="f5" y="f5"/>
                </a:cubicBezTo>
                <a:cubicBezTo>
                  <a:pt x="f5" y="f18"/>
                  <a:pt x="f5" y="f18"/>
                  <a:pt x="f5" y="f18"/>
                </a:cubicBezTo>
                <a:cubicBezTo>
                  <a:pt x="f19" y="f20"/>
                  <a:pt x="f21" y="f7"/>
                  <a:pt x="f22" y="f7"/>
                </a:cubicBezTo>
                <a:cubicBezTo>
                  <a:pt x="f23" y="f7"/>
                  <a:pt x="f24" y="f25"/>
                  <a:pt x="f8" y="f9"/>
                </a:cubicBezTo>
                <a:close/>
              </a:path>
            </a:pathLst>
          </a:custGeom>
          <a:solidFill>
            <a:srgbClr val="FFFFFF"/>
          </a:solidFill>
          <a:ln cap="flat">
            <a:noFill/>
            <a:prstDash val="solid"/>
          </a:ln>
        </p:spPr>
        <p:txBody>
          <a:bodyPr vert="horz" wrap="square" lIns="91440" tIns="45720" rIns="91440" bIns="4572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IE" sz="1800" b="0" i="0" u="none" strike="noStrike" kern="1200" cap="none" spc="0" baseline="0">
              <a:solidFill>
                <a:srgbClr val="000000"/>
              </a:solidFill>
              <a:uFillTx/>
              <a:latin typeface="Calibri"/>
            </a:endParaRPr>
          </a:p>
        </p:txBody>
      </p:sp>
      <p:sp>
        <p:nvSpPr>
          <p:cNvPr id="3" name="Title 1">
            <a:extLst>
              <a:ext uri="{FF2B5EF4-FFF2-40B4-BE49-F238E27FC236}">
                <a16:creationId xmlns:a16="http://schemas.microsoft.com/office/drawing/2014/main" id="{27BEE4A8-6D71-8D3F-99C4-30E678509CF1}"/>
              </a:ext>
            </a:extLst>
          </p:cNvPr>
          <p:cNvSpPr txBox="1">
            <a:spLocks noGrp="1"/>
          </p:cNvSpPr>
          <p:nvPr>
            <p:ph type="title"/>
          </p:nvPr>
        </p:nvSpPr>
        <p:spPr>
          <a:xfrm>
            <a:off x="631594" y="3285786"/>
            <a:ext cx="3940405" cy="1765935"/>
          </a:xfrm>
        </p:spPr>
        <p:txBody>
          <a:bodyPr anchor="ctr"/>
          <a:lstStyle>
            <a:lvl1pPr>
              <a:lnSpc>
                <a:spcPct val="85000"/>
              </a:lnSpc>
              <a:defRPr sz="4400"/>
            </a:lvl1pPr>
          </a:lstStyle>
          <a:p>
            <a:pPr lvl="0"/>
            <a:r>
              <a:rPr lang="en-US"/>
              <a:t>Click to edit Master title style</a:t>
            </a:r>
            <a:endParaRPr lang="en-IE"/>
          </a:p>
        </p:txBody>
      </p:sp>
      <p:pic>
        <p:nvPicPr>
          <p:cNvPr id="7" name="Picture 13">
            <a:extLst>
              <a:ext uri="{FF2B5EF4-FFF2-40B4-BE49-F238E27FC236}">
                <a16:creationId xmlns:a16="http://schemas.microsoft.com/office/drawing/2014/main" id="{55EB8B96-1EC1-0D30-1AEA-B67C189CDA27}"/>
              </a:ext>
            </a:extLst>
          </p:cNvPr>
          <p:cNvPicPr>
            <a:picLocks noChangeAspect="1"/>
          </p:cNvPicPr>
          <p:nvPr/>
        </p:nvPicPr>
        <p:blipFill>
          <a:blip r:embed="rId2"/>
          <a:stretch>
            <a:fillRect/>
          </a:stretch>
        </p:blipFill>
        <p:spPr>
          <a:xfrm>
            <a:off x="6424610" y="667292"/>
            <a:ext cx="5029200" cy="1587416"/>
          </a:xfrm>
          <a:prstGeom prst="rect">
            <a:avLst/>
          </a:prstGeom>
          <a:noFill/>
          <a:ln cap="flat">
            <a:noFill/>
          </a:ln>
        </p:spPr>
      </p:pic>
    </p:spTree>
    <p:extLst>
      <p:ext uri="{BB962C8B-B14F-4D97-AF65-F5344CB8AC3E}">
        <p14:creationId xmlns:p14="http://schemas.microsoft.com/office/powerpoint/2010/main" val="1971381792"/>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showMasterSp="0" preserve="1">
  <p:cSld name="3_Divider slide">
    <p:bg>
      <p:bgPr>
        <a:solidFill>
          <a:srgbClr val="00667D"/>
        </a:solidFill>
        <a:effectLst/>
      </p:bgPr>
    </p:bg>
    <p:spTree>
      <p:nvGrpSpPr>
        <p:cNvPr id="1" name=""/>
        <p:cNvGrpSpPr/>
        <p:nvPr/>
      </p:nvGrpSpPr>
      <p:grpSpPr>
        <a:xfrm>
          <a:off x="0" y="0"/>
          <a:ext cx="0" cy="0"/>
          <a:chOff x="0" y="0"/>
          <a:chExt cx="0" cy="0"/>
        </a:xfrm>
      </p:grpSpPr>
      <p:grpSp>
        <p:nvGrpSpPr>
          <p:cNvPr id="6" name="Group 4">
            <a:extLst>
              <a:ext uri="{FF2B5EF4-FFF2-40B4-BE49-F238E27FC236}">
                <a16:creationId xmlns:a16="http://schemas.microsoft.com/office/drawing/2014/main" id="{9FFE6A9D-9DFA-163F-0B05-B1A10BDCB0FE}"/>
              </a:ext>
            </a:extLst>
          </p:cNvPr>
          <p:cNvGrpSpPr/>
          <p:nvPr/>
        </p:nvGrpSpPr>
        <p:grpSpPr>
          <a:xfrm>
            <a:off x="9916997" y="301660"/>
            <a:ext cx="1940676" cy="3432063"/>
            <a:chOff x="9916997" y="301660"/>
            <a:chExt cx="1940676" cy="3432063"/>
          </a:xfrm>
        </p:grpSpPr>
        <p:sp>
          <p:nvSpPr>
            <p:cNvPr id="7" name="Freeform 5">
              <a:extLst>
                <a:ext uri="{FF2B5EF4-FFF2-40B4-BE49-F238E27FC236}">
                  <a16:creationId xmlns:a16="http://schemas.microsoft.com/office/drawing/2014/main" id="{A68D608F-2C77-EBC3-000F-3688DEDE20BA}"/>
                </a:ext>
              </a:extLst>
            </p:cNvPr>
            <p:cNvSpPr/>
            <p:nvPr/>
          </p:nvSpPr>
          <p:spPr>
            <a:xfrm>
              <a:off x="10334100" y="301660"/>
              <a:ext cx="705459" cy="670584"/>
            </a:xfrm>
            <a:custGeom>
              <a:avLst/>
              <a:gdLst>
                <a:gd name="f0" fmla="val 10800000"/>
                <a:gd name="f1" fmla="val 5400000"/>
                <a:gd name="f2" fmla="val 180"/>
                <a:gd name="f3" fmla="val w"/>
                <a:gd name="f4" fmla="val h"/>
                <a:gd name="f5" fmla="val 0"/>
                <a:gd name="f6" fmla="val 222"/>
                <a:gd name="f7" fmla="val 211"/>
                <a:gd name="f8" fmla="val 32"/>
                <a:gd name="f9" fmla="val 183"/>
                <a:gd name="f10" fmla="val 54"/>
                <a:gd name="f11" fmla="val 202"/>
                <a:gd name="f12" fmla="val 80"/>
                <a:gd name="f13" fmla="val 111"/>
                <a:gd name="f14" fmla="val 142"/>
                <a:gd name="f15" fmla="val 168"/>
                <a:gd name="f16" fmla="val 190"/>
                <a:gd name="f17" fmla="val 164"/>
                <a:gd name="f18" fmla="val 139"/>
                <a:gd name="f19" fmla="val 106"/>
                <a:gd name="f20" fmla="val 74"/>
                <a:gd name="f21" fmla="val 48"/>
                <a:gd name="f22" fmla="val 29"/>
                <a:gd name="f23" fmla="val 10"/>
                <a:gd name="f24" fmla="val 11"/>
                <a:gd name="f25" fmla="+- 0 0 -90"/>
                <a:gd name="f26" fmla="*/ f3 1 222"/>
                <a:gd name="f27" fmla="*/ f4 1 211"/>
                <a:gd name="f28" fmla="+- f7 0 f5"/>
                <a:gd name="f29" fmla="+- f6 0 f5"/>
                <a:gd name="f30" fmla="*/ f25 f0 1"/>
                <a:gd name="f31" fmla="*/ f29 1 222"/>
                <a:gd name="f32" fmla="*/ f28 1 211"/>
                <a:gd name="f33" fmla="*/ 32 f29 1"/>
                <a:gd name="f34" fmla="*/ 183 f28 1"/>
                <a:gd name="f35" fmla="*/ 111 f29 1"/>
                <a:gd name="f36" fmla="*/ 211 f28 1"/>
                <a:gd name="f37" fmla="*/ 190 f29 1"/>
                <a:gd name="f38" fmla="*/ 222 f29 1"/>
                <a:gd name="f39" fmla="*/ 106 f28 1"/>
                <a:gd name="f40" fmla="*/ 29 f28 1"/>
                <a:gd name="f41" fmla="*/ 0 f28 1"/>
                <a:gd name="f42" fmla="*/ 0 f29 1"/>
                <a:gd name="f43" fmla="*/ f30 1 f2"/>
                <a:gd name="f44" fmla="*/ f33 1 222"/>
                <a:gd name="f45" fmla="*/ f34 1 211"/>
                <a:gd name="f46" fmla="*/ f35 1 222"/>
                <a:gd name="f47" fmla="*/ f36 1 211"/>
                <a:gd name="f48" fmla="*/ f37 1 222"/>
                <a:gd name="f49" fmla="*/ f38 1 222"/>
                <a:gd name="f50" fmla="*/ f39 1 211"/>
                <a:gd name="f51" fmla="*/ f40 1 211"/>
                <a:gd name="f52" fmla="*/ f41 1 211"/>
                <a:gd name="f53" fmla="*/ f42 1 222"/>
                <a:gd name="f54" fmla="*/ 0 1 f31"/>
                <a:gd name="f55" fmla="*/ f6 1 f31"/>
                <a:gd name="f56" fmla="*/ 0 1 f32"/>
                <a:gd name="f57" fmla="*/ f7 1 f32"/>
                <a:gd name="f58" fmla="+- f43 0 f1"/>
                <a:gd name="f59" fmla="*/ f44 1 f31"/>
                <a:gd name="f60" fmla="*/ f45 1 f32"/>
                <a:gd name="f61" fmla="*/ f46 1 f31"/>
                <a:gd name="f62" fmla="*/ f47 1 f32"/>
                <a:gd name="f63" fmla="*/ f48 1 f31"/>
                <a:gd name="f64" fmla="*/ f49 1 f31"/>
                <a:gd name="f65" fmla="*/ f50 1 f32"/>
                <a:gd name="f66" fmla="*/ f51 1 f32"/>
                <a:gd name="f67" fmla="*/ f52 1 f32"/>
                <a:gd name="f68" fmla="*/ f53 1 f31"/>
                <a:gd name="f69" fmla="*/ f54 f26 1"/>
                <a:gd name="f70" fmla="*/ f55 f26 1"/>
                <a:gd name="f71" fmla="*/ f57 f27 1"/>
                <a:gd name="f72" fmla="*/ f56 f27 1"/>
                <a:gd name="f73" fmla="*/ f59 f26 1"/>
                <a:gd name="f74" fmla="*/ f60 f27 1"/>
                <a:gd name="f75" fmla="*/ f61 f26 1"/>
                <a:gd name="f76" fmla="*/ f62 f27 1"/>
                <a:gd name="f77" fmla="*/ f63 f26 1"/>
                <a:gd name="f78" fmla="*/ f64 f26 1"/>
                <a:gd name="f79" fmla="*/ f65 f27 1"/>
                <a:gd name="f80" fmla="*/ f66 f27 1"/>
                <a:gd name="f81" fmla="*/ f67 f27 1"/>
                <a:gd name="f82" fmla="*/ f68 f26 1"/>
              </a:gdLst>
              <a:ahLst/>
              <a:cxnLst>
                <a:cxn ang="3cd4">
                  <a:pos x="hc" y="t"/>
                </a:cxn>
                <a:cxn ang="0">
                  <a:pos x="r" y="vc"/>
                </a:cxn>
                <a:cxn ang="cd4">
                  <a:pos x="hc" y="b"/>
                </a:cxn>
                <a:cxn ang="cd2">
                  <a:pos x="l" y="vc"/>
                </a:cxn>
                <a:cxn ang="f58">
                  <a:pos x="f73" y="f74"/>
                </a:cxn>
                <a:cxn ang="f58">
                  <a:pos x="f75" y="f76"/>
                </a:cxn>
                <a:cxn ang="f58">
                  <a:pos x="f77" y="f74"/>
                </a:cxn>
                <a:cxn ang="f58">
                  <a:pos x="f78" y="f79"/>
                </a:cxn>
                <a:cxn ang="f58">
                  <a:pos x="f77" y="f80"/>
                </a:cxn>
                <a:cxn ang="f58">
                  <a:pos x="f75" y="f81"/>
                </a:cxn>
                <a:cxn ang="f58">
                  <a:pos x="f73" y="f80"/>
                </a:cxn>
                <a:cxn ang="f58">
                  <a:pos x="f82" y="f79"/>
                </a:cxn>
                <a:cxn ang="f58">
                  <a:pos x="f73" y="f74"/>
                </a:cxn>
              </a:cxnLst>
              <a:rect l="f69" t="f72" r="f70" b="f71"/>
              <a:pathLst>
                <a:path w="222" h="211">
                  <a:moveTo>
                    <a:pt x="f8" y="f9"/>
                  </a:moveTo>
                  <a:cubicBezTo>
                    <a:pt x="f10" y="f11"/>
                    <a:pt x="f12" y="f7"/>
                    <a:pt x="f13" y="f7"/>
                  </a:cubicBezTo>
                  <a:cubicBezTo>
                    <a:pt x="f14" y="f7"/>
                    <a:pt x="f15" y="f11"/>
                    <a:pt x="f16" y="f9"/>
                  </a:cubicBezTo>
                  <a:cubicBezTo>
                    <a:pt x="f7" y="f17"/>
                    <a:pt x="f6" y="f18"/>
                    <a:pt x="f6" y="f19"/>
                  </a:cubicBezTo>
                  <a:cubicBezTo>
                    <a:pt x="f6" y="f20"/>
                    <a:pt x="f7" y="f21"/>
                    <a:pt x="f16" y="f22"/>
                  </a:cubicBezTo>
                  <a:cubicBezTo>
                    <a:pt x="f15" y="f23"/>
                    <a:pt x="f14" y="f5"/>
                    <a:pt x="f13" y="f5"/>
                  </a:cubicBezTo>
                  <a:cubicBezTo>
                    <a:pt x="f12" y="f5"/>
                    <a:pt x="f10" y="f23"/>
                    <a:pt x="f8" y="f22"/>
                  </a:cubicBezTo>
                  <a:cubicBezTo>
                    <a:pt x="f24" y="f21"/>
                    <a:pt x="f5" y="f20"/>
                    <a:pt x="f5" y="f19"/>
                  </a:cubicBezTo>
                  <a:cubicBezTo>
                    <a:pt x="f5" y="f18"/>
                    <a:pt x="f24" y="f17"/>
                    <a:pt x="f8" y="f9"/>
                  </a:cubicBezTo>
                </a:path>
              </a:pathLst>
            </a:custGeom>
            <a:noFill/>
            <a:ln cap="flat">
              <a:noFill/>
              <a:prstDash val="solid"/>
            </a:ln>
          </p:spPr>
          <p:txBody>
            <a:bodyPr vert="horz" wrap="square" lIns="91440" tIns="45720" rIns="91440" bIns="4572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IE" sz="1800" b="0" i="0" u="none" strike="noStrike" kern="1200" cap="none" spc="0" baseline="0">
                <a:solidFill>
                  <a:srgbClr val="000000"/>
                </a:solidFill>
                <a:uFillTx/>
                <a:latin typeface="Calibri"/>
              </a:endParaRPr>
            </a:p>
          </p:txBody>
        </p:sp>
        <p:sp>
          <p:nvSpPr>
            <p:cNvPr id="8" name="Freeform 6">
              <a:extLst>
                <a:ext uri="{FF2B5EF4-FFF2-40B4-BE49-F238E27FC236}">
                  <a16:creationId xmlns:a16="http://schemas.microsoft.com/office/drawing/2014/main" id="{A204BF0E-86B3-0AC7-86A5-76076993F1E8}"/>
                </a:ext>
              </a:extLst>
            </p:cNvPr>
            <p:cNvSpPr/>
            <p:nvPr/>
          </p:nvSpPr>
          <p:spPr>
            <a:xfrm>
              <a:off x="11240737" y="1162696"/>
              <a:ext cx="616936" cy="587437"/>
            </a:xfrm>
            <a:custGeom>
              <a:avLst/>
              <a:gdLst>
                <a:gd name="f0" fmla="val 10800000"/>
                <a:gd name="f1" fmla="val 5400000"/>
                <a:gd name="f2" fmla="val 180"/>
                <a:gd name="f3" fmla="val w"/>
                <a:gd name="f4" fmla="val h"/>
                <a:gd name="f5" fmla="val 0"/>
                <a:gd name="f6" fmla="val 194"/>
                <a:gd name="f7" fmla="val 185"/>
                <a:gd name="f8" fmla="val 166"/>
                <a:gd name="f9" fmla="val 26"/>
                <a:gd name="f10" fmla="val 147"/>
                <a:gd name="f11" fmla="val 9"/>
                <a:gd name="f12" fmla="val 124"/>
                <a:gd name="f13" fmla="val 97"/>
                <a:gd name="f14" fmla="val 70"/>
                <a:gd name="f15" fmla="val 47"/>
                <a:gd name="f16" fmla="val 29"/>
                <a:gd name="f17" fmla="val 10"/>
                <a:gd name="f18" fmla="val 42"/>
                <a:gd name="f19" fmla="val 65"/>
                <a:gd name="f20" fmla="val 93"/>
                <a:gd name="f21" fmla="val 122"/>
                <a:gd name="f22" fmla="val 144"/>
                <a:gd name="f23" fmla="val 161"/>
                <a:gd name="f24" fmla="val 177"/>
                <a:gd name="f25" fmla="+- 0 0 -90"/>
                <a:gd name="f26" fmla="*/ f3 1 194"/>
                <a:gd name="f27" fmla="*/ f4 1 185"/>
                <a:gd name="f28" fmla="+- f7 0 f5"/>
                <a:gd name="f29" fmla="+- f6 0 f5"/>
                <a:gd name="f30" fmla="*/ f25 f0 1"/>
                <a:gd name="f31" fmla="*/ f29 1 194"/>
                <a:gd name="f32" fmla="*/ f28 1 185"/>
                <a:gd name="f33" fmla="*/ 166 f29 1"/>
                <a:gd name="f34" fmla="*/ 26 f28 1"/>
                <a:gd name="f35" fmla="*/ 97 f29 1"/>
                <a:gd name="f36" fmla="*/ 0 f28 1"/>
                <a:gd name="f37" fmla="*/ 29 f29 1"/>
                <a:gd name="f38" fmla="*/ 0 f29 1"/>
                <a:gd name="f39" fmla="*/ 93 f28 1"/>
                <a:gd name="f40" fmla="*/ 161 f28 1"/>
                <a:gd name="f41" fmla="*/ 185 f28 1"/>
                <a:gd name="f42" fmla="*/ 194 f29 1"/>
                <a:gd name="f43" fmla="*/ f30 1 f2"/>
                <a:gd name="f44" fmla="*/ f33 1 194"/>
                <a:gd name="f45" fmla="*/ f34 1 185"/>
                <a:gd name="f46" fmla="*/ f35 1 194"/>
                <a:gd name="f47" fmla="*/ f36 1 185"/>
                <a:gd name="f48" fmla="*/ f37 1 194"/>
                <a:gd name="f49" fmla="*/ f38 1 194"/>
                <a:gd name="f50" fmla="*/ f39 1 185"/>
                <a:gd name="f51" fmla="*/ f40 1 185"/>
                <a:gd name="f52" fmla="*/ f41 1 185"/>
                <a:gd name="f53" fmla="*/ f42 1 194"/>
                <a:gd name="f54" fmla="*/ 0 1 f31"/>
                <a:gd name="f55" fmla="*/ f6 1 f31"/>
                <a:gd name="f56" fmla="*/ 0 1 f32"/>
                <a:gd name="f57" fmla="*/ f7 1 f32"/>
                <a:gd name="f58" fmla="+- f43 0 f1"/>
                <a:gd name="f59" fmla="*/ f44 1 f31"/>
                <a:gd name="f60" fmla="*/ f45 1 f32"/>
                <a:gd name="f61" fmla="*/ f46 1 f31"/>
                <a:gd name="f62" fmla="*/ f47 1 f32"/>
                <a:gd name="f63" fmla="*/ f48 1 f31"/>
                <a:gd name="f64" fmla="*/ f49 1 f31"/>
                <a:gd name="f65" fmla="*/ f50 1 f32"/>
                <a:gd name="f66" fmla="*/ f51 1 f32"/>
                <a:gd name="f67" fmla="*/ f52 1 f32"/>
                <a:gd name="f68" fmla="*/ f53 1 f31"/>
                <a:gd name="f69" fmla="*/ f54 f26 1"/>
                <a:gd name="f70" fmla="*/ f55 f26 1"/>
                <a:gd name="f71" fmla="*/ f57 f27 1"/>
                <a:gd name="f72" fmla="*/ f56 f27 1"/>
                <a:gd name="f73" fmla="*/ f59 f26 1"/>
                <a:gd name="f74" fmla="*/ f60 f27 1"/>
                <a:gd name="f75" fmla="*/ f61 f26 1"/>
                <a:gd name="f76" fmla="*/ f62 f27 1"/>
                <a:gd name="f77" fmla="*/ f63 f26 1"/>
                <a:gd name="f78" fmla="*/ f64 f26 1"/>
                <a:gd name="f79" fmla="*/ f65 f27 1"/>
                <a:gd name="f80" fmla="*/ f66 f27 1"/>
                <a:gd name="f81" fmla="*/ f67 f27 1"/>
                <a:gd name="f82" fmla="*/ f68 f26 1"/>
              </a:gdLst>
              <a:ahLst/>
              <a:cxnLst>
                <a:cxn ang="3cd4">
                  <a:pos x="hc" y="t"/>
                </a:cxn>
                <a:cxn ang="0">
                  <a:pos x="r" y="vc"/>
                </a:cxn>
                <a:cxn ang="cd4">
                  <a:pos x="hc" y="b"/>
                </a:cxn>
                <a:cxn ang="cd2">
                  <a:pos x="l" y="vc"/>
                </a:cxn>
                <a:cxn ang="f58">
                  <a:pos x="f73" y="f74"/>
                </a:cxn>
                <a:cxn ang="f58">
                  <a:pos x="f75" y="f76"/>
                </a:cxn>
                <a:cxn ang="f58">
                  <a:pos x="f77" y="f74"/>
                </a:cxn>
                <a:cxn ang="f58">
                  <a:pos x="f78" y="f79"/>
                </a:cxn>
                <a:cxn ang="f58">
                  <a:pos x="f77" y="f80"/>
                </a:cxn>
                <a:cxn ang="f58">
                  <a:pos x="f75" y="f81"/>
                </a:cxn>
                <a:cxn ang="f58">
                  <a:pos x="f73" y="f80"/>
                </a:cxn>
                <a:cxn ang="f58">
                  <a:pos x="f82" y="f79"/>
                </a:cxn>
                <a:cxn ang="f58">
                  <a:pos x="f73" y="f74"/>
                </a:cxn>
              </a:cxnLst>
              <a:rect l="f69" t="f72" r="f70" b="f71"/>
              <a:pathLst>
                <a:path w="194" h="185">
                  <a:moveTo>
                    <a:pt x="f8" y="f9"/>
                  </a:moveTo>
                  <a:cubicBezTo>
                    <a:pt x="f10" y="f11"/>
                    <a:pt x="f12" y="f5"/>
                    <a:pt x="f13" y="f5"/>
                  </a:cubicBezTo>
                  <a:cubicBezTo>
                    <a:pt x="f14" y="f5"/>
                    <a:pt x="f15" y="f11"/>
                    <a:pt x="f16" y="f9"/>
                  </a:cubicBezTo>
                  <a:cubicBezTo>
                    <a:pt x="f17" y="f18"/>
                    <a:pt x="f5" y="f19"/>
                    <a:pt x="f5" y="f20"/>
                  </a:cubicBezTo>
                  <a:cubicBezTo>
                    <a:pt x="f5" y="f21"/>
                    <a:pt x="f17" y="f22"/>
                    <a:pt x="f16" y="f23"/>
                  </a:cubicBezTo>
                  <a:cubicBezTo>
                    <a:pt x="f15" y="f24"/>
                    <a:pt x="f14" y="f7"/>
                    <a:pt x="f13" y="f7"/>
                  </a:cubicBezTo>
                  <a:cubicBezTo>
                    <a:pt x="f12" y="f7"/>
                    <a:pt x="f10" y="f24"/>
                    <a:pt x="f8" y="f23"/>
                  </a:cubicBezTo>
                  <a:cubicBezTo>
                    <a:pt x="f7" y="f22"/>
                    <a:pt x="f6" y="f21"/>
                    <a:pt x="f6" y="f20"/>
                  </a:cubicBezTo>
                  <a:cubicBezTo>
                    <a:pt x="f6" y="f19"/>
                    <a:pt x="f7" y="f18"/>
                    <a:pt x="f8" y="f9"/>
                  </a:cubicBezTo>
                </a:path>
              </a:pathLst>
            </a:custGeom>
            <a:noFill/>
            <a:ln cap="flat">
              <a:noFill/>
              <a:prstDash val="solid"/>
            </a:ln>
          </p:spPr>
          <p:txBody>
            <a:bodyPr vert="horz" wrap="square" lIns="91440" tIns="45720" rIns="91440" bIns="4572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IE" sz="1800" b="0" i="0" u="none" strike="noStrike" kern="1200" cap="none" spc="0" baseline="0">
                <a:solidFill>
                  <a:srgbClr val="000000"/>
                </a:solidFill>
                <a:uFillTx/>
                <a:latin typeface="Calibri"/>
              </a:endParaRPr>
            </a:p>
          </p:txBody>
        </p:sp>
        <p:sp>
          <p:nvSpPr>
            <p:cNvPr id="9" name="Freeform 7">
              <a:extLst>
                <a:ext uri="{FF2B5EF4-FFF2-40B4-BE49-F238E27FC236}">
                  <a16:creationId xmlns:a16="http://schemas.microsoft.com/office/drawing/2014/main" id="{F10875CF-F839-010B-6AA8-5B9A35A4E728}"/>
                </a:ext>
              </a:extLst>
            </p:cNvPr>
            <p:cNvSpPr/>
            <p:nvPr/>
          </p:nvSpPr>
          <p:spPr>
            <a:xfrm>
              <a:off x="11234034" y="1845350"/>
              <a:ext cx="611578" cy="985759"/>
            </a:xfrm>
            <a:custGeom>
              <a:avLst/>
              <a:gdLst>
                <a:gd name="f0" fmla="val 10800000"/>
                <a:gd name="f1" fmla="val 5400000"/>
                <a:gd name="f2" fmla="val 180"/>
                <a:gd name="f3" fmla="val w"/>
                <a:gd name="f4" fmla="val h"/>
                <a:gd name="f5" fmla="val 0"/>
                <a:gd name="f6" fmla="val 192"/>
                <a:gd name="f7" fmla="val 310"/>
                <a:gd name="f8" fmla="val 33"/>
                <a:gd name="f9" fmla="val 308"/>
                <a:gd name="f10" fmla="val 133"/>
                <a:gd name="f11" fmla="val 264"/>
                <a:gd name="f12" fmla="val 198"/>
                <a:gd name="f13" fmla="val 114"/>
                <a:gd name="f14" fmla="val 41"/>
                <a:gd name="f15" fmla="val 149"/>
                <a:gd name="f16" fmla="val 96"/>
                <a:gd name="f17" fmla="val 43"/>
                <a:gd name="f18" fmla="val 38"/>
                <a:gd name="f19" fmla="val 90"/>
                <a:gd name="f20" fmla="val 122"/>
                <a:gd name="f21" fmla="val 14"/>
                <a:gd name="f22" fmla="val 153"/>
                <a:gd name="f23" fmla="val 44"/>
                <a:gd name="f24" fmla="val 169"/>
                <a:gd name="f25" fmla="val 26"/>
                <a:gd name="f26" fmla="val 194"/>
                <a:gd name="f27" fmla="val 18"/>
                <a:gd name="f28" fmla="val 221"/>
                <a:gd name="f29" fmla="val 250"/>
                <a:gd name="f30" fmla="val 266"/>
                <a:gd name="f31" fmla="val 20"/>
                <a:gd name="f32" fmla="val 283"/>
                <a:gd name="f33" fmla="val 24"/>
                <a:gd name="f34" fmla="val 302"/>
                <a:gd name="f35" fmla="+- 0 0 -90"/>
                <a:gd name="f36" fmla="*/ f3 1 192"/>
                <a:gd name="f37" fmla="*/ f4 1 310"/>
                <a:gd name="f38" fmla="+- f7 0 f5"/>
                <a:gd name="f39" fmla="+- f6 0 f5"/>
                <a:gd name="f40" fmla="*/ f35 f0 1"/>
                <a:gd name="f41" fmla="*/ f39 1 192"/>
                <a:gd name="f42" fmla="*/ f38 1 310"/>
                <a:gd name="f43" fmla="*/ 33 f39 1"/>
                <a:gd name="f44" fmla="*/ 308 f38 1"/>
                <a:gd name="f45" fmla="*/ 192 f39 1"/>
                <a:gd name="f46" fmla="*/ 114 f38 1"/>
                <a:gd name="f47" fmla="*/ 96 f39 1"/>
                <a:gd name="f48" fmla="*/ 0 f38 1"/>
                <a:gd name="f49" fmla="*/ 0 f39 1"/>
                <a:gd name="f50" fmla="*/ 90 f38 1"/>
                <a:gd name="f51" fmla="*/ 44 f39 1"/>
                <a:gd name="f52" fmla="*/ 169 f38 1"/>
                <a:gd name="f53" fmla="*/ 18 f39 1"/>
                <a:gd name="f54" fmla="*/ 250 f38 1"/>
                <a:gd name="f55" fmla="*/ 24 f39 1"/>
                <a:gd name="f56" fmla="*/ 302 f38 1"/>
                <a:gd name="f57" fmla="*/ f40 1 f2"/>
                <a:gd name="f58" fmla="*/ f43 1 192"/>
                <a:gd name="f59" fmla="*/ f44 1 310"/>
                <a:gd name="f60" fmla="*/ f45 1 192"/>
                <a:gd name="f61" fmla="*/ f46 1 310"/>
                <a:gd name="f62" fmla="*/ f47 1 192"/>
                <a:gd name="f63" fmla="*/ f48 1 310"/>
                <a:gd name="f64" fmla="*/ f49 1 192"/>
                <a:gd name="f65" fmla="*/ f50 1 310"/>
                <a:gd name="f66" fmla="*/ f51 1 192"/>
                <a:gd name="f67" fmla="*/ f52 1 310"/>
                <a:gd name="f68" fmla="*/ f53 1 192"/>
                <a:gd name="f69" fmla="*/ f54 1 310"/>
                <a:gd name="f70" fmla="*/ f55 1 192"/>
                <a:gd name="f71" fmla="*/ f56 1 310"/>
                <a:gd name="f72" fmla="*/ 0 1 f41"/>
                <a:gd name="f73" fmla="*/ f6 1 f41"/>
                <a:gd name="f74" fmla="*/ 0 1 f42"/>
                <a:gd name="f75" fmla="*/ f7 1 f42"/>
                <a:gd name="f76" fmla="+- f57 0 f1"/>
                <a:gd name="f77" fmla="*/ f58 1 f41"/>
                <a:gd name="f78" fmla="*/ f59 1 f42"/>
                <a:gd name="f79" fmla="*/ f60 1 f41"/>
                <a:gd name="f80" fmla="*/ f61 1 f42"/>
                <a:gd name="f81" fmla="*/ f62 1 f41"/>
                <a:gd name="f82" fmla="*/ f63 1 f42"/>
                <a:gd name="f83" fmla="*/ f64 1 f41"/>
                <a:gd name="f84" fmla="*/ f65 1 f42"/>
                <a:gd name="f85" fmla="*/ f66 1 f41"/>
                <a:gd name="f86" fmla="*/ f67 1 f42"/>
                <a:gd name="f87" fmla="*/ f68 1 f41"/>
                <a:gd name="f88" fmla="*/ f69 1 f42"/>
                <a:gd name="f89" fmla="*/ f70 1 f41"/>
                <a:gd name="f90" fmla="*/ f71 1 f42"/>
                <a:gd name="f91" fmla="*/ f72 f36 1"/>
                <a:gd name="f92" fmla="*/ f73 f36 1"/>
                <a:gd name="f93" fmla="*/ f75 f37 1"/>
                <a:gd name="f94" fmla="*/ f74 f37 1"/>
                <a:gd name="f95" fmla="*/ f77 f36 1"/>
                <a:gd name="f96" fmla="*/ f78 f37 1"/>
                <a:gd name="f97" fmla="*/ f79 f36 1"/>
                <a:gd name="f98" fmla="*/ f80 f37 1"/>
                <a:gd name="f99" fmla="*/ f81 f36 1"/>
                <a:gd name="f100" fmla="*/ f82 f37 1"/>
                <a:gd name="f101" fmla="*/ f83 f36 1"/>
                <a:gd name="f102" fmla="*/ f84 f37 1"/>
                <a:gd name="f103" fmla="*/ f85 f36 1"/>
                <a:gd name="f104" fmla="*/ f86 f37 1"/>
                <a:gd name="f105" fmla="*/ f87 f36 1"/>
                <a:gd name="f106" fmla="*/ f88 f37 1"/>
                <a:gd name="f107" fmla="*/ f89 f36 1"/>
                <a:gd name="f108" fmla="*/ f90 f37 1"/>
              </a:gdLst>
              <a:ahLst/>
              <a:cxnLst>
                <a:cxn ang="3cd4">
                  <a:pos x="hc" y="t"/>
                </a:cxn>
                <a:cxn ang="0">
                  <a:pos x="r" y="vc"/>
                </a:cxn>
                <a:cxn ang="cd4">
                  <a:pos x="hc" y="b"/>
                </a:cxn>
                <a:cxn ang="cd2">
                  <a:pos x="l" y="vc"/>
                </a:cxn>
                <a:cxn ang="f76">
                  <a:pos x="f95" y="f96"/>
                </a:cxn>
                <a:cxn ang="f76">
                  <a:pos x="f97" y="f98"/>
                </a:cxn>
                <a:cxn ang="f76">
                  <a:pos x="f99" y="f100"/>
                </a:cxn>
                <a:cxn ang="f76">
                  <a:pos x="f101" y="f102"/>
                </a:cxn>
                <a:cxn ang="f76">
                  <a:pos x="f103" y="f104"/>
                </a:cxn>
                <a:cxn ang="f76">
                  <a:pos x="f105" y="f106"/>
                </a:cxn>
                <a:cxn ang="f76">
                  <a:pos x="f107" y="f108"/>
                </a:cxn>
                <a:cxn ang="f76">
                  <a:pos x="f95" y="f96"/>
                </a:cxn>
              </a:cxnLst>
              <a:rect l="f91" t="f94" r="f92" b="f93"/>
              <a:pathLst>
                <a:path w="192" h="310">
                  <a:moveTo>
                    <a:pt x="f8" y="f9"/>
                  </a:moveTo>
                  <a:cubicBezTo>
                    <a:pt x="f10" y="f11"/>
                    <a:pt x="f6" y="f12"/>
                    <a:pt x="f6" y="f13"/>
                  </a:cubicBezTo>
                  <a:cubicBezTo>
                    <a:pt x="f6" y="f14"/>
                    <a:pt x="f15" y="f5"/>
                    <a:pt x="f16" y="f5"/>
                  </a:cubicBezTo>
                  <a:cubicBezTo>
                    <a:pt x="f17" y="f5"/>
                    <a:pt x="f5" y="f18"/>
                    <a:pt x="f5" y="f19"/>
                  </a:cubicBezTo>
                  <a:cubicBezTo>
                    <a:pt x="f5" y="f20"/>
                    <a:pt x="f21" y="f22"/>
                    <a:pt x="f23" y="f24"/>
                  </a:cubicBezTo>
                  <a:cubicBezTo>
                    <a:pt x="f25" y="f26"/>
                    <a:pt x="f27" y="f28"/>
                    <a:pt x="f27" y="f29"/>
                  </a:cubicBezTo>
                  <a:cubicBezTo>
                    <a:pt x="f27" y="f30"/>
                    <a:pt x="f31" y="f32"/>
                    <a:pt x="f33" y="f34"/>
                  </a:cubicBezTo>
                  <a:cubicBezTo>
                    <a:pt x="f33" y="f34"/>
                    <a:pt x="f25" y="f7"/>
                    <a:pt x="f8" y="f9"/>
                  </a:cubicBezTo>
                </a:path>
              </a:pathLst>
            </a:custGeom>
            <a:noFill/>
            <a:ln cap="flat">
              <a:noFill/>
              <a:prstDash val="solid"/>
            </a:ln>
          </p:spPr>
          <p:txBody>
            <a:bodyPr vert="horz" wrap="square" lIns="91440" tIns="45720" rIns="91440" bIns="4572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IE" sz="1800" b="0" i="0" u="none" strike="noStrike" kern="1200" cap="none" spc="0" baseline="0">
                <a:solidFill>
                  <a:srgbClr val="000000"/>
                </a:solidFill>
                <a:uFillTx/>
                <a:latin typeface="Calibri"/>
              </a:endParaRPr>
            </a:p>
          </p:txBody>
        </p:sp>
        <p:sp>
          <p:nvSpPr>
            <p:cNvPr id="10" name="Freeform 8">
              <a:extLst>
                <a:ext uri="{FF2B5EF4-FFF2-40B4-BE49-F238E27FC236}">
                  <a16:creationId xmlns:a16="http://schemas.microsoft.com/office/drawing/2014/main" id="{F118CDCD-19D6-E720-96EB-8DF1FF08EBFD}"/>
                </a:ext>
              </a:extLst>
            </p:cNvPr>
            <p:cNvSpPr/>
            <p:nvPr/>
          </p:nvSpPr>
          <p:spPr>
            <a:xfrm>
              <a:off x="9916997" y="1109048"/>
              <a:ext cx="1173522" cy="2624675"/>
            </a:xfrm>
            <a:custGeom>
              <a:avLst/>
              <a:gdLst>
                <a:gd name="f0" fmla="val 10800000"/>
                <a:gd name="f1" fmla="val 5400000"/>
                <a:gd name="f2" fmla="val 360"/>
                <a:gd name="f3" fmla="val 180"/>
                <a:gd name="f4" fmla="val w"/>
                <a:gd name="f5" fmla="val h"/>
                <a:gd name="f6" fmla="val 0"/>
                <a:gd name="f7" fmla="val 369"/>
                <a:gd name="f8" fmla="val 826"/>
                <a:gd name="f9" fmla="val 294"/>
                <a:gd name="f10" fmla="val 28"/>
                <a:gd name="f11" fmla="val 203"/>
                <a:gd name="f12" fmla="val 146"/>
                <a:gd name="f13" fmla="val 26"/>
                <a:gd name="f14" fmla="val 141"/>
                <a:gd name="f15" fmla="val 29"/>
                <a:gd name="f16" fmla="val 137"/>
                <a:gd name="f17" fmla="val 34"/>
                <a:gd name="f18" fmla="val 40"/>
                <a:gd name="f19" fmla="val 246"/>
                <a:gd name="f20" fmla="val 247"/>
                <a:gd name="f21" fmla="val 552"/>
                <a:gd name="f22" fmla="val 569"/>
                <a:gd name="f23" fmla="val 135"/>
                <a:gd name="f24" fmla="val 584"/>
                <a:gd name="f25" fmla="val 132"/>
                <a:gd name="f26" fmla="val 598"/>
                <a:gd name="f27" fmla="val 129"/>
                <a:gd name="f28" fmla="val 612"/>
                <a:gd name="f29" fmla="val 124"/>
                <a:gd name="f30" fmla="val 624"/>
                <a:gd name="f31" fmla="val 115"/>
                <a:gd name="f32" fmla="val 635"/>
                <a:gd name="f33" fmla="val 107"/>
                <a:gd name="f34" fmla="val 645"/>
                <a:gd name="f35" fmla="val 95"/>
                <a:gd name="f36" fmla="val 654"/>
                <a:gd name="f37" fmla="val 80"/>
                <a:gd name="f38" fmla="val 661"/>
                <a:gd name="f39" fmla="val 55"/>
                <a:gd name="f40" fmla="val 672"/>
                <a:gd name="f41" fmla="val 15"/>
                <a:gd name="f42" fmla="val 675"/>
                <a:gd name="f43" fmla="val 5"/>
                <a:gd name="f44" fmla="val 676"/>
                <a:gd name="f45" fmla="val 4"/>
                <a:gd name="f46" fmla="val 686"/>
                <a:gd name="f47" fmla="val 758"/>
                <a:gd name="f48" fmla="val 781"/>
                <a:gd name="f49" fmla="val 6"/>
                <a:gd name="f50" fmla="val 824"/>
                <a:gd name="f51" fmla="val 148"/>
                <a:gd name="f52" fmla="val 167"/>
                <a:gd name="f53" fmla="val 821"/>
                <a:gd name="f54" fmla="val 189"/>
                <a:gd name="f55" fmla="val 816"/>
                <a:gd name="f56" fmla="val 210"/>
                <a:gd name="f57" fmla="val 811"/>
                <a:gd name="f58" fmla="val 232"/>
                <a:gd name="f59" fmla="val 802"/>
                <a:gd name="f60" fmla="val 253"/>
                <a:gd name="f61" fmla="val 789"/>
                <a:gd name="f62" fmla="val 275"/>
                <a:gd name="f63" fmla="val 777"/>
                <a:gd name="f64" fmla="val 760"/>
                <a:gd name="f65" fmla="val 311"/>
                <a:gd name="f66" fmla="val 740"/>
                <a:gd name="f67" fmla="val 329"/>
                <a:gd name="f68" fmla="val 720"/>
                <a:gd name="f69" fmla="val 341"/>
                <a:gd name="f70" fmla="val 694"/>
                <a:gd name="f71" fmla="val 350"/>
                <a:gd name="f72" fmla="val 664"/>
                <a:gd name="f73" fmla="val 355"/>
                <a:gd name="f74" fmla="val 358"/>
                <a:gd name="f75" fmla="val 623"/>
                <a:gd name="f76" fmla="val 361"/>
                <a:gd name="f77" fmla="val 574"/>
                <a:gd name="f78" fmla="val 362"/>
                <a:gd name="f79" fmla="val 553"/>
                <a:gd name="f80" fmla="val 536"/>
                <a:gd name="f81" fmla="val 51"/>
                <a:gd name="f82" fmla="+- 0 0 -90"/>
                <a:gd name="f83" fmla="*/ f4 1 369"/>
                <a:gd name="f84" fmla="*/ f5 1 826"/>
                <a:gd name="f85" fmla="+- f8 0 f6"/>
                <a:gd name="f86" fmla="+- f7 0 f6"/>
                <a:gd name="f87" fmla="*/ f82 f0 1"/>
                <a:gd name="f88" fmla="*/ f86 1 369"/>
                <a:gd name="f89" fmla="*/ f85 1 826"/>
                <a:gd name="f90" fmla="*/ 294 f86 1"/>
                <a:gd name="f91" fmla="*/ 28 f85 1"/>
                <a:gd name="f92" fmla="*/ 146 f86 1"/>
                <a:gd name="f93" fmla="*/ 26 f85 1"/>
                <a:gd name="f94" fmla="*/ 137 f86 1"/>
                <a:gd name="f95" fmla="*/ 40 f85 1"/>
                <a:gd name="f96" fmla="*/ 246 f85 1"/>
                <a:gd name="f97" fmla="*/ 247 f85 1"/>
                <a:gd name="f98" fmla="*/ 552 f85 1"/>
                <a:gd name="f99" fmla="*/ 132 f86 1"/>
                <a:gd name="f100" fmla="*/ 598 f85 1"/>
                <a:gd name="f101" fmla="*/ 115 f86 1"/>
                <a:gd name="f102" fmla="*/ 635 f85 1"/>
                <a:gd name="f103" fmla="*/ 80 f86 1"/>
                <a:gd name="f104" fmla="*/ 661 f85 1"/>
                <a:gd name="f105" fmla="*/ 15 f86 1"/>
                <a:gd name="f106" fmla="*/ 675 f85 1"/>
                <a:gd name="f107" fmla="*/ 4 f86 1"/>
                <a:gd name="f108" fmla="*/ 686 f85 1"/>
                <a:gd name="f109" fmla="*/ 781 f85 1"/>
                <a:gd name="f110" fmla="*/ 824 f85 1"/>
                <a:gd name="f111" fmla="*/ 189 f86 1"/>
                <a:gd name="f112" fmla="*/ 816 f85 1"/>
                <a:gd name="f113" fmla="*/ 253 f86 1"/>
                <a:gd name="f114" fmla="*/ 789 f85 1"/>
                <a:gd name="f115" fmla="*/ 311 f86 1"/>
                <a:gd name="f116" fmla="*/ 740 f85 1"/>
                <a:gd name="f117" fmla="*/ 350 f86 1"/>
                <a:gd name="f118" fmla="*/ 664 f85 1"/>
                <a:gd name="f119" fmla="*/ 360 f86 1"/>
                <a:gd name="f120" fmla="*/ 362 f86 1"/>
                <a:gd name="f121" fmla="*/ 536 f85 1"/>
                <a:gd name="f122" fmla="*/ 141 f85 1"/>
                <a:gd name="f123" fmla="*/ f87 1 f3"/>
                <a:gd name="f124" fmla="*/ f90 1 369"/>
                <a:gd name="f125" fmla="*/ f91 1 826"/>
                <a:gd name="f126" fmla="*/ f92 1 369"/>
                <a:gd name="f127" fmla="*/ f93 1 826"/>
                <a:gd name="f128" fmla="*/ f94 1 369"/>
                <a:gd name="f129" fmla="*/ f95 1 826"/>
                <a:gd name="f130" fmla="*/ f96 1 826"/>
                <a:gd name="f131" fmla="*/ f97 1 826"/>
                <a:gd name="f132" fmla="*/ f98 1 826"/>
                <a:gd name="f133" fmla="*/ f99 1 369"/>
                <a:gd name="f134" fmla="*/ f100 1 826"/>
                <a:gd name="f135" fmla="*/ f101 1 369"/>
                <a:gd name="f136" fmla="*/ f102 1 826"/>
                <a:gd name="f137" fmla="*/ f103 1 369"/>
                <a:gd name="f138" fmla="*/ f104 1 826"/>
                <a:gd name="f139" fmla="*/ f105 1 369"/>
                <a:gd name="f140" fmla="*/ f106 1 826"/>
                <a:gd name="f141" fmla="*/ f107 1 369"/>
                <a:gd name="f142" fmla="*/ f108 1 826"/>
                <a:gd name="f143" fmla="*/ f109 1 826"/>
                <a:gd name="f144" fmla="*/ f110 1 826"/>
                <a:gd name="f145" fmla="*/ f111 1 369"/>
                <a:gd name="f146" fmla="*/ f112 1 826"/>
                <a:gd name="f147" fmla="*/ f113 1 369"/>
                <a:gd name="f148" fmla="*/ f114 1 826"/>
                <a:gd name="f149" fmla="*/ f115 1 369"/>
                <a:gd name="f150" fmla="*/ f116 1 826"/>
                <a:gd name="f151" fmla="*/ f117 1 369"/>
                <a:gd name="f152" fmla="*/ f118 1 826"/>
                <a:gd name="f153" fmla="*/ f119 1 369"/>
                <a:gd name="f154" fmla="*/ f120 1 369"/>
                <a:gd name="f155" fmla="*/ f121 1 826"/>
                <a:gd name="f156" fmla="*/ f122 1 826"/>
                <a:gd name="f157" fmla="*/ 0 1 f88"/>
                <a:gd name="f158" fmla="*/ f7 1 f88"/>
                <a:gd name="f159" fmla="*/ 0 1 f89"/>
                <a:gd name="f160" fmla="*/ f8 1 f89"/>
                <a:gd name="f161" fmla="+- f123 0 f1"/>
                <a:gd name="f162" fmla="*/ f124 1 f88"/>
                <a:gd name="f163" fmla="*/ f125 1 f89"/>
                <a:gd name="f164" fmla="*/ f126 1 f88"/>
                <a:gd name="f165" fmla="*/ f127 1 f89"/>
                <a:gd name="f166" fmla="*/ f128 1 f88"/>
                <a:gd name="f167" fmla="*/ f129 1 f89"/>
                <a:gd name="f168" fmla="*/ f130 1 f89"/>
                <a:gd name="f169" fmla="*/ f131 1 f89"/>
                <a:gd name="f170" fmla="*/ f132 1 f89"/>
                <a:gd name="f171" fmla="*/ f133 1 f88"/>
                <a:gd name="f172" fmla="*/ f134 1 f89"/>
                <a:gd name="f173" fmla="*/ f135 1 f88"/>
                <a:gd name="f174" fmla="*/ f136 1 f89"/>
                <a:gd name="f175" fmla="*/ f137 1 f88"/>
                <a:gd name="f176" fmla="*/ f138 1 f89"/>
                <a:gd name="f177" fmla="*/ f139 1 f88"/>
                <a:gd name="f178" fmla="*/ f140 1 f89"/>
                <a:gd name="f179" fmla="*/ f141 1 f88"/>
                <a:gd name="f180" fmla="*/ f142 1 f89"/>
                <a:gd name="f181" fmla="*/ f143 1 f89"/>
                <a:gd name="f182" fmla="*/ f144 1 f89"/>
                <a:gd name="f183" fmla="*/ f145 1 f88"/>
                <a:gd name="f184" fmla="*/ f146 1 f89"/>
                <a:gd name="f185" fmla="*/ f147 1 f88"/>
                <a:gd name="f186" fmla="*/ f148 1 f89"/>
                <a:gd name="f187" fmla="*/ f149 1 f88"/>
                <a:gd name="f188" fmla="*/ f150 1 f89"/>
                <a:gd name="f189" fmla="*/ f151 1 f88"/>
                <a:gd name="f190" fmla="*/ f152 1 f89"/>
                <a:gd name="f191" fmla="*/ f153 1 f88"/>
                <a:gd name="f192" fmla="*/ f154 1 f88"/>
                <a:gd name="f193" fmla="*/ f155 1 f89"/>
                <a:gd name="f194" fmla="*/ f156 1 f89"/>
                <a:gd name="f195" fmla="*/ f157 f83 1"/>
                <a:gd name="f196" fmla="*/ f158 f83 1"/>
                <a:gd name="f197" fmla="*/ f160 f84 1"/>
                <a:gd name="f198" fmla="*/ f159 f84 1"/>
                <a:gd name="f199" fmla="*/ f162 f83 1"/>
                <a:gd name="f200" fmla="*/ f163 f84 1"/>
                <a:gd name="f201" fmla="*/ f164 f83 1"/>
                <a:gd name="f202" fmla="*/ f165 f84 1"/>
                <a:gd name="f203" fmla="*/ f166 f83 1"/>
                <a:gd name="f204" fmla="*/ f167 f84 1"/>
                <a:gd name="f205" fmla="*/ f168 f84 1"/>
                <a:gd name="f206" fmla="*/ f169 f84 1"/>
                <a:gd name="f207" fmla="*/ f170 f84 1"/>
                <a:gd name="f208" fmla="*/ f171 f83 1"/>
                <a:gd name="f209" fmla="*/ f172 f84 1"/>
                <a:gd name="f210" fmla="*/ f173 f83 1"/>
                <a:gd name="f211" fmla="*/ f174 f84 1"/>
                <a:gd name="f212" fmla="*/ f175 f83 1"/>
                <a:gd name="f213" fmla="*/ f176 f84 1"/>
                <a:gd name="f214" fmla="*/ f177 f83 1"/>
                <a:gd name="f215" fmla="*/ f178 f84 1"/>
                <a:gd name="f216" fmla="*/ f179 f83 1"/>
                <a:gd name="f217" fmla="*/ f180 f84 1"/>
                <a:gd name="f218" fmla="*/ f181 f84 1"/>
                <a:gd name="f219" fmla="*/ f182 f84 1"/>
                <a:gd name="f220" fmla="*/ f183 f83 1"/>
                <a:gd name="f221" fmla="*/ f184 f84 1"/>
                <a:gd name="f222" fmla="*/ f185 f83 1"/>
                <a:gd name="f223" fmla="*/ f186 f84 1"/>
                <a:gd name="f224" fmla="*/ f187 f83 1"/>
                <a:gd name="f225" fmla="*/ f188 f84 1"/>
                <a:gd name="f226" fmla="*/ f189 f83 1"/>
                <a:gd name="f227" fmla="*/ f190 f84 1"/>
                <a:gd name="f228" fmla="*/ f191 f83 1"/>
                <a:gd name="f229" fmla="*/ f192 f83 1"/>
                <a:gd name="f230" fmla="*/ f193 f84 1"/>
                <a:gd name="f231" fmla="*/ f194 f84 1"/>
              </a:gdLst>
              <a:ahLst/>
              <a:cxnLst>
                <a:cxn ang="3cd4">
                  <a:pos x="hc" y="t"/>
                </a:cxn>
                <a:cxn ang="0">
                  <a:pos x="r" y="vc"/>
                </a:cxn>
                <a:cxn ang="cd4">
                  <a:pos x="hc" y="b"/>
                </a:cxn>
                <a:cxn ang="cd2">
                  <a:pos x="l" y="vc"/>
                </a:cxn>
                <a:cxn ang="f161">
                  <a:pos x="f199" y="f200"/>
                </a:cxn>
                <a:cxn ang="f161">
                  <a:pos x="f201" y="f202"/>
                </a:cxn>
                <a:cxn ang="f161">
                  <a:pos x="f203" y="f204"/>
                </a:cxn>
                <a:cxn ang="f161">
                  <a:pos x="f203" y="f204"/>
                </a:cxn>
                <a:cxn ang="f161">
                  <a:pos x="f203" y="f205"/>
                </a:cxn>
                <a:cxn ang="f161">
                  <a:pos x="f203" y="f206"/>
                </a:cxn>
                <a:cxn ang="f161">
                  <a:pos x="f203" y="f207"/>
                </a:cxn>
                <a:cxn ang="f161">
                  <a:pos x="f208" y="f209"/>
                </a:cxn>
                <a:cxn ang="f161">
                  <a:pos x="f210" y="f211"/>
                </a:cxn>
                <a:cxn ang="f161">
                  <a:pos x="f212" y="f213"/>
                </a:cxn>
                <a:cxn ang="f161">
                  <a:pos x="f214" y="f215"/>
                </a:cxn>
                <a:cxn ang="f161">
                  <a:pos x="f216" y="f217"/>
                </a:cxn>
                <a:cxn ang="f161">
                  <a:pos x="f216" y="f218"/>
                </a:cxn>
                <a:cxn ang="f161">
                  <a:pos x="f208" y="f219"/>
                </a:cxn>
                <a:cxn ang="f161">
                  <a:pos x="f220" y="f221"/>
                </a:cxn>
                <a:cxn ang="f161">
                  <a:pos x="f222" y="f223"/>
                </a:cxn>
                <a:cxn ang="f161">
                  <a:pos x="f224" y="f225"/>
                </a:cxn>
                <a:cxn ang="f161">
                  <a:pos x="f226" y="f227"/>
                </a:cxn>
                <a:cxn ang="f161">
                  <a:pos x="f228" y="f209"/>
                </a:cxn>
                <a:cxn ang="f161">
                  <a:pos x="f229" y="f230"/>
                </a:cxn>
                <a:cxn ang="f161">
                  <a:pos x="f229" y="f231"/>
                </a:cxn>
                <a:cxn ang="f161">
                  <a:pos x="f199" y="f200"/>
                </a:cxn>
              </a:cxnLst>
              <a:rect l="f195" t="f198" r="f196" b="f197"/>
              <a:pathLst>
                <a:path w="369" h="826">
                  <a:moveTo>
                    <a:pt x="f9" y="f10"/>
                  </a:moveTo>
                  <a:cubicBezTo>
                    <a:pt x="f11" y="f6"/>
                    <a:pt x="f12" y="f13"/>
                    <a:pt x="f12" y="f13"/>
                  </a:cubicBezTo>
                  <a:cubicBezTo>
                    <a:pt x="f14" y="f15"/>
                    <a:pt x="f16" y="f17"/>
                    <a:pt x="f16" y="f18"/>
                  </a:cubicBezTo>
                  <a:cubicBezTo>
                    <a:pt x="f16" y="f18"/>
                    <a:pt x="f16" y="f18"/>
                    <a:pt x="f16" y="f18"/>
                  </a:cubicBezTo>
                  <a:cubicBezTo>
                    <a:pt x="f16" y="f19"/>
                    <a:pt x="f16" y="f19"/>
                    <a:pt x="f16" y="f19"/>
                  </a:cubicBezTo>
                  <a:cubicBezTo>
                    <a:pt x="f16" y="f19"/>
                    <a:pt x="f16" y="f20"/>
                    <a:pt x="f16" y="f20"/>
                  </a:cubicBezTo>
                  <a:cubicBezTo>
                    <a:pt x="f16" y="f21"/>
                    <a:pt x="f16" y="f21"/>
                    <a:pt x="f16" y="f21"/>
                  </a:cubicBezTo>
                  <a:cubicBezTo>
                    <a:pt x="f16" y="f22"/>
                    <a:pt x="f23" y="f24"/>
                    <a:pt x="f25" y="f26"/>
                  </a:cubicBezTo>
                  <a:cubicBezTo>
                    <a:pt x="f27" y="f28"/>
                    <a:pt x="f29" y="f30"/>
                    <a:pt x="f31" y="f32"/>
                  </a:cubicBezTo>
                  <a:cubicBezTo>
                    <a:pt x="f33" y="f34"/>
                    <a:pt x="f35" y="f36"/>
                    <a:pt x="f37" y="f38"/>
                  </a:cubicBezTo>
                  <a:cubicBezTo>
                    <a:pt x="f37" y="f38"/>
                    <a:pt x="f39" y="f40"/>
                    <a:pt x="f41" y="f42"/>
                  </a:cubicBezTo>
                  <a:cubicBezTo>
                    <a:pt x="f41" y="f42"/>
                    <a:pt x="f43" y="f44"/>
                    <a:pt x="f45" y="f46"/>
                  </a:cubicBezTo>
                  <a:cubicBezTo>
                    <a:pt x="f45" y="f46"/>
                    <a:pt x="f6" y="f47"/>
                    <a:pt x="f45" y="f48"/>
                  </a:cubicBezTo>
                  <a:cubicBezTo>
                    <a:pt x="f49" y="f8"/>
                    <a:pt x="f25" y="f50"/>
                    <a:pt x="f25" y="f50"/>
                  </a:cubicBezTo>
                  <a:cubicBezTo>
                    <a:pt x="f51" y="f50"/>
                    <a:pt x="f52" y="f53"/>
                    <a:pt x="f54" y="f55"/>
                  </a:cubicBezTo>
                  <a:cubicBezTo>
                    <a:pt x="f56" y="f57"/>
                    <a:pt x="f58" y="f59"/>
                    <a:pt x="f60" y="f61"/>
                  </a:cubicBezTo>
                  <a:cubicBezTo>
                    <a:pt x="f62" y="f63"/>
                    <a:pt x="f9" y="f64"/>
                    <a:pt x="f65" y="f66"/>
                  </a:cubicBezTo>
                  <a:cubicBezTo>
                    <a:pt x="f67" y="f68"/>
                    <a:pt x="f69" y="f70"/>
                    <a:pt x="f71" y="f72"/>
                  </a:cubicBezTo>
                  <a:cubicBezTo>
                    <a:pt x="f73" y="f34"/>
                    <a:pt x="f74" y="f75"/>
                    <a:pt x="f2" y="f26"/>
                  </a:cubicBezTo>
                  <a:cubicBezTo>
                    <a:pt x="f76" y="f77"/>
                    <a:pt x="f78" y="f79"/>
                    <a:pt x="f78" y="f80"/>
                  </a:cubicBezTo>
                  <a:cubicBezTo>
                    <a:pt x="f78" y="f14"/>
                    <a:pt x="f78" y="f14"/>
                    <a:pt x="f78" y="f14"/>
                  </a:cubicBezTo>
                  <a:cubicBezTo>
                    <a:pt x="f78" y="f14"/>
                    <a:pt x="f7" y="f81"/>
                    <a:pt x="f9" y="f10"/>
                  </a:cubicBezTo>
                </a:path>
              </a:pathLst>
            </a:custGeom>
            <a:noFill/>
            <a:ln cap="flat">
              <a:noFill/>
              <a:prstDash val="solid"/>
            </a:ln>
          </p:spPr>
          <p:txBody>
            <a:bodyPr vert="horz" wrap="square" lIns="91440" tIns="45720" rIns="91440" bIns="4572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IE" sz="1800" b="0" i="0" u="none" strike="noStrike" kern="1200" cap="none" spc="0" baseline="0">
                <a:solidFill>
                  <a:srgbClr val="000000"/>
                </a:solidFill>
                <a:uFillTx/>
                <a:latin typeface="Calibri"/>
              </a:endParaRPr>
            </a:p>
          </p:txBody>
        </p:sp>
      </p:grpSp>
      <p:sp>
        <p:nvSpPr>
          <p:cNvPr id="11" name="Title 1">
            <a:extLst>
              <a:ext uri="{FF2B5EF4-FFF2-40B4-BE49-F238E27FC236}">
                <a16:creationId xmlns:a16="http://schemas.microsoft.com/office/drawing/2014/main" id="{00BDEC53-67BB-37A8-A028-AF5FF912F109}"/>
              </a:ext>
            </a:extLst>
          </p:cNvPr>
          <p:cNvSpPr txBox="1">
            <a:spLocks noGrp="1"/>
          </p:cNvSpPr>
          <p:nvPr>
            <p:ph type="title"/>
          </p:nvPr>
        </p:nvSpPr>
        <p:spPr>
          <a:xfrm>
            <a:off x="631594" y="577845"/>
            <a:ext cx="5045302" cy="3155868"/>
          </a:xfrm>
        </p:spPr>
        <p:txBody>
          <a:bodyPr/>
          <a:lstStyle>
            <a:lvl1pPr>
              <a:defRPr sz="4400">
                <a:solidFill>
                  <a:srgbClr val="FFFFFF"/>
                </a:solidFill>
              </a:defRPr>
            </a:lvl1pPr>
          </a:lstStyle>
          <a:p>
            <a:pPr lvl="0"/>
            <a:r>
              <a:rPr lang="en-US"/>
              <a:t>Click to edit Master title style</a:t>
            </a:r>
            <a:endParaRPr lang="en-IE"/>
          </a:p>
        </p:txBody>
      </p:sp>
    </p:spTree>
    <p:extLst>
      <p:ext uri="{BB962C8B-B14F-4D97-AF65-F5344CB8AC3E}">
        <p14:creationId xmlns:p14="http://schemas.microsoft.com/office/powerpoint/2010/main" val="658354771"/>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A2F2FC-FFBC-C1E3-18D6-E053688A937E}"/>
              </a:ext>
            </a:extLst>
          </p:cNvPr>
          <p:cNvSpPr txBox="1">
            <a:spLocks noGrp="1"/>
          </p:cNvSpPr>
          <p:nvPr>
            <p:ph type="title"/>
          </p:nvPr>
        </p:nvSpPr>
        <p:spPr/>
        <p:txBody>
          <a:bodyPr/>
          <a:lstStyle>
            <a:lvl1pPr>
              <a:defRPr/>
            </a:lvl1pPr>
          </a:lstStyle>
          <a:p>
            <a:pPr lvl="0"/>
            <a:r>
              <a:rPr lang="en-US"/>
              <a:t>Click to edit Master title style</a:t>
            </a:r>
            <a:endParaRPr lang="en-IE"/>
          </a:p>
        </p:txBody>
      </p:sp>
      <p:sp>
        <p:nvSpPr>
          <p:cNvPr id="3" name="Content Placeholder 2">
            <a:extLst>
              <a:ext uri="{FF2B5EF4-FFF2-40B4-BE49-F238E27FC236}">
                <a16:creationId xmlns:a16="http://schemas.microsoft.com/office/drawing/2014/main" id="{62407037-7D5F-565C-C0EB-ADFC82C5C486}"/>
              </a:ext>
            </a:extLst>
          </p:cNvPr>
          <p:cNvSpPr txBox="1">
            <a:spLocks noGrp="1"/>
          </p:cNvSpPr>
          <p:nvPr>
            <p:ph idx="1"/>
          </p:nvPr>
        </p:nvSpPr>
        <p:spPr>
          <a:xfrm>
            <a:off x="631594" y="1913638"/>
            <a:ext cx="4787999" cy="4263316"/>
          </a:xfrm>
        </p:spPr>
        <p:txBody>
          <a:bodyPr/>
          <a:lstStyle>
            <a:lvl1pPr>
              <a:defRPr/>
            </a:lvl1pPr>
            <a:lvl2pPr marL="442917" lvl="1" indent="-198433">
              <a:spcBef>
                <a:spcPts val="500"/>
              </a:spcBef>
              <a:buFont typeface="Calibri" pitchFamily="34"/>
              <a:buChar char="›"/>
              <a:defRPr sz="1800"/>
            </a:lvl2pPr>
            <a:lvl3pPr marL="663570" lvl="2" indent="-212726">
              <a:spcBef>
                <a:spcPts val="500"/>
              </a:spcBef>
              <a:buFont typeface="Calibri" pitchFamily="34"/>
              <a:buChar char="»"/>
              <a:defRPr sz="1600"/>
            </a:lvl3pPr>
          </a:lstStyle>
          <a:p>
            <a:pPr lvl="0"/>
            <a:r>
              <a:rPr lang="en-US"/>
              <a:t>Edit Master text styles</a:t>
            </a:r>
          </a:p>
          <a:p>
            <a:pPr lvl="1"/>
            <a:r>
              <a:rPr lang="en-US"/>
              <a:t>Second level</a:t>
            </a:r>
          </a:p>
          <a:p>
            <a:pPr lvl="2"/>
            <a:r>
              <a:rPr lang="en-US"/>
              <a:t>Third level</a:t>
            </a:r>
          </a:p>
        </p:txBody>
      </p:sp>
      <p:sp>
        <p:nvSpPr>
          <p:cNvPr id="4" name="Content Placeholder 3">
            <a:extLst>
              <a:ext uri="{FF2B5EF4-FFF2-40B4-BE49-F238E27FC236}">
                <a16:creationId xmlns:a16="http://schemas.microsoft.com/office/drawing/2014/main" id="{CC3D5277-586F-A06E-F63F-C11DA979440E}"/>
              </a:ext>
            </a:extLst>
          </p:cNvPr>
          <p:cNvSpPr txBox="1">
            <a:spLocks noGrp="1"/>
          </p:cNvSpPr>
          <p:nvPr>
            <p:ph idx="2"/>
          </p:nvPr>
        </p:nvSpPr>
        <p:spPr>
          <a:xfrm>
            <a:off x="6772403" y="1913638"/>
            <a:ext cx="4787999" cy="4263316"/>
          </a:xfrm>
        </p:spPr>
        <p:txBody>
          <a:bodyPr/>
          <a:lstStyle>
            <a:lvl1pPr>
              <a:defRPr/>
            </a:lvl1pPr>
            <a:lvl2pPr marL="442917" lvl="1" indent="-198433">
              <a:spcBef>
                <a:spcPts val="500"/>
              </a:spcBef>
              <a:buFont typeface="Calibri" pitchFamily="34"/>
              <a:buChar char="›"/>
              <a:defRPr sz="1800"/>
            </a:lvl2pPr>
            <a:lvl3pPr marL="663570" lvl="2" indent="-212726">
              <a:spcBef>
                <a:spcPts val="500"/>
              </a:spcBef>
              <a:buFont typeface="Calibri" pitchFamily="34"/>
              <a:buChar char="»"/>
              <a:defRPr sz="1600"/>
            </a:lvl3pPr>
          </a:lstStyle>
          <a:p>
            <a:pPr lvl="0"/>
            <a:r>
              <a:rPr lang="en-US"/>
              <a:t>Edit Master text styles</a:t>
            </a:r>
          </a:p>
          <a:p>
            <a:pPr lvl="1"/>
            <a:r>
              <a:rPr lang="en-US"/>
              <a:t>Second level</a:t>
            </a:r>
          </a:p>
          <a:p>
            <a:pPr lvl="2"/>
            <a:r>
              <a:rPr lang="en-US"/>
              <a:t>Third level</a:t>
            </a:r>
          </a:p>
        </p:txBody>
      </p:sp>
    </p:spTree>
    <p:extLst>
      <p:ext uri="{BB962C8B-B14F-4D97-AF65-F5344CB8AC3E}">
        <p14:creationId xmlns:p14="http://schemas.microsoft.com/office/powerpoint/2010/main" val="2714149850"/>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2" name="Text Placeholder 2">
            <a:extLst>
              <a:ext uri="{FF2B5EF4-FFF2-40B4-BE49-F238E27FC236}">
                <a16:creationId xmlns:a16="http://schemas.microsoft.com/office/drawing/2014/main" id="{1469D256-C4E1-049F-70F6-F0FFC9F4BC82}"/>
              </a:ext>
            </a:extLst>
          </p:cNvPr>
          <p:cNvSpPr txBox="1">
            <a:spLocks noGrp="1"/>
          </p:cNvSpPr>
          <p:nvPr>
            <p:ph type="body" idx="4294967295"/>
          </p:nvPr>
        </p:nvSpPr>
        <p:spPr>
          <a:xfrm>
            <a:off x="631594" y="2189649"/>
            <a:ext cx="4790971" cy="578714"/>
          </a:xfrm>
        </p:spPr>
        <p:txBody>
          <a:bodyPr bIns="0" anchor="b">
            <a:noAutofit/>
          </a:bodyPr>
          <a:lstStyle>
            <a:lvl1pPr marL="0" indent="0">
              <a:buNone/>
              <a:defRPr sz="2100" b="1">
                <a:solidFill>
                  <a:srgbClr val="26CAD3"/>
                </a:solidFill>
              </a:defRPr>
            </a:lvl1pPr>
          </a:lstStyle>
          <a:p>
            <a:pPr lvl="0"/>
            <a:r>
              <a:rPr lang="en-US"/>
              <a:t>Edit Master text styles</a:t>
            </a:r>
          </a:p>
        </p:txBody>
      </p:sp>
      <p:sp>
        <p:nvSpPr>
          <p:cNvPr id="3" name="Content Placeholder 3">
            <a:extLst>
              <a:ext uri="{FF2B5EF4-FFF2-40B4-BE49-F238E27FC236}">
                <a16:creationId xmlns:a16="http://schemas.microsoft.com/office/drawing/2014/main" id="{3D6E9E0F-EFC3-2CA5-17F0-3361F00BF3CC}"/>
              </a:ext>
            </a:extLst>
          </p:cNvPr>
          <p:cNvSpPr txBox="1">
            <a:spLocks noGrp="1"/>
          </p:cNvSpPr>
          <p:nvPr>
            <p:ph idx="4294967295"/>
          </p:nvPr>
        </p:nvSpPr>
        <p:spPr>
          <a:xfrm>
            <a:off x="631594" y="2717797"/>
            <a:ext cx="4790971" cy="3236189"/>
          </a:xfrm>
        </p:spPr>
        <p:txBody>
          <a:bodyPr/>
          <a:lstStyle>
            <a:lvl1pPr>
              <a:defRPr/>
            </a:lvl1pPr>
            <a:lvl2pPr marL="442917" lvl="1" indent="-198433">
              <a:spcBef>
                <a:spcPts val="500"/>
              </a:spcBef>
              <a:buFont typeface="Calibri" pitchFamily="34"/>
              <a:buChar char="›"/>
              <a:defRPr sz="1800"/>
            </a:lvl2pPr>
            <a:lvl3pPr marL="663570" lvl="2" indent="-212726">
              <a:spcBef>
                <a:spcPts val="500"/>
              </a:spcBef>
              <a:buFont typeface="Calibri" pitchFamily="34"/>
              <a:buChar char="»"/>
              <a:defRPr sz="1600"/>
            </a:lvl3pPr>
          </a:lstStyle>
          <a:p>
            <a:pPr lvl="0"/>
            <a:r>
              <a:rPr lang="en-US"/>
              <a:t>Edit Master text styles</a:t>
            </a:r>
          </a:p>
          <a:p>
            <a:pPr lvl="1"/>
            <a:r>
              <a:rPr lang="en-US"/>
              <a:t>Second level</a:t>
            </a:r>
          </a:p>
          <a:p>
            <a:pPr lvl="2"/>
            <a:r>
              <a:rPr lang="en-US"/>
              <a:t>Third level</a:t>
            </a:r>
          </a:p>
        </p:txBody>
      </p:sp>
      <p:sp>
        <p:nvSpPr>
          <p:cNvPr id="4" name="Text Placeholder 4">
            <a:extLst>
              <a:ext uri="{FF2B5EF4-FFF2-40B4-BE49-F238E27FC236}">
                <a16:creationId xmlns:a16="http://schemas.microsoft.com/office/drawing/2014/main" id="{F3B4838F-7C3A-7342-A52D-D768DEE35245}"/>
              </a:ext>
            </a:extLst>
          </p:cNvPr>
          <p:cNvSpPr txBox="1">
            <a:spLocks noGrp="1"/>
          </p:cNvSpPr>
          <p:nvPr>
            <p:ph type="body" idx="4294967295"/>
          </p:nvPr>
        </p:nvSpPr>
        <p:spPr>
          <a:xfrm>
            <a:off x="6749588" y="2189649"/>
            <a:ext cx="4810813" cy="578714"/>
          </a:xfrm>
        </p:spPr>
        <p:txBody>
          <a:bodyPr bIns="0" anchor="b">
            <a:noAutofit/>
          </a:bodyPr>
          <a:lstStyle>
            <a:lvl1pPr marL="0" indent="0">
              <a:buNone/>
              <a:defRPr sz="2100" b="1">
                <a:solidFill>
                  <a:srgbClr val="26CAD3"/>
                </a:solidFill>
              </a:defRPr>
            </a:lvl1pPr>
          </a:lstStyle>
          <a:p>
            <a:pPr lvl="0"/>
            <a:r>
              <a:rPr lang="en-US"/>
              <a:t>Edit Master text styles</a:t>
            </a:r>
          </a:p>
        </p:txBody>
      </p:sp>
      <p:sp>
        <p:nvSpPr>
          <p:cNvPr id="5" name="Content Placeholder 5">
            <a:extLst>
              <a:ext uri="{FF2B5EF4-FFF2-40B4-BE49-F238E27FC236}">
                <a16:creationId xmlns:a16="http://schemas.microsoft.com/office/drawing/2014/main" id="{0745CC02-1B8D-B157-5C55-252A99719017}"/>
              </a:ext>
            </a:extLst>
          </p:cNvPr>
          <p:cNvSpPr txBox="1">
            <a:spLocks noGrp="1"/>
          </p:cNvSpPr>
          <p:nvPr>
            <p:ph idx="4294967295"/>
          </p:nvPr>
        </p:nvSpPr>
        <p:spPr>
          <a:xfrm>
            <a:off x="6749588" y="2717797"/>
            <a:ext cx="4810813" cy="3236189"/>
          </a:xfrm>
        </p:spPr>
        <p:txBody>
          <a:bodyPr/>
          <a:lstStyle>
            <a:lvl1pPr>
              <a:defRPr/>
            </a:lvl1pPr>
            <a:lvl2pPr marL="442917" lvl="1" indent="-198433">
              <a:spcBef>
                <a:spcPts val="500"/>
              </a:spcBef>
              <a:buFont typeface="Calibri" pitchFamily="34"/>
              <a:buChar char="›"/>
              <a:defRPr sz="1800"/>
            </a:lvl2pPr>
            <a:lvl3pPr marL="663570" lvl="2" indent="-212726">
              <a:spcBef>
                <a:spcPts val="500"/>
              </a:spcBef>
              <a:buFont typeface="Calibri" pitchFamily="34"/>
              <a:buChar char="»"/>
              <a:defRPr sz="1600"/>
            </a:lvl3pPr>
          </a:lstStyle>
          <a:p>
            <a:pPr lvl="0"/>
            <a:r>
              <a:rPr lang="en-US"/>
              <a:t>Edit Master text styles</a:t>
            </a:r>
          </a:p>
          <a:p>
            <a:pPr lvl="1"/>
            <a:r>
              <a:rPr lang="en-US"/>
              <a:t>Second level</a:t>
            </a:r>
          </a:p>
          <a:p>
            <a:pPr lvl="2"/>
            <a:r>
              <a:rPr lang="en-US"/>
              <a:t>Third level</a:t>
            </a:r>
          </a:p>
        </p:txBody>
      </p:sp>
      <p:sp>
        <p:nvSpPr>
          <p:cNvPr id="9" name="Title 9">
            <a:extLst>
              <a:ext uri="{FF2B5EF4-FFF2-40B4-BE49-F238E27FC236}">
                <a16:creationId xmlns:a16="http://schemas.microsoft.com/office/drawing/2014/main" id="{D665BB44-34F7-92F9-2ECE-83A2931589B1}"/>
              </a:ext>
            </a:extLst>
          </p:cNvPr>
          <p:cNvSpPr txBox="1">
            <a:spLocks noGrp="1"/>
          </p:cNvSpPr>
          <p:nvPr>
            <p:ph type="title"/>
          </p:nvPr>
        </p:nvSpPr>
        <p:spPr/>
        <p:txBody>
          <a:bodyPr/>
          <a:lstStyle>
            <a:lvl1pPr>
              <a:defRPr/>
            </a:lvl1pPr>
          </a:lstStyle>
          <a:p>
            <a:pPr lvl="0"/>
            <a:r>
              <a:rPr lang="en-US"/>
              <a:t>Click to edit Master title style</a:t>
            </a:r>
            <a:endParaRPr lang="en-IE"/>
          </a:p>
        </p:txBody>
      </p:sp>
    </p:spTree>
    <p:extLst>
      <p:ext uri="{BB962C8B-B14F-4D97-AF65-F5344CB8AC3E}">
        <p14:creationId xmlns:p14="http://schemas.microsoft.com/office/powerpoint/2010/main" val="3906208550"/>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BBC828-298E-6489-860F-5E7F62816280}"/>
              </a:ext>
            </a:extLst>
          </p:cNvPr>
          <p:cNvSpPr txBox="1">
            <a:spLocks noGrp="1"/>
          </p:cNvSpPr>
          <p:nvPr>
            <p:ph type="title"/>
          </p:nvPr>
        </p:nvSpPr>
        <p:spPr/>
        <p:txBody>
          <a:bodyPr/>
          <a:lstStyle>
            <a:lvl1pPr>
              <a:defRPr/>
            </a:lvl1pPr>
          </a:lstStyle>
          <a:p>
            <a:pPr lvl="0"/>
            <a:r>
              <a:rPr lang="en-US"/>
              <a:t>Click to edit Master title style</a:t>
            </a:r>
            <a:endParaRPr lang="en-IE"/>
          </a:p>
        </p:txBody>
      </p:sp>
    </p:spTree>
    <p:extLst>
      <p:ext uri="{BB962C8B-B14F-4D97-AF65-F5344CB8AC3E}">
        <p14:creationId xmlns:p14="http://schemas.microsoft.com/office/powerpoint/2010/main" val="3745225844"/>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096267667"/>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showMasterSp="0" preserve="1">
  <p:cSld name="Text &amp;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34454-F38F-ECD4-E78B-69E3A61C5743}"/>
              </a:ext>
            </a:extLst>
          </p:cNvPr>
          <p:cNvSpPr txBox="1">
            <a:spLocks noGrp="1"/>
          </p:cNvSpPr>
          <p:nvPr>
            <p:ph type="title"/>
          </p:nvPr>
        </p:nvSpPr>
        <p:spPr>
          <a:xfrm>
            <a:off x="631594" y="577845"/>
            <a:ext cx="4911361" cy="1112833"/>
          </a:xfrm>
        </p:spPr>
        <p:txBody>
          <a:bodyPr/>
          <a:lstStyle>
            <a:lvl1pPr>
              <a:defRPr/>
            </a:lvl1pPr>
          </a:lstStyle>
          <a:p>
            <a:pPr lvl="0"/>
            <a:r>
              <a:rPr lang="en-US"/>
              <a:t>Click to edit Master title style</a:t>
            </a:r>
            <a:endParaRPr lang="en-IE"/>
          </a:p>
        </p:txBody>
      </p:sp>
      <p:sp>
        <p:nvSpPr>
          <p:cNvPr id="3" name="Content Placeholder 2">
            <a:extLst>
              <a:ext uri="{FF2B5EF4-FFF2-40B4-BE49-F238E27FC236}">
                <a16:creationId xmlns:a16="http://schemas.microsoft.com/office/drawing/2014/main" id="{14604DE0-7EEA-BB26-4322-A2231BF93FEB}"/>
              </a:ext>
            </a:extLst>
          </p:cNvPr>
          <p:cNvSpPr txBox="1">
            <a:spLocks noGrp="1"/>
          </p:cNvSpPr>
          <p:nvPr>
            <p:ph idx="4294967295"/>
          </p:nvPr>
        </p:nvSpPr>
        <p:spPr>
          <a:xfrm>
            <a:off x="631594" y="1913638"/>
            <a:ext cx="4911361" cy="4062953"/>
          </a:xfrm>
        </p:spPr>
        <p:txBody>
          <a:bodyPr/>
          <a:lstStyle>
            <a:lvl1pPr>
              <a:defRPr/>
            </a:lvl1pPr>
            <a:lvl2pPr marL="442917" lvl="1" indent="-198433">
              <a:spcBef>
                <a:spcPts val="500"/>
              </a:spcBef>
              <a:buFont typeface="Calibri" pitchFamily="34"/>
              <a:buChar char="›"/>
              <a:defRPr sz="1800"/>
            </a:lvl2pPr>
            <a:lvl3pPr marL="663570" lvl="2" indent="-212726">
              <a:spcBef>
                <a:spcPts val="500"/>
              </a:spcBef>
              <a:buFont typeface="Calibri" pitchFamily="34"/>
              <a:buChar char="»"/>
              <a:defRPr sz="1600"/>
            </a:lvl3pPr>
            <a:lvl4pPr marL="1600200" lvl="3">
              <a:spcBef>
                <a:spcPts val="500"/>
              </a:spcBef>
              <a:defRPr sz="1400"/>
            </a:lvl4pPr>
            <a:lvl5pPr marL="2057400" lvl="4">
              <a:spcBef>
                <a:spcPts val="500"/>
              </a:spcBef>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7" name="Picture Placeholder 9">
            <a:extLst>
              <a:ext uri="{FF2B5EF4-FFF2-40B4-BE49-F238E27FC236}">
                <a16:creationId xmlns:a16="http://schemas.microsoft.com/office/drawing/2014/main" id="{A84ECFE9-D713-73CD-3593-4C160BCBEAC7}"/>
              </a:ext>
            </a:extLst>
          </p:cNvPr>
          <p:cNvSpPr txBox="1">
            <a:spLocks noGrp="1"/>
          </p:cNvSpPr>
          <p:nvPr>
            <p:ph type="pic" idx="4294967295"/>
          </p:nvPr>
        </p:nvSpPr>
        <p:spPr>
          <a:xfrm>
            <a:off x="6651400" y="577855"/>
            <a:ext cx="4908782" cy="5398745"/>
          </a:xfrm>
        </p:spPr>
        <p:txBody>
          <a:bodyPr/>
          <a:lstStyle>
            <a:lvl1pPr>
              <a:defRPr/>
            </a:lvl1pPr>
          </a:lstStyle>
          <a:p>
            <a:pPr lvl="0"/>
            <a:r>
              <a:rPr lang="en-US"/>
              <a:t>Click icon to add picture</a:t>
            </a:r>
            <a:endParaRPr lang="en-IE"/>
          </a:p>
        </p:txBody>
      </p:sp>
      <p:cxnSp>
        <p:nvCxnSpPr>
          <p:cNvPr id="8" name="Straight Connector 11">
            <a:extLst>
              <a:ext uri="{FF2B5EF4-FFF2-40B4-BE49-F238E27FC236}">
                <a16:creationId xmlns:a16="http://schemas.microsoft.com/office/drawing/2014/main" id="{7EE31EF4-70D1-765D-A02D-2B79972146C0}"/>
              </a:ext>
            </a:extLst>
          </p:cNvPr>
          <p:cNvCxnSpPr/>
          <p:nvPr/>
        </p:nvCxnSpPr>
        <p:spPr>
          <a:xfrm>
            <a:off x="631594" y="466728"/>
            <a:ext cx="4911370" cy="0"/>
          </a:xfrm>
          <a:prstGeom prst="straightConnector1">
            <a:avLst/>
          </a:prstGeom>
          <a:noFill/>
          <a:ln w="25402" cap="rnd">
            <a:solidFill>
              <a:srgbClr val="26CAD3"/>
            </a:solidFill>
            <a:custDash>
              <a:ds d="300000" sp="0"/>
            </a:custDash>
            <a:miter/>
          </a:ln>
        </p:spPr>
      </p:cxnSp>
    </p:spTree>
    <p:extLst>
      <p:ext uri="{BB962C8B-B14F-4D97-AF65-F5344CB8AC3E}">
        <p14:creationId xmlns:p14="http://schemas.microsoft.com/office/powerpoint/2010/main" val="3914998257"/>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showMasterSp="0" preserve="1">
  <p:cSld name="Image Slide 1">
    <p:spTree>
      <p:nvGrpSpPr>
        <p:cNvPr id="1" name=""/>
        <p:cNvGrpSpPr/>
        <p:nvPr/>
      </p:nvGrpSpPr>
      <p:grpSpPr>
        <a:xfrm>
          <a:off x="0" y="0"/>
          <a:ext cx="0" cy="0"/>
          <a:chOff x="0" y="0"/>
          <a:chExt cx="0" cy="0"/>
        </a:xfrm>
      </p:grpSpPr>
      <p:sp>
        <p:nvSpPr>
          <p:cNvPr id="2" name="Freeform 9">
            <a:extLst>
              <a:ext uri="{FF2B5EF4-FFF2-40B4-BE49-F238E27FC236}">
                <a16:creationId xmlns:a16="http://schemas.microsoft.com/office/drawing/2014/main" id="{5A9289DC-0B5A-281E-F94C-3355F5FEA32D}"/>
              </a:ext>
            </a:extLst>
          </p:cNvPr>
          <p:cNvSpPr/>
          <p:nvPr/>
        </p:nvSpPr>
        <p:spPr>
          <a:xfrm>
            <a:off x="1591" y="0"/>
            <a:ext cx="6149970" cy="6858000"/>
          </a:xfrm>
          <a:custGeom>
            <a:avLst/>
            <a:gdLst>
              <a:gd name="f0" fmla="val 10800000"/>
              <a:gd name="f1" fmla="val 5400000"/>
              <a:gd name="f2" fmla="val 180"/>
              <a:gd name="f3" fmla="val w"/>
              <a:gd name="f4" fmla="val h"/>
              <a:gd name="f5" fmla="val 0"/>
              <a:gd name="f6" fmla="val 3874"/>
              <a:gd name="f7" fmla="val 4320"/>
              <a:gd name="f8" fmla="val 3067"/>
              <a:gd name="f9" fmla="val 3147"/>
              <a:gd name="f10" fmla="val 4246"/>
              <a:gd name="f11" fmla="val 3224"/>
              <a:gd name="f12" fmla="val 4165"/>
              <a:gd name="f13" fmla="val 3298"/>
              <a:gd name="f14" fmla="val 4078"/>
              <a:gd name="f15" fmla="val 3494"/>
              <a:gd name="f16" fmla="val 3846"/>
              <a:gd name="f17" fmla="val 3640"/>
              <a:gd name="f18" fmla="val 3559"/>
              <a:gd name="f19" fmla="val 3733"/>
              <a:gd name="f20" fmla="val 3215"/>
              <a:gd name="f21" fmla="val 3792"/>
              <a:gd name="f22" fmla="val 2992"/>
              <a:gd name="f23" fmla="val 3832"/>
              <a:gd name="f24" fmla="val 2741"/>
              <a:gd name="f25" fmla="val 3848"/>
              <a:gd name="f26" fmla="val 2463"/>
              <a:gd name="f27" fmla="val 3866"/>
              <a:gd name="f28" fmla="val 2183"/>
              <a:gd name="f29" fmla="val 1949"/>
              <a:gd name="f30" fmla="val 1761"/>
              <a:gd name="f31" fmla="val 941"/>
              <a:gd name="f32" fmla="+- 0 0 -90"/>
              <a:gd name="f33" fmla="*/ f3 1 3874"/>
              <a:gd name="f34" fmla="*/ f4 1 4320"/>
              <a:gd name="f35" fmla="+- f7 0 f5"/>
              <a:gd name="f36" fmla="+- f6 0 f5"/>
              <a:gd name="f37" fmla="*/ f32 f0 1"/>
              <a:gd name="f38" fmla="*/ f36 1 3874"/>
              <a:gd name="f39" fmla="*/ f35 1 4320"/>
              <a:gd name="f40" fmla="*/ 0 f36 1"/>
              <a:gd name="f41" fmla="*/ 0 f35 1"/>
              <a:gd name="f42" fmla="*/ 4320 f35 1"/>
              <a:gd name="f43" fmla="*/ 3067 f36 1"/>
              <a:gd name="f44" fmla="*/ 3298 f36 1"/>
              <a:gd name="f45" fmla="*/ 4078 f35 1"/>
              <a:gd name="f46" fmla="*/ 3733 f36 1"/>
              <a:gd name="f47" fmla="*/ 3215 f35 1"/>
              <a:gd name="f48" fmla="*/ 3848 f36 1"/>
              <a:gd name="f49" fmla="*/ 2463 f35 1"/>
              <a:gd name="f50" fmla="*/ 3874 f36 1"/>
              <a:gd name="f51" fmla="*/ 1761 f35 1"/>
              <a:gd name="f52" fmla="*/ f37 1 f2"/>
              <a:gd name="f53" fmla="*/ f40 1 3874"/>
              <a:gd name="f54" fmla="*/ f41 1 4320"/>
              <a:gd name="f55" fmla="*/ f42 1 4320"/>
              <a:gd name="f56" fmla="*/ f43 1 3874"/>
              <a:gd name="f57" fmla="*/ f44 1 3874"/>
              <a:gd name="f58" fmla="*/ f45 1 4320"/>
              <a:gd name="f59" fmla="*/ f46 1 3874"/>
              <a:gd name="f60" fmla="*/ f47 1 4320"/>
              <a:gd name="f61" fmla="*/ f48 1 3874"/>
              <a:gd name="f62" fmla="*/ f49 1 4320"/>
              <a:gd name="f63" fmla="*/ f50 1 3874"/>
              <a:gd name="f64" fmla="*/ f51 1 4320"/>
              <a:gd name="f65" fmla="*/ 0 1 f38"/>
              <a:gd name="f66" fmla="*/ f6 1 f38"/>
              <a:gd name="f67" fmla="*/ 0 1 f39"/>
              <a:gd name="f68" fmla="*/ f7 1 f39"/>
              <a:gd name="f69" fmla="+- f52 0 f1"/>
              <a:gd name="f70" fmla="*/ f53 1 f38"/>
              <a:gd name="f71" fmla="*/ f54 1 f39"/>
              <a:gd name="f72" fmla="*/ f55 1 f39"/>
              <a:gd name="f73" fmla="*/ f56 1 f38"/>
              <a:gd name="f74" fmla="*/ f57 1 f38"/>
              <a:gd name="f75" fmla="*/ f58 1 f39"/>
              <a:gd name="f76" fmla="*/ f59 1 f38"/>
              <a:gd name="f77" fmla="*/ f60 1 f39"/>
              <a:gd name="f78" fmla="*/ f61 1 f38"/>
              <a:gd name="f79" fmla="*/ f62 1 f39"/>
              <a:gd name="f80" fmla="*/ f63 1 f38"/>
              <a:gd name="f81" fmla="*/ f64 1 f39"/>
              <a:gd name="f82" fmla="*/ f65 f33 1"/>
              <a:gd name="f83" fmla="*/ f66 f33 1"/>
              <a:gd name="f84" fmla="*/ f68 f34 1"/>
              <a:gd name="f85" fmla="*/ f67 f34 1"/>
              <a:gd name="f86" fmla="*/ f70 f33 1"/>
              <a:gd name="f87" fmla="*/ f71 f34 1"/>
              <a:gd name="f88" fmla="*/ f72 f34 1"/>
              <a:gd name="f89" fmla="*/ f73 f33 1"/>
              <a:gd name="f90" fmla="*/ f74 f33 1"/>
              <a:gd name="f91" fmla="*/ f75 f34 1"/>
              <a:gd name="f92" fmla="*/ f76 f33 1"/>
              <a:gd name="f93" fmla="*/ f77 f34 1"/>
              <a:gd name="f94" fmla="*/ f78 f33 1"/>
              <a:gd name="f95" fmla="*/ f79 f34 1"/>
              <a:gd name="f96" fmla="*/ f80 f33 1"/>
              <a:gd name="f97" fmla="*/ f81 f34 1"/>
            </a:gdLst>
            <a:ahLst/>
            <a:cxnLst>
              <a:cxn ang="3cd4">
                <a:pos x="hc" y="t"/>
              </a:cxn>
              <a:cxn ang="0">
                <a:pos x="r" y="vc"/>
              </a:cxn>
              <a:cxn ang="cd4">
                <a:pos x="hc" y="b"/>
              </a:cxn>
              <a:cxn ang="cd2">
                <a:pos x="l" y="vc"/>
              </a:cxn>
              <a:cxn ang="f69">
                <a:pos x="f86" y="f87"/>
              </a:cxn>
              <a:cxn ang="f69">
                <a:pos x="f86" y="f88"/>
              </a:cxn>
              <a:cxn ang="f69">
                <a:pos x="f89" y="f88"/>
              </a:cxn>
              <a:cxn ang="f69">
                <a:pos x="f90" y="f91"/>
              </a:cxn>
              <a:cxn ang="f69">
                <a:pos x="f92" y="f93"/>
              </a:cxn>
              <a:cxn ang="f69">
                <a:pos x="f94" y="f95"/>
              </a:cxn>
              <a:cxn ang="f69">
                <a:pos x="f96" y="f97"/>
              </a:cxn>
              <a:cxn ang="f69">
                <a:pos x="f96" y="f87"/>
              </a:cxn>
              <a:cxn ang="f69">
                <a:pos x="f86" y="f87"/>
              </a:cxn>
            </a:cxnLst>
            <a:rect l="f82" t="f85" r="f83" b="f84"/>
            <a:pathLst>
              <a:path w="3874" h="4320">
                <a:moveTo>
                  <a:pt x="f5" y="f5"/>
                </a:moveTo>
                <a:cubicBezTo>
                  <a:pt x="f5" y="f7"/>
                  <a:pt x="f5" y="f7"/>
                  <a:pt x="f5" y="f7"/>
                </a:cubicBezTo>
                <a:cubicBezTo>
                  <a:pt x="f8" y="f7"/>
                  <a:pt x="f8" y="f7"/>
                  <a:pt x="f8" y="f7"/>
                </a:cubicBezTo>
                <a:cubicBezTo>
                  <a:pt x="f9" y="f10"/>
                  <a:pt x="f11" y="f12"/>
                  <a:pt x="f13" y="f14"/>
                </a:cubicBezTo>
                <a:cubicBezTo>
                  <a:pt x="f15" y="f16"/>
                  <a:pt x="f17" y="f18"/>
                  <a:pt x="f19" y="f20"/>
                </a:cubicBezTo>
                <a:cubicBezTo>
                  <a:pt x="f21" y="f22"/>
                  <a:pt x="f23" y="f24"/>
                  <a:pt x="f25" y="f26"/>
                </a:cubicBezTo>
                <a:cubicBezTo>
                  <a:pt x="f27" y="f28"/>
                  <a:pt x="f6" y="f29"/>
                  <a:pt x="f6" y="f30"/>
                </a:cubicBezTo>
                <a:cubicBezTo>
                  <a:pt x="f6" y="f30"/>
                  <a:pt x="f6" y="f31"/>
                  <a:pt x="f6" y="f5"/>
                </a:cubicBezTo>
                <a:lnTo>
                  <a:pt x="f5" y="f5"/>
                </a:lnTo>
                <a:close/>
              </a:path>
            </a:pathLst>
          </a:custGeom>
          <a:solidFill>
            <a:srgbClr val="FFFFFF"/>
          </a:solidFill>
          <a:ln cap="flat">
            <a:noFill/>
            <a:prstDash val="solid"/>
          </a:ln>
        </p:spPr>
        <p:txBody>
          <a:bodyPr vert="horz" wrap="square" lIns="91440" tIns="45720" rIns="91440" bIns="4572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IE" sz="1800" b="0" i="0" u="none" strike="noStrike" kern="1200" cap="none" spc="0" baseline="0">
              <a:solidFill>
                <a:srgbClr val="000000"/>
              </a:solidFill>
              <a:uFillTx/>
              <a:latin typeface="Calibri"/>
            </a:endParaRPr>
          </a:p>
        </p:txBody>
      </p:sp>
      <p:sp>
        <p:nvSpPr>
          <p:cNvPr id="3" name="Picture Placeholder 24">
            <a:extLst>
              <a:ext uri="{FF2B5EF4-FFF2-40B4-BE49-F238E27FC236}">
                <a16:creationId xmlns:a16="http://schemas.microsoft.com/office/drawing/2014/main" id="{D29F10A4-3003-6A8E-DD2F-1AC50675CF7D}"/>
              </a:ext>
            </a:extLst>
          </p:cNvPr>
          <p:cNvSpPr txBox="1">
            <a:spLocks noGrp="1"/>
          </p:cNvSpPr>
          <p:nvPr>
            <p:ph type="pic" idx="4294967295"/>
          </p:nvPr>
        </p:nvSpPr>
        <p:spPr>
          <a:xfrm>
            <a:off x="4868859" y="0"/>
            <a:ext cx="7323136" cy="6858000"/>
          </a:xfrm>
          <a:solidFill>
            <a:srgbClr val="00667D"/>
          </a:solidFill>
        </p:spPr>
        <p:txBody>
          <a:bodyPr anchor="ctr" anchorCtr="1">
            <a:noAutofit/>
          </a:bodyPr>
          <a:lstStyle>
            <a:lvl1pPr marL="0" indent="0" algn="ctr">
              <a:buNone/>
              <a:defRPr>
                <a:solidFill>
                  <a:srgbClr val="FFFFFF"/>
                </a:solidFill>
              </a:defRPr>
            </a:lvl1pPr>
          </a:lstStyle>
          <a:p>
            <a:pPr lvl="0"/>
            <a:r>
              <a:rPr lang="en-US"/>
              <a:t>Click icon to add picture</a:t>
            </a:r>
            <a:endParaRPr lang="en-IE"/>
          </a:p>
        </p:txBody>
      </p:sp>
      <p:sp>
        <p:nvSpPr>
          <p:cNvPr id="4" name="Title 1">
            <a:extLst>
              <a:ext uri="{FF2B5EF4-FFF2-40B4-BE49-F238E27FC236}">
                <a16:creationId xmlns:a16="http://schemas.microsoft.com/office/drawing/2014/main" id="{F9CB1E31-AAEB-FCC2-1024-CFCA573A68D0}"/>
              </a:ext>
            </a:extLst>
          </p:cNvPr>
          <p:cNvSpPr txBox="1">
            <a:spLocks noGrp="1"/>
          </p:cNvSpPr>
          <p:nvPr>
            <p:ph type="title"/>
          </p:nvPr>
        </p:nvSpPr>
        <p:spPr>
          <a:xfrm>
            <a:off x="520695" y="1793238"/>
            <a:ext cx="5003797" cy="3032763"/>
          </a:xfrm>
        </p:spPr>
        <p:txBody>
          <a:bodyPr/>
          <a:lstStyle>
            <a:lvl1pPr marL="227008" indent="-227008">
              <a:lnSpc>
                <a:spcPct val="85000"/>
              </a:lnSpc>
              <a:defRPr sz="3400"/>
            </a:lvl1pPr>
          </a:lstStyle>
          <a:p>
            <a:pPr lvl="0"/>
            <a:r>
              <a:rPr lang="en-US"/>
              <a:t>Click to edit Master title style</a:t>
            </a:r>
            <a:endParaRPr lang="en-IE"/>
          </a:p>
        </p:txBody>
      </p:sp>
      <p:pic>
        <p:nvPicPr>
          <p:cNvPr id="9" name="Picture 11">
            <a:extLst>
              <a:ext uri="{FF2B5EF4-FFF2-40B4-BE49-F238E27FC236}">
                <a16:creationId xmlns:a16="http://schemas.microsoft.com/office/drawing/2014/main" id="{80EE6758-3401-5374-CC7F-8A973E9B361F}"/>
              </a:ext>
            </a:extLst>
          </p:cNvPr>
          <p:cNvPicPr>
            <a:picLocks noChangeAspect="1"/>
          </p:cNvPicPr>
          <p:nvPr/>
        </p:nvPicPr>
        <p:blipFill>
          <a:blip r:embed="rId2"/>
          <a:stretch>
            <a:fillRect/>
          </a:stretch>
        </p:blipFill>
        <p:spPr>
          <a:xfrm>
            <a:off x="12384130" y="1677988"/>
            <a:ext cx="3833768" cy="2622554"/>
          </a:xfrm>
          <a:prstGeom prst="rect">
            <a:avLst/>
          </a:prstGeom>
          <a:noFill/>
          <a:ln cap="flat">
            <a:noFill/>
          </a:ln>
        </p:spPr>
      </p:pic>
    </p:spTree>
    <p:extLst>
      <p:ext uri="{BB962C8B-B14F-4D97-AF65-F5344CB8AC3E}">
        <p14:creationId xmlns:p14="http://schemas.microsoft.com/office/powerpoint/2010/main" val="487612461"/>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showMasterSp="0" preserve="1">
  <p:cSld name="Image Slide 2">
    <p:bg>
      <p:bgPr>
        <a:solidFill>
          <a:srgbClr val="FFFFFF"/>
        </a:solidFill>
        <a:effectLst/>
      </p:bgPr>
    </p:bg>
    <p:spTree>
      <p:nvGrpSpPr>
        <p:cNvPr id="1" name=""/>
        <p:cNvGrpSpPr/>
        <p:nvPr/>
      </p:nvGrpSpPr>
      <p:grpSpPr>
        <a:xfrm>
          <a:off x="0" y="0"/>
          <a:ext cx="0" cy="0"/>
          <a:chOff x="0" y="0"/>
          <a:chExt cx="0" cy="0"/>
        </a:xfrm>
      </p:grpSpPr>
      <p:sp>
        <p:nvSpPr>
          <p:cNvPr id="2" name="Picture Placeholder 17">
            <a:extLst>
              <a:ext uri="{FF2B5EF4-FFF2-40B4-BE49-F238E27FC236}">
                <a16:creationId xmlns:a16="http://schemas.microsoft.com/office/drawing/2014/main" id="{E8B6C1FA-66B6-92FE-5021-22E90DEBBD7C}"/>
              </a:ext>
            </a:extLst>
          </p:cNvPr>
          <p:cNvSpPr txBox="1">
            <a:spLocks noGrp="1"/>
          </p:cNvSpPr>
          <p:nvPr>
            <p:ph type="pic" idx="4294967295"/>
          </p:nvPr>
        </p:nvSpPr>
        <p:spPr>
          <a:xfrm>
            <a:off x="0" y="0"/>
            <a:ext cx="12191996" cy="6858000"/>
          </a:xfrm>
          <a:solidFill>
            <a:srgbClr val="00667D"/>
          </a:solidFill>
        </p:spPr>
        <p:txBody>
          <a:bodyPr anchor="ctr" anchorCtr="1">
            <a:noAutofit/>
          </a:bodyPr>
          <a:lstStyle>
            <a:lvl1pPr marL="0" indent="0" algn="ctr">
              <a:buNone/>
              <a:defRPr>
                <a:solidFill>
                  <a:srgbClr val="FFFFFF"/>
                </a:solidFill>
              </a:defRPr>
            </a:lvl1pPr>
          </a:lstStyle>
          <a:p>
            <a:pPr lvl="0"/>
            <a:r>
              <a:rPr lang="en-US"/>
              <a:t>Click icon to add picture</a:t>
            </a:r>
            <a:endParaRPr lang="en-IE"/>
          </a:p>
        </p:txBody>
      </p:sp>
      <p:pic>
        <p:nvPicPr>
          <p:cNvPr id="3" name="Picture 8">
            <a:extLst>
              <a:ext uri="{FF2B5EF4-FFF2-40B4-BE49-F238E27FC236}">
                <a16:creationId xmlns:a16="http://schemas.microsoft.com/office/drawing/2014/main" id="{4CEA8223-8919-EF0F-97FB-5DC948C27053}"/>
              </a:ext>
            </a:extLst>
          </p:cNvPr>
          <p:cNvPicPr>
            <a:picLocks noChangeAspect="1"/>
          </p:cNvPicPr>
          <p:nvPr/>
        </p:nvPicPr>
        <p:blipFill>
          <a:blip r:embed="rId2"/>
          <a:stretch>
            <a:fillRect/>
          </a:stretch>
        </p:blipFill>
        <p:spPr>
          <a:xfrm>
            <a:off x="0" y="0"/>
            <a:ext cx="5448296" cy="4538660"/>
          </a:xfrm>
          <a:prstGeom prst="rect">
            <a:avLst/>
          </a:prstGeom>
          <a:noFill/>
          <a:ln cap="flat">
            <a:noFill/>
          </a:ln>
        </p:spPr>
      </p:pic>
      <p:sp>
        <p:nvSpPr>
          <p:cNvPr id="4" name="Title 1">
            <a:extLst>
              <a:ext uri="{FF2B5EF4-FFF2-40B4-BE49-F238E27FC236}">
                <a16:creationId xmlns:a16="http://schemas.microsoft.com/office/drawing/2014/main" id="{B8D63489-052E-D675-230C-DFDDA3660470}"/>
              </a:ext>
            </a:extLst>
          </p:cNvPr>
          <p:cNvSpPr txBox="1">
            <a:spLocks noGrp="1"/>
          </p:cNvSpPr>
          <p:nvPr>
            <p:ph type="title"/>
          </p:nvPr>
        </p:nvSpPr>
        <p:spPr>
          <a:xfrm>
            <a:off x="520695" y="574042"/>
            <a:ext cx="4053206" cy="2219962"/>
          </a:xfrm>
        </p:spPr>
        <p:txBody>
          <a:bodyPr/>
          <a:lstStyle>
            <a:lvl1pPr marL="177795" indent="-177795">
              <a:lnSpc>
                <a:spcPct val="85000"/>
              </a:lnSpc>
              <a:defRPr sz="2400"/>
            </a:lvl1pPr>
          </a:lstStyle>
          <a:p>
            <a:pPr lvl="0"/>
            <a:r>
              <a:rPr lang="en-US"/>
              <a:t>Click to edit Master title style</a:t>
            </a:r>
            <a:endParaRPr lang="en-IE"/>
          </a:p>
        </p:txBody>
      </p:sp>
      <p:pic>
        <p:nvPicPr>
          <p:cNvPr id="9" name="Picture 11">
            <a:extLst>
              <a:ext uri="{FF2B5EF4-FFF2-40B4-BE49-F238E27FC236}">
                <a16:creationId xmlns:a16="http://schemas.microsoft.com/office/drawing/2014/main" id="{0F25E0D5-B7A9-79AF-63C3-DA97BEE62783}"/>
              </a:ext>
            </a:extLst>
          </p:cNvPr>
          <p:cNvPicPr>
            <a:picLocks noChangeAspect="1"/>
          </p:cNvPicPr>
          <p:nvPr/>
        </p:nvPicPr>
        <p:blipFill>
          <a:blip r:embed="rId3"/>
          <a:stretch>
            <a:fillRect/>
          </a:stretch>
        </p:blipFill>
        <p:spPr>
          <a:xfrm>
            <a:off x="12384130" y="1677988"/>
            <a:ext cx="3833768" cy="2622554"/>
          </a:xfrm>
          <a:prstGeom prst="rect">
            <a:avLst/>
          </a:prstGeom>
          <a:noFill/>
          <a:ln cap="flat">
            <a:noFill/>
          </a:ln>
        </p:spPr>
      </p:pic>
    </p:spTree>
    <p:extLst>
      <p:ext uri="{BB962C8B-B14F-4D97-AF65-F5344CB8AC3E}">
        <p14:creationId xmlns:p14="http://schemas.microsoft.com/office/powerpoint/2010/main" val="2778302698"/>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showMasterSp="0" preserve="1">
  <p:cSld name="Image Slide With Key Points">
    <p:spTree>
      <p:nvGrpSpPr>
        <p:cNvPr id="1" name=""/>
        <p:cNvGrpSpPr/>
        <p:nvPr/>
      </p:nvGrpSpPr>
      <p:grpSpPr>
        <a:xfrm>
          <a:off x="0" y="0"/>
          <a:ext cx="0" cy="0"/>
          <a:chOff x="0" y="0"/>
          <a:chExt cx="0" cy="0"/>
        </a:xfrm>
      </p:grpSpPr>
      <p:sp>
        <p:nvSpPr>
          <p:cNvPr id="2" name="Freeform 9">
            <a:extLst>
              <a:ext uri="{FF2B5EF4-FFF2-40B4-BE49-F238E27FC236}">
                <a16:creationId xmlns:a16="http://schemas.microsoft.com/office/drawing/2014/main" id="{5E1BE3A0-6E9C-FAE2-4937-F29181B7DF1B}"/>
              </a:ext>
            </a:extLst>
          </p:cNvPr>
          <p:cNvSpPr/>
          <p:nvPr/>
        </p:nvSpPr>
        <p:spPr>
          <a:xfrm>
            <a:off x="1591" y="0"/>
            <a:ext cx="6149970" cy="6858000"/>
          </a:xfrm>
          <a:custGeom>
            <a:avLst/>
            <a:gdLst>
              <a:gd name="f0" fmla="val 10800000"/>
              <a:gd name="f1" fmla="val 5400000"/>
              <a:gd name="f2" fmla="val 180"/>
              <a:gd name="f3" fmla="val w"/>
              <a:gd name="f4" fmla="val h"/>
              <a:gd name="f5" fmla="val 0"/>
              <a:gd name="f6" fmla="val 3874"/>
              <a:gd name="f7" fmla="val 4320"/>
              <a:gd name="f8" fmla="val 3067"/>
              <a:gd name="f9" fmla="val 3147"/>
              <a:gd name="f10" fmla="val 4246"/>
              <a:gd name="f11" fmla="val 3224"/>
              <a:gd name="f12" fmla="val 4165"/>
              <a:gd name="f13" fmla="val 3298"/>
              <a:gd name="f14" fmla="val 4078"/>
              <a:gd name="f15" fmla="val 3494"/>
              <a:gd name="f16" fmla="val 3846"/>
              <a:gd name="f17" fmla="val 3640"/>
              <a:gd name="f18" fmla="val 3559"/>
              <a:gd name="f19" fmla="val 3733"/>
              <a:gd name="f20" fmla="val 3215"/>
              <a:gd name="f21" fmla="val 3792"/>
              <a:gd name="f22" fmla="val 2992"/>
              <a:gd name="f23" fmla="val 3832"/>
              <a:gd name="f24" fmla="val 2741"/>
              <a:gd name="f25" fmla="val 3848"/>
              <a:gd name="f26" fmla="val 2463"/>
              <a:gd name="f27" fmla="val 3866"/>
              <a:gd name="f28" fmla="val 2183"/>
              <a:gd name="f29" fmla="val 1949"/>
              <a:gd name="f30" fmla="val 1761"/>
              <a:gd name="f31" fmla="val 941"/>
              <a:gd name="f32" fmla="+- 0 0 -90"/>
              <a:gd name="f33" fmla="*/ f3 1 3874"/>
              <a:gd name="f34" fmla="*/ f4 1 4320"/>
              <a:gd name="f35" fmla="+- f7 0 f5"/>
              <a:gd name="f36" fmla="+- f6 0 f5"/>
              <a:gd name="f37" fmla="*/ f32 f0 1"/>
              <a:gd name="f38" fmla="*/ f36 1 3874"/>
              <a:gd name="f39" fmla="*/ f35 1 4320"/>
              <a:gd name="f40" fmla="*/ 0 f36 1"/>
              <a:gd name="f41" fmla="*/ 0 f35 1"/>
              <a:gd name="f42" fmla="*/ 4320 f35 1"/>
              <a:gd name="f43" fmla="*/ 3067 f36 1"/>
              <a:gd name="f44" fmla="*/ 3298 f36 1"/>
              <a:gd name="f45" fmla="*/ 4078 f35 1"/>
              <a:gd name="f46" fmla="*/ 3733 f36 1"/>
              <a:gd name="f47" fmla="*/ 3215 f35 1"/>
              <a:gd name="f48" fmla="*/ 3848 f36 1"/>
              <a:gd name="f49" fmla="*/ 2463 f35 1"/>
              <a:gd name="f50" fmla="*/ 3874 f36 1"/>
              <a:gd name="f51" fmla="*/ 1761 f35 1"/>
              <a:gd name="f52" fmla="*/ f37 1 f2"/>
              <a:gd name="f53" fmla="*/ f40 1 3874"/>
              <a:gd name="f54" fmla="*/ f41 1 4320"/>
              <a:gd name="f55" fmla="*/ f42 1 4320"/>
              <a:gd name="f56" fmla="*/ f43 1 3874"/>
              <a:gd name="f57" fmla="*/ f44 1 3874"/>
              <a:gd name="f58" fmla="*/ f45 1 4320"/>
              <a:gd name="f59" fmla="*/ f46 1 3874"/>
              <a:gd name="f60" fmla="*/ f47 1 4320"/>
              <a:gd name="f61" fmla="*/ f48 1 3874"/>
              <a:gd name="f62" fmla="*/ f49 1 4320"/>
              <a:gd name="f63" fmla="*/ f50 1 3874"/>
              <a:gd name="f64" fmla="*/ f51 1 4320"/>
              <a:gd name="f65" fmla="*/ 0 1 f38"/>
              <a:gd name="f66" fmla="*/ f6 1 f38"/>
              <a:gd name="f67" fmla="*/ 0 1 f39"/>
              <a:gd name="f68" fmla="*/ f7 1 f39"/>
              <a:gd name="f69" fmla="+- f52 0 f1"/>
              <a:gd name="f70" fmla="*/ f53 1 f38"/>
              <a:gd name="f71" fmla="*/ f54 1 f39"/>
              <a:gd name="f72" fmla="*/ f55 1 f39"/>
              <a:gd name="f73" fmla="*/ f56 1 f38"/>
              <a:gd name="f74" fmla="*/ f57 1 f38"/>
              <a:gd name="f75" fmla="*/ f58 1 f39"/>
              <a:gd name="f76" fmla="*/ f59 1 f38"/>
              <a:gd name="f77" fmla="*/ f60 1 f39"/>
              <a:gd name="f78" fmla="*/ f61 1 f38"/>
              <a:gd name="f79" fmla="*/ f62 1 f39"/>
              <a:gd name="f80" fmla="*/ f63 1 f38"/>
              <a:gd name="f81" fmla="*/ f64 1 f39"/>
              <a:gd name="f82" fmla="*/ f65 f33 1"/>
              <a:gd name="f83" fmla="*/ f66 f33 1"/>
              <a:gd name="f84" fmla="*/ f68 f34 1"/>
              <a:gd name="f85" fmla="*/ f67 f34 1"/>
              <a:gd name="f86" fmla="*/ f70 f33 1"/>
              <a:gd name="f87" fmla="*/ f71 f34 1"/>
              <a:gd name="f88" fmla="*/ f72 f34 1"/>
              <a:gd name="f89" fmla="*/ f73 f33 1"/>
              <a:gd name="f90" fmla="*/ f74 f33 1"/>
              <a:gd name="f91" fmla="*/ f75 f34 1"/>
              <a:gd name="f92" fmla="*/ f76 f33 1"/>
              <a:gd name="f93" fmla="*/ f77 f34 1"/>
              <a:gd name="f94" fmla="*/ f78 f33 1"/>
              <a:gd name="f95" fmla="*/ f79 f34 1"/>
              <a:gd name="f96" fmla="*/ f80 f33 1"/>
              <a:gd name="f97" fmla="*/ f81 f34 1"/>
            </a:gdLst>
            <a:ahLst/>
            <a:cxnLst>
              <a:cxn ang="3cd4">
                <a:pos x="hc" y="t"/>
              </a:cxn>
              <a:cxn ang="0">
                <a:pos x="r" y="vc"/>
              </a:cxn>
              <a:cxn ang="cd4">
                <a:pos x="hc" y="b"/>
              </a:cxn>
              <a:cxn ang="cd2">
                <a:pos x="l" y="vc"/>
              </a:cxn>
              <a:cxn ang="f69">
                <a:pos x="f86" y="f87"/>
              </a:cxn>
              <a:cxn ang="f69">
                <a:pos x="f86" y="f88"/>
              </a:cxn>
              <a:cxn ang="f69">
                <a:pos x="f89" y="f88"/>
              </a:cxn>
              <a:cxn ang="f69">
                <a:pos x="f90" y="f91"/>
              </a:cxn>
              <a:cxn ang="f69">
                <a:pos x="f92" y="f93"/>
              </a:cxn>
              <a:cxn ang="f69">
                <a:pos x="f94" y="f95"/>
              </a:cxn>
              <a:cxn ang="f69">
                <a:pos x="f96" y="f97"/>
              </a:cxn>
              <a:cxn ang="f69">
                <a:pos x="f96" y="f87"/>
              </a:cxn>
              <a:cxn ang="f69">
                <a:pos x="f86" y="f87"/>
              </a:cxn>
            </a:cxnLst>
            <a:rect l="f82" t="f85" r="f83" b="f84"/>
            <a:pathLst>
              <a:path w="3874" h="4320">
                <a:moveTo>
                  <a:pt x="f5" y="f5"/>
                </a:moveTo>
                <a:cubicBezTo>
                  <a:pt x="f5" y="f7"/>
                  <a:pt x="f5" y="f7"/>
                  <a:pt x="f5" y="f7"/>
                </a:cubicBezTo>
                <a:cubicBezTo>
                  <a:pt x="f8" y="f7"/>
                  <a:pt x="f8" y="f7"/>
                  <a:pt x="f8" y="f7"/>
                </a:cubicBezTo>
                <a:cubicBezTo>
                  <a:pt x="f9" y="f10"/>
                  <a:pt x="f11" y="f12"/>
                  <a:pt x="f13" y="f14"/>
                </a:cubicBezTo>
                <a:cubicBezTo>
                  <a:pt x="f15" y="f16"/>
                  <a:pt x="f17" y="f18"/>
                  <a:pt x="f19" y="f20"/>
                </a:cubicBezTo>
                <a:cubicBezTo>
                  <a:pt x="f21" y="f22"/>
                  <a:pt x="f23" y="f24"/>
                  <a:pt x="f25" y="f26"/>
                </a:cubicBezTo>
                <a:cubicBezTo>
                  <a:pt x="f27" y="f28"/>
                  <a:pt x="f6" y="f29"/>
                  <a:pt x="f6" y="f30"/>
                </a:cubicBezTo>
                <a:cubicBezTo>
                  <a:pt x="f6" y="f30"/>
                  <a:pt x="f6" y="f31"/>
                  <a:pt x="f6" y="f5"/>
                </a:cubicBezTo>
                <a:lnTo>
                  <a:pt x="f5" y="f5"/>
                </a:lnTo>
                <a:close/>
              </a:path>
            </a:pathLst>
          </a:custGeom>
          <a:solidFill>
            <a:srgbClr val="FFFFFF"/>
          </a:solidFill>
          <a:ln cap="flat">
            <a:noFill/>
            <a:prstDash val="solid"/>
          </a:ln>
        </p:spPr>
        <p:txBody>
          <a:bodyPr vert="horz" wrap="square" lIns="91440" tIns="45720" rIns="91440" bIns="4572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IE" sz="1800" b="0" i="0" u="none" strike="noStrike" kern="1200" cap="none" spc="0" baseline="0">
              <a:solidFill>
                <a:srgbClr val="000000"/>
              </a:solidFill>
              <a:uFillTx/>
              <a:latin typeface="Calibri"/>
            </a:endParaRPr>
          </a:p>
        </p:txBody>
      </p:sp>
      <p:sp>
        <p:nvSpPr>
          <p:cNvPr id="3" name="Picture Placeholder 24">
            <a:extLst>
              <a:ext uri="{FF2B5EF4-FFF2-40B4-BE49-F238E27FC236}">
                <a16:creationId xmlns:a16="http://schemas.microsoft.com/office/drawing/2014/main" id="{14FC6A02-07D4-7F1D-8CAB-077859045BAB}"/>
              </a:ext>
            </a:extLst>
          </p:cNvPr>
          <p:cNvSpPr txBox="1">
            <a:spLocks noGrp="1"/>
          </p:cNvSpPr>
          <p:nvPr>
            <p:ph type="pic" idx="4294967295"/>
          </p:nvPr>
        </p:nvSpPr>
        <p:spPr>
          <a:xfrm>
            <a:off x="4868859" y="0"/>
            <a:ext cx="7323136" cy="6858000"/>
          </a:xfrm>
          <a:solidFill>
            <a:srgbClr val="00667D"/>
          </a:solidFill>
        </p:spPr>
        <p:txBody>
          <a:bodyPr anchor="ctr" anchorCtr="1">
            <a:noAutofit/>
          </a:bodyPr>
          <a:lstStyle>
            <a:lvl1pPr marL="0" indent="0" algn="ctr">
              <a:buNone/>
              <a:defRPr>
                <a:solidFill>
                  <a:srgbClr val="FFFFFF"/>
                </a:solidFill>
              </a:defRPr>
            </a:lvl1pPr>
          </a:lstStyle>
          <a:p>
            <a:pPr lvl="0"/>
            <a:r>
              <a:rPr lang="en-US"/>
              <a:t>Click icon to add picture</a:t>
            </a:r>
            <a:endParaRPr lang="en-IE"/>
          </a:p>
        </p:txBody>
      </p:sp>
      <p:pic>
        <p:nvPicPr>
          <p:cNvPr id="8" name="Picture 11">
            <a:extLst>
              <a:ext uri="{FF2B5EF4-FFF2-40B4-BE49-F238E27FC236}">
                <a16:creationId xmlns:a16="http://schemas.microsoft.com/office/drawing/2014/main" id="{2B7DC527-6DCA-2DAC-BE3B-B0952A8446DF}"/>
              </a:ext>
            </a:extLst>
          </p:cNvPr>
          <p:cNvPicPr>
            <a:picLocks noChangeAspect="1"/>
          </p:cNvPicPr>
          <p:nvPr/>
        </p:nvPicPr>
        <p:blipFill>
          <a:blip r:embed="rId2"/>
          <a:stretch>
            <a:fillRect/>
          </a:stretch>
        </p:blipFill>
        <p:spPr>
          <a:xfrm>
            <a:off x="12384130" y="1677988"/>
            <a:ext cx="3833768" cy="2622554"/>
          </a:xfrm>
          <a:prstGeom prst="rect">
            <a:avLst/>
          </a:prstGeom>
          <a:noFill/>
          <a:ln cap="flat">
            <a:noFill/>
          </a:ln>
        </p:spPr>
      </p:pic>
      <p:sp>
        <p:nvSpPr>
          <p:cNvPr id="9" name="Text Placeholder 6">
            <a:extLst>
              <a:ext uri="{FF2B5EF4-FFF2-40B4-BE49-F238E27FC236}">
                <a16:creationId xmlns:a16="http://schemas.microsoft.com/office/drawing/2014/main" id="{9ED799A8-5F08-E0C5-B3F8-448FE509079A}"/>
              </a:ext>
            </a:extLst>
          </p:cNvPr>
          <p:cNvSpPr txBox="1">
            <a:spLocks noGrp="1"/>
          </p:cNvSpPr>
          <p:nvPr>
            <p:ph type="body" idx="4294967295"/>
          </p:nvPr>
        </p:nvSpPr>
        <p:spPr>
          <a:xfrm>
            <a:off x="631594" y="1593131"/>
            <a:ext cx="4505550" cy="3723409"/>
          </a:xfrm>
        </p:spPr>
        <p:txBody>
          <a:bodyPr>
            <a:noAutofit/>
          </a:bodyPr>
          <a:lstStyle>
            <a:lvl1pPr marL="0" indent="0">
              <a:spcBef>
                <a:spcPts val="3600"/>
              </a:spcBef>
              <a:buNone/>
              <a:defRPr sz="2600" b="1">
                <a:solidFill>
                  <a:srgbClr val="26CAD3"/>
                </a:solidFill>
              </a:defRPr>
            </a:lvl1pPr>
            <a:lvl2pPr marL="0" lvl="1" indent="0">
              <a:spcBef>
                <a:spcPts val="500"/>
              </a:spcBef>
              <a:buNone/>
              <a:defRPr sz="2600"/>
            </a:lvl2pPr>
          </a:lstStyle>
          <a:p>
            <a:pPr lvl="0"/>
            <a:r>
              <a:rPr lang="en-US"/>
              <a:t>Edit Master text styles</a:t>
            </a:r>
          </a:p>
          <a:p>
            <a:pPr lvl="1"/>
            <a:r>
              <a:rPr lang="en-US"/>
              <a:t>Second level</a:t>
            </a:r>
          </a:p>
        </p:txBody>
      </p:sp>
    </p:spTree>
    <p:extLst>
      <p:ext uri="{BB962C8B-B14F-4D97-AF65-F5344CB8AC3E}">
        <p14:creationId xmlns:p14="http://schemas.microsoft.com/office/powerpoint/2010/main" val="2769443144"/>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showMasterSp="0" preserve="1">
  <p:cSld name="Image Only Layout">
    <p:bg>
      <p:bgPr>
        <a:blipFill>
          <a:blip r:embed="rId2"/>
          <a:stretch>
            <a:fillRect/>
          </a:stretch>
        </a:blipFill>
        <a:effectLst/>
      </p:bgPr>
    </p:bg>
    <p:spTree>
      <p:nvGrpSpPr>
        <p:cNvPr id="1" name=""/>
        <p:cNvGrpSpPr/>
        <p:nvPr/>
      </p:nvGrpSpPr>
      <p:grpSpPr>
        <a:xfrm>
          <a:off x="0" y="0"/>
          <a:ext cx="0" cy="0"/>
          <a:chOff x="0" y="0"/>
          <a:chExt cx="0" cy="0"/>
        </a:xfrm>
      </p:grpSpPr>
      <p:pic>
        <p:nvPicPr>
          <p:cNvPr id="5" name="Picture 5">
            <a:extLst>
              <a:ext uri="{FF2B5EF4-FFF2-40B4-BE49-F238E27FC236}">
                <a16:creationId xmlns:a16="http://schemas.microsoft.com/office/drawing/2014/main" id="{CAE90E54-69EA-62F1-6B19-0B1D7DC459BE}"/>
              </a:ext>
            </a:extLst>
          </p:cNvPr>
          <p:cNvPicPr>
            <a:picLocks noChangeAspect="1"/>
          </p:cNvPicPr>
          <p:nvPr/>
        </p:nvPicPr>
        <p:blipFill>
          <a:blip r:embed="rId3">
            <a:biLevel thresh="50000"/>
          </a:blip>
          <a:srcRect l="11982" t="16649" r="11982" b="16649"/>
          <a:stretch>
            <a:fillRect/>
          </a:stretch>
        </p:blipFill>
        <p:spPr>
          <a:xfrm>
            <a:off x="11010802" y="5993608"/>
            <a:ext cx="938302" cy="618244"/>
          </a:xfrm>
          <a:prstGeom prst="rect">
            <a:avLst/>
          </a:prstGeom>
          <a:noFill/>
          <a:ln cap="flat">
            <a:noFill/>
          </a:ln>
        </p:spPr>
      </p:pic>
      <p:grpSp>
        <p:nvGrpSpPr>
          <p:cNvPr id="6" name="Group 4">
            <a:extLst>
              <a:ext uri="{FF2B5EF4-FFF2-40B4-BE49-F238E27FC236}">
                <a16:creationId xmlns:a16="http://schemas.microsoft.com/office/drawing/2014/main" id="{C1175AAB-B76C-9555-1B1F-6FE700AB7398}"/>
              </a:ext>
            </a:extLst>
          </p:cNvPr>
          <p:cNvGrpSpPr/>
          <p:nvPr/>
        </p:nvGrpSpPr>
        <p:grpSpPr>
          <a:xfrm>
            <a:off x="9916997" y="301660"/>
            <a:ext cx="1940676" cy="3432063"/>
            <a:chOff x="9916997" y="301660"/>
            <a:chExt cx="1940676" cy="3432063"/>
          </a:xfrm>
        </p:grpSpPr>
        <p:sp>
          <p:nvSpPr>
            <p:cNvPr id="7" name="Freeform 5">
              <a:extLst>
                <a:ext uri="{FF2B5EF4-FFF2-40B4-BE49-F238E27FC236}">
                  <a16:creationId xmlns:a16="http://schemas.microsoft.com/office/drawing/2014/main" id="{EF5BEFEE-49C1-6470-3BEC-ED28DBDD5962}"/>
                </a:ext>
              </a:extLst>
            </p:cNvPr>
            <p:cNvSpPr/>
            <p:nvPr/>
          </p:nvSpPr>
          <p:spPr>
            <a:xfrm>
              <a:off x="10334100" y="301660"/>
              <a:ext cx="705459" cy="670584"/>
            </a:xfrm>
            <a:custGeom>
              <a:avLst/>
              <a:gdLst>
                <a:gd name="f0" fmla="val 10800000"/>
                <a:gd name="f1" fmla="val 5400000"/>
                <a:gd name="f2" fmla="val 180"/>
                <a:gd name="f3" fmla="val w"/>
                <a:gd name="f4" fmla="val h"/>
                <a:gd name="f5" fmla="val 0"/>
                <a:gd name="f6" fmla="val 222"/>
                <a:gd name="f7" fmla="val 211"/>
                <a:gd name="f8" fmla="val 32"/>
                <a:gd name="f9" fmla="val 183"/>
                <a:gd name="f10" fmla="val 54"/>
                <a:gd name="f11" fmla="val 202"/>
                <a:gd name="f12" fmla="val 80"/>
                <a:gd name="f13" fmla="val 111"/>
                <a:gd name="f14" fmla="val 142"/>
                <a:gd name="f15" fmla="val 168"/>
                <a:gd name="f16" fmla="val 190"/>
                <a:gd name="f17" fmla="val 164"/>
                <a:gd name="f18" fmla="val 139"/>
                <a:gd name="f19" fmla="val 106"/>
                <a:gd name="f20" fmla="val 74"/>
                <a:gd name="f21" fmla="val 48"/>
                <a:gd name="f22" fmla="val 29"/>
                <a:gd name="f23" fmla="val 10"/>
                <a:gd name="f24" fmla="val 11"/>
                <a:gd name="f25" fmla="+- 0 0 -90"/>
                <a:gd name="f26" fmla="*/ f3 1 222"/>
                <a:gd name="f27" fmla="*/ f4 1 211"/>
                <a:gd name="f28" fmla="+- f7 0 f5"/>
                <a:gd name="f29" fmla="+- f6 0 f5"/>
                <a:gd name="f30" fmla="*/ f25 f0 1"/>
                <a:gd name="f31" fmla="*/ f29 1 222"/>
                <a:gd name="f32" fmla="*/ f28 1 211"/>
                <a:gd name="f33" fmla="*/ 32 f29 1"/>
                <a:gd name="f34" fmla="*/ 183 f28 1"/>
                <a:gd name="f35" fmla="*/ 111 f29 1"/>
                <a:gd name="f36" fmla="*/ 211 f28 1"/>
                <a:gd name="f37" fmla="*/ 190 f29 1"/>
                <a:gd name="f38" fmla="*/ 222 f29 1"/>
                <a:gd name="f39" fmla="*/ 106 f28 1"/>
                <a:gd name="f40" fmla="*/ 29 f28 1"/>
                <a:gd name="f41" fmla="*/ 0 f28 1"/>
                <a:gd name="f42" fmla="*/ 0 f29 1"/>
                <a:gd name="f43" fmla="*/ f30 1 f2"/>
                <a:gd name="f44" fmla="*/ f33 1 222"/>
                <a:gd name="f45" fmla="*/ f34 1 211"/>
                <a:gd name="f46" fmla="*/ f35 1 222"/>
                <a:gd name="f47" fmla="*/ f36 1 211"/>
                <a:gd name="f48" fmla="*/ f37 1 222"/>
                <a:gd name="f49" fmla="*/ f38 1 222"/>
                <a:gd name="f50" fmla="*/ f39 1 211"/>
                <a:gd name="f51" fmla="*/ f40 1 211"/>
                <a:gd name="f52" fmla="*/ f41 1 211"/>
                <a:gd name="f53" fmla="*/ f42 1 222"/>
                <a:gd name="f54" fmla="*/ 0 1 f31"/>
                <a:gd name="f55" fmla="*/ f6 1 f31"/>
                <a:gd name="f56" fmla="*/ 0 1 f32"/>
                <a:gd name="f57" fmla="*/ f7 1 f32"/>
                <a:gd name="f58" fmla="+- f43 0 f1"/>
                <a:gd name="f59" fmla="*/ f44 1 f31"/>
                <a:gd name="f60" fmla="*/ f45 1 f32"/>
                <a:gd name="f61" fmla="*/ f46 1 f31"/>
                <a:gd name="f62" fmla="*/ f47 1 f32"/>
                <a:gd name="f63" fmla="*/ f48 1 f31"/>
                <a:gd name="f64" fmla="*/ f49 1 f31"/>
                <a:gd name="f65" fmla="*/ f50 1 f32"/>
                <a:gd name="f66" fmla="*/ f51 1 f32"/>
                <a:gd name="f67" fmla="*/ f52 1 f32"/>
                <a:gd name="f68" fmla="*/ f53 1 f31"/>
                <a:gd name="f69" fmla="*/ f54 f26 1"/>
                <a:gd name="f70" fmla="*/ f55 f26 1"/>
                <a:gd name="f71" fmla="*/ f57 f27 1"/>
                <a:gd name="f72" fmla="*/ f56 f27 1"/>
                <a:gd name="f73" fmla="*/ f59 f26 1"/>
                <a:gd name="f74" fmla="*/ f60 f27 1"/>
                <a:gd name="f75" fmla="*/ f61 f26 1"/>
                <a:gd name="f76" fmla="*/ f62 f27 1"/>
                <a:gd name="f77" fmla="*/ f63 f26 1"/>
                <a:gd name="f78" fmla="*/ f64 f26 1"/>
                <a:gd name="f79" fmla="*/ f65 f27 1"/>
                <a:gd name="f80" fmla="*/ f66 f27 1"/>
                <a:gd name="f81" fmla="*/ f67 f27 1"/>
                <a:gd name="f82" fmla="*/ f68 f26 1"/>
              </a:gdLst>
              <a:ahLst/>
              <a:cxnLst>
                <a:cxn ang="3cd4">
                  <a:pos x="hc" y="t"/>
                </a:cxn>
                <a:cxn ang="0">
                  <a:pos x="r" y="vc"/>
                </a:cxn>
                <a:cxn ang="cd4">
                  <a:pos x="hc" y="b"/>
                </a:cxn>
                <a:cxn ang="cd2">
                  <a:pos x="l" y="vc"/>
                </a:cxn>
                <a:cxn ang="f58">
                  <a:pos x="f73" y="f74"/>
                </a:cxn>
                <a:cxn ang="f58">
                  <a:pos x="f75" y="f76"/>
                </a:cxn>
                <a:cxn ang="f58">
                  <a:pos x="f77" y="f74"/>
                </a:cxn>
                <a:cxn ang="f58">
                  <a:pos x="f78" y="f79"/>
                </a:cxn>
                <a:cxn ang="f58">
                  <a:pos x="f77" y="f80"/>
                </a:cxn>
                <a:cxn ang="f58">
                  <a:pos x="f75" y="f81"/>
                </a:cxn>
                <a:cxn ang="f58">
                  <a:pos x="f73" y="f80"/>
                </a:cxn>
                <a:cxn ang="f58">
                  <a:pos x="f82" y="f79"/>
                </a:cxn>
                <a:cxn ang="f58">
                  <a:pos x="f73" y="f74"/>
                </a:cxn>
              </a:cxnLst>
              <a:rect l="f69" t="f72" r="f70" b="f71"/>
              <a:pathLst>
                <a:path w="222" h="211">
                  <a:moveTo>
                    <a:pt x="f8" y="f9"/>
                  </a:moveTo>
                  <a:cubicBezTo>
                    <a:pt x="f10" y="f11"/>
                    <a:pt x="f12" y="f7"/>
                    <a:pt x="f13" y="f7"/>
                  </a:cubicBezTo>
                  <a:cubicBezTo>
                    <a:pt x="f14" y="f7"/>
                    <a:pt x="f15" y="f11"/>
                    <a:pt x="f16" y="f9"/>
                  </a:cubicBezTo>
                  <a:cubicBezTo>
                    <a:pt x="f7" y="f17"/>
                    <a:pt x="f6" y="f18"/>
                    <a:pt x="f6" y="f19"/>
                  </a:cubicBezTo>
                  <a:cubicBezTo>
                    <a:pt x="f6" y="f20"/>
                    <a:pt x="f7" y="f21"/>
                    <a:pt x="f16" y="f22"/>
                  </a:cubicBezTo>
                  <a:cubicBezTo>
                    <a:pt x="f15" y="f23"/>
                    <a:pt x="f14" y="f5"/>
                    <a:pt x="f13" y="f5"/>
                  </a:cubicBezTo>
                  <a:cubicBezTo>
                    <a:pt x="f12" y="f5"/>
                    <a:pt x="f10" y="f23"/>
                    <a:pt x="f8" y="f22"/>
                  </a:cubicBezTo>
                  <a:cubicBezTo>
                    <a:pt x="f24" y="f21"/>
                    <a:pt x="f5" y="f20"/>
                    <a:pt x="f5" y="f19"/>
                  </a:cubicBezTo>
                  <a:cubicBezTo>
                    <a:pt x="f5" y="f18"/>
                    <a:pt x="f24" y="f17"/>
                    <a:pt x="f8" y="f9"/>
                  </a:cubicBezTo>
                </a:path>
              </a:pathLst>
            </a:custGeom>
            <a:noFill/>
            <a:ln cap="flat">
              <a:noFill/>
              <a:prstDash val="solid"/>
            </a:ln>
          </p:spPr>
          <p:txBody>
            <a:bodyPr vert="horz" wrap="square" lIns="91440" tIns="45720" rIns="91440" bIns="4572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IE" sz="1800" b="0" i="0" u="none" strike="noStrike" kern="1200" cap="none" spc="0" baseline="0">
                <a:solidFill>
                  <a:srgbClr val="000000"/>
                </a:solidFill>
                <a:uFillTx/>
                <a:latin typeface="Calibri"/>
              </a:endParaRPr>
            </a:p>
          </p:txBody>
        </p:sp>
        <p:sp>
          <p:nvSpPr>
            <p:cNvPr id="8" name="Freeform 6">
              <a:extLst>
                <a:ext uri="{FF2B5EF4-FFF2-40B4-BE49-F238E27FC236}">
                  <a16:creationId xmlns:a16="http://schemas.microsoft.com/office/drawing/2014/main" id="{BCEC27E2-C79F-C54B-E6E1-51961365F8D8}"/>
                </a:ext>
              </a:extLst>
            </p:cNvPr>
            <p:cNvSpPr/>
            <p:nvPr/>
          </p:nvSpPr>
          <p:spPr>
            <a:xfrm>
              <a:off x="11240737" y="1162696"/>
              <a:ext cx="616936" cy="587437"/>
            </a:xfrm>
            <a:custGeom>
              <a:avLst/>
              <a:gdLst>
                <a:gd name="f0" fmla="val 10800000"/>
                <a:gd name="f1" fmla="val 5400000"/>
                <a:gd name="f2" fmla="val 180"/>
                <a:gd name="f3" fmla="val w"/>
                <a:gd name="f4" fmla="val h"/>
                <a:gd name="f5" fmla="val 0"/>
                <a:gd name="f6" fmla="val 194"/>
                <a:gd name="f7" fmla="val 185"/>
                <a:gd name="f8" fmla="val 166"/>
                <a:gd name="f9" fmla="val 26"/>
                <a:gd name="f10" fmla="val 147"/>
                <a:gd name="f11" fmla="val 9"/>
                <a:gd name="f12" fmla="val 124"/>
                <a:gd name="f13" fmla="val 97"/>
                <a:gd name="f14" fmla="val 70"/>
                <a:gd name="f15" fmla="val 47"/>
                <a:gd name="f16" fmla="val 29"/>
                <a:gd name="f17" fmla="val 10"/>
                <a:gd name="f18" fmla="val 42"/>
                <a:gd name="f19" fmla="val 65"/>
                <a:gd name="f20" fmla="val 93"/>
                <a:gd name="f21" fmla="val 122"/>
                <a:gd name="f22" fmla="val 144"/>
                <a:gd name="f23" fmla="val 161"/>
                <a:gd name="f24" fmla="val 177"/>
                <a:gd name="f25" fmla="+- 0 0 -90"/>
                <a:gd name="f26" fmla="*/ f3 1 194"/>
                <a:gd name="f27" fmla="*/ f4 1 185"/>
                <a:gd name="f28" fmla="+- f7 0 f5"/>
                <a:gd name="f29" fmla="+- f6 0 f5"/>
                <a:gd name="f30" fmla="*/ f25 f0 1"/>
                <a:gd name="f31" fmla="*/ f29 1 194"/>
                <a:gd name="f32" fmla="*/ f28 1 185"/>
                <a:gd name="f33" fmla="*/ 166 f29 1"/>
                <a:gd name="f34" fmla="*/ 26 f28 1"/>
                <a:gd name="f35" fmla="*/ 97 f29 1"/>
                <a:gd name="f36" fmla="*/ 0 f28 1"/>
                <a:gd name="f37" fmla="*/ 29 f29 1"/>
                <a:gd name="f38" fmla="*/ 0 f29 1"/>
                <a:gd name="f39" fmla="*/ 93 f28 1"/>
                <a:gd name="f40" fmla="*/ 161 f28 1"/>
                <a:gd name="f41" fmla="*/ 185 f28 1"/>
                <a:gd name="f42" fmla="*/ 194 f29 1"/>
                <a:gd name="f43" fmla="*/ f30 1 f2"/>
                <a:gd name="f44" fmla="*/ f33 1 194"/>
                <a:gd name="f45" fmla="*/ f34 1 185"/>
                <a:gd name="f46" fmla="*/ f35 1 194"/>
                <a:gd name="f47" fmla="*/ f36 1 185"/>
                <a:gd name="f48" fmla="*/ f37 1 194"/>
                <a:gd name="f49" fmla="*/ f38 1 194"/>
                <a:gd name="f50" fmla="*/ f39 1 185"/>
                <a:gd name="f51" fmla="*/ f40 1 185"/>
                <a:gd name="f52" fmla="*/ f41 1 185"/>
                <a:gd name="f53" fmla="*/ f42 1 194"/>
                <a:gd name="f54" fmla="*/ 0 1 f31"/>
                <a:gd name="f55" fmla="*/ f6 1 f31"/>
                <a:gd name="f56" fmla="*/ 0 1 f32"/>
                <a:gd name="f57" fmla="*/ f7 1 f32"/>
                <a:gd name="f58" fmla="+- f43 0 f1"/>
                <a:gd name="f59" fmla="*/ f44 1 f31"/>
                <a:gd name="f60" fmla="*/ f45 1 f32"/>
                <a:gd name="f61" fmla="*/ f46 1 f31"/>
                <a:gd name="f62" fmla="*/ f47 1 f32"/>
                <a:gd name="f63" fmla="*/ f48 1 f31"/>
                <a:gd name="f64" fmla="*/ f49 1 f31"/>
                <a:gd name="f65" fmla="*/ f50 1 f32"/>
                <a:gd name="f66" fmla="*/ f51 1 f32"/>
                <a:gd name="f67" fmla="*/ f52 1 f32"/>
                <a:gd name="f68" fmla="*/ f53 1 f31"/>
                <a:gd name="f69" fmla="*/ f54 f26 1"/>
                <a:gd name="f70" fmla="*/ f55 f26 1"/>
                <a:gd name="f71" fmla="*/ f57 f27 1"/>
                <a:gd name="f72" fmla="*/ f56 f27 1"/>
                <a:gd name="f73" fmla="*/ f59 f26 1"/>
                <a:gd name="f74" fmla="*/ f60 f27 1"/>
                <a:gd name="f75" fmla="*/ f61 f26 1"/>
                <a:gd name="f76" fmla="*/ f62 f27 1"/>
                <a:gd name="f77" fmla="*/ f63 f26 1"/>
                <a:gd name="f78" fmla="*/ f64 f26 1"/>
                <a:gd name="f79" fmla="*/ f65 f27 1"/>
                <a:gd name="f80" fmla="*/ f66 f27 1"/>
                <a:gd name="f81" fmla="*/ f67 f27 1"/>
                <a:gd name="f82" fmla="*/ f68 f26 1"/>
              </a:gdLst>
              <a:ahLst/>
              <a:cxnLst>
                <a:cxn ang="3cd4">
                  <a:pos x="hc" y="t"/>
                </a:cxn>
                <a:cxn ang="0">
                  <a:pos x="r" y="vc"/>
                </a:cxn>
                <a:cxn ang="cd4">
                  <a:pos x="hc" y="b"/>
                </a:cxn>
                <a:cxn ang="cd2">
                  <a:pos x="l" y="vc"/>
                </a:cxn>
                <a:cxn ang="f58">
                  <a:pos x="f73" y="f74"/>
                </a:cxn>
                <a:cxn ang="f58">
                  <a:pos x="f75" y="f76"/>
                </a:cxn>
                <a:cxn ang="f58">
                  <a:pos x="f77" y="f74"/>
                </a:cxn>
                <a:cxn ang="f58">
                  <a:pos x="f78" y="f79"/>
                </a:cxn>
                <a:cxn ang="f58">
                  <a:pos x="f77" y="f80"/>
                </a:cxn>
                <a:cxn ang="f58">
                  <a:pos x="f75" y="f81"/>
                </a:cxn>
                <a:cxn ang="f58">
                  <a:pos x="f73" y="f80"/>
                </a:cxn>
                <a:cxn ang="f58">
                  <a:pos x="f82" y="f79"/>
                </a:cxn>
                <a:cxn ang="f58">
                  <a:pos x="f73" y="f74"/>
                </a:cxn>
              </a:cxnLst>
              <a:rect l="f69" t="f72" r="f70" b="f71"/>
              <a:pathLst>
                <a:path w="194" h="185">
                  <a:moveTo>
                    <a:pt x="f8" y="f9"/>
                  </a:moveTo>
                  <a:cubicBezTo>
                    <a:pt x="f10" y="f11"/>
                    <a:pt x="f12" y="f5"/>
                    <a:pt x="f13" y="f5"/>
                  </a:cubicBezTo>
                  <a:cubicBezTo>
                    <a:pt x="f14" y="f5"/>
                    <a:pt x="f15" y="f11"/>
                    <a:pt x="f16" y="f9"/>
                  </a:cubicBezTo>
                  <a:cubicBezTo>
                    <a:pt x="f17" y="f18"/>
                    <a:pt x="f5" y="f19"/>
                    <a:pt x="f5" y="f20"/>
                  </a:cubicBezTo>
                  <a:cubicBezTo>
                    <a:pt x="f5" y="f21"/>
                    <a:pt x="f17" y="f22"/>
                    <a:pt x="f16" y="f23"/>
                  </a:cubicBezTo>
                  <a:cubicBezTo>
                    <a:pt x="f15" y="f24"/>
                    <a:pt x="f14" y="f7"/>
                    <a:pt x="f13" y="f7"/>
                  </a:cubicBezTo>
                  <a:cubicBezTo>
                    <a:pt x="f12" y="f7"/>
                    <a:pt x="f10" y="f24"/>
                    <a:pt x="f8" y="f23"/>
                  </a:cubicBezTo>
                  <a:cubicBezTo>
                    <a:pt x="f7" y="f22"/>
                    <a:pt x="f6" y="f21"/>
                    <a:pt x="f6" y="f20"/>
                  </a:cubicBezTo>
                  <a:cubicBezTo>
                    <a:pt x="f6" y="f19"/>
                    <a:pt x="f7" y="f18"/>
                    <a:pt x="f8" y="f9"/>
                  </a:cubicBezTo>
                </a:path>
              </a:pathLst>
            </a:custGeom>
            <a:noFill/>
            <a:ln cap="flat">
              <a:noFill/>
              <a:prstDash val="solid"/>
            </a:ln>
          </p:spPr>
          <p:txBody>
            <a:bodyPr vert="horz" wrap="square" lIns="91440" tIns="45720" rIns="91440" bIns="4572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IE" sz="1800" b="0" i="0" u="none" strike="noStrike" kern="1200" cap="none" spc="0" baseline="0">
                <a:solidFill>
                  <a:srgbClr val="000000"/>
                </a:solidFill>
                <a:uFillTx/>
                <a:latin typeface="Calibri"/>
              </a:endParaRPr>
            </a:p>
          </p:txBody>
        </p:sp>
        <p:sp>
          <p:nvSpPr>
            <p:cNvPr id="9" name="Freeform 7">
              <a:extLst>
                <a:ext uri="{FF2B5EF4-FFF2-40B4-BE49-F238E27FC236}">
                  <a16:creationId xmlns:a16="http://schemas.microsoft.com/office/drawing/2014/main" id="{F9F138A5-2143-004F-52E2-51EAB00A116C}"/>
                </a:ext>
              </a:extLst>
            </p:cNvPr>
            <p:cNvSpPr/>
            <p:nvPr/>
          </p:nvSpPr>
          <p:spPr>
            <a:xfrm>
              <a:off x="11234034" y="1845350"/>
              <a:ext cx="611578" cy="985759"/>
            </a:xfrm>
            <a:custGeom>
              <a:avLst/>
              <a:gdLst>
                <a:gd name="f0" fmla="val 10800000"/>
                <a:gd name="f1" fmla="val 5400000"/>
                <a:gd name="f2" fmla="val 180"/>
                <a:gd name="f3" fmla="val w"/>
                <a:gd name="f4" fmla="val h"/>
                <a:gd name="f5" fmla="val 0"/>
                <a:gd name="f6" fmla="val 192"/>
                <a:gd name="f7" fmla="val 310"/>
                <a:gd name="f8" fmla="val 33"/>
                <a:gd name="f9" fmla="val 308"/>
                <a:gd name="f10" fmla="val 133"/>
                <a:gd name="f11" fmla="val 264"/>
                <a:gd name="f12" fmla="val 198"/>
                <a:gd name="f13" fmla="val 114"/>
                <a:gd name="f14" fmla="val 41"/>
                <a:gd name="f15" fmla="val 149"/>
                <a:gd name="f16" fmla="val 96"/>
                <a:gd name="f17" fmla="val 43"/>
                <a:gd name="f18" fmla="val 38"/>
                <a:gd name="f19" fmla="val 90"/>
                <a:gd name="f20" fmla="val 122"/>
                <a:gd name="f21" fmla="val 14"/>
                <a:gd name="f22" fmla="val 153"/>
                <a:gd name="f23" fmla="val 44"/>
                <a:gd name="f24" fmla="val 169"/>
                <a:gd name="f25" fmla="val 26"/>
                <a:gd name="f26" fmla="val 194"/>
                <a:gd name="f27" fmla="val 18"/>
                <a:gd name="f28" fmla="val 221"/>
                <a:gd name="f29" fmla="val 250"/>
                <a:gd name="f30" fmla="val 266"/>
                <a:gd name="f31" fmla="val 20"/>
                <a:gd name="f32" fmla="val 283"/>
                <a:gd name="f33" fmla="val 24"/>
                <a:gd name="f34" fmla="val 302"/>
                <a:gd name="f35" fmla="+- 0 0 -90"/>
                <a:gd name="f36" fmla="*/ f3 1 192"/>
                <a:gd name="f37" fmla="*/ f4 1 310"/>
                <a:gd name="f38" fmla="+- f7 0 f5"/>
                <a:gd name="f39" fmla="+- f6 0 f5"/>
                <a:gd name="f40" fmla="*/ f35 f0 1"/>
                <a:gd name="f41" fmla="*/ f39 1 192"/>
                <a:gd name="f42" fmla="*/ f38 1 310"/>
                <a:gd name="f43" fmla="*/ 33 f39 1"/>
                <a:gd name="f44" fmla="*/ 308 f38 1"/>
                <a:gd name="f45" fmla="*/ 192 f39 1"/>
                <a:gd name="f46" fmla="*/ 114 f38 1"/>
                <a:gd name="f47" fmla="*/ 96 f39 1"/>
                <a:gd name="f48" fmla="*/ 0 f38 1"/>
                <a:gd name="f49" fmla="*/ 0 f39 1"/>
                <a:gd name="f50" fmla="*/ 90 f38 1"/>
                <a:gd name="f51" fmla="*/ 44 f39 1"/>
                <a:gd name="f52" fmla="*/ 169 f38 1"/>
                <a:gd name="f53" fmla="*/ 18 f39 1"/>
                <a:gd name="f54" fmla="*/ 250 f38 1"/>
                <a:gd name="f55" fmla="*/ 24 f39 1"/>
                <a:gd name="f56" fmla="*/ 302 f38 1"/>
                <a:gd name="f57" fmla="*/ f40 1 f2"/>
                <a:gd name="f58" fmla="*/ f43 1 192"/>
                <a:gd name="f59" fmla="*/ f44 1 310"/>
                <a:gd name="f60" fmla="*/ f45 1 192"/>
                <a:gd name="f61" fmla="*/ f46 1 310"/>
                <a:gd name="f62" fmla="*/ f47 1 192"/>
                <a:gd name="f63" fmla="*/ f48 1 310"/>
                <a:gd name="f64" fmla="*/ f49 1 192"/>
                <a:gd name="f65" fmla="*/ f50 1 310"/>
                <a:gd name="f66" fmla="*/ f51 1 192"/>
                <a:gd name="f67" fmla="*/ f52 1 310"/>
                <a:gd name="f68" fmla="*/ f53 1 192"/>
                <a:gd name="f69" fmla="*/ f54 1 310"/>
                <a:gd name="f70" fmla="*/ f55 1 192"/>
                <a:gd name="f71" fmla="*/ f56 1 310"/>
                <a:gd name="f72" fmla="*/ 0 1 f41"/>
                <a:gd name="f73" fmla="*/ f6 1 f41"/>
                <a:gd name="f74" fmla="*/ 0 1 f42"/>
                <a:gd name="f75" fmla="*/ f7 1 f42"/>
                <a:gd name="f76" fmla="+- f57 0 f1"/>
                <a:gd name="f77" fmla="*/ f58 1 f41"/>
                <a:gd name="f78" fmla="*/ f59 1 f42"/>
                <a:gd name="f79" fmla="*/ f60 1 f41"/>
                <a:gd name="f80" fmla="*/ f61 1 f42"/>
                <a:gd name="f81" fmla="*/ f62 1 f41"/>
                <a:gd name="f82" fmla="*/ f63 1 f42"/>
                <a:gd name="f83" fmla="*/ f64 1 f41"/>
                <a:gd name="f84" fmla="*/ f65 1 f42"/>
                <a:gd name="f85" fmla="*/ f66 1 f41"/>
                <a:gd name="f86" fmla="*/ f67 1 f42"/>
                <a:gd name="f87" fmla="*/ f68 1 f41"/>
                <a:gd name="f88" fmla="*/ f69 1 f42"/>
                <a:gd name="f89" fmla="*/ f70 1 f41"/>
                <a:gd name="f90" fmla="*/ f71 1 f42"/>
                <a:gd name="f91" fmla="*/ f72 f36 1"/>
                <a:gd name="f92" fmla="*/ f73 f36 1"/>
                <a:gd name="f93" fmla="*/ f75 f37 1"/>
                <a:gd name="f94" fmla="*/ f74 f37 1"/>
                <a:gd name="f95" fmla="*/ f77 f36 1"/>
                <a:gd name="f96" fmla="*/ f78 f37 1"/>
                <a:gd name="f97" fmla="*/ f79 f36 1"/>
                <a:gd name="f98" fmla="*/ f80 f37 1"/>
                <a:gd name="f99" fmla="*/ f81 f36 1"/>
                <a:gd name="f100" fmla="*/ f82 f37 1"/>
                <a:gd name="f101" fmla="*/ f83 f36 1"/>
                <a:gd name="f102" fmla="*/ f84 f37 1"/>
                <a:gd name="f103" fmla="*/ f85 f36 1"/>
                <a:gd name="f104" fmla="*/ f86 f37 1"/>
                <a:gd name="f105" fmla="*/ f87 f36 1"/>
                <a:gd name="f106" fmla="*/ f88 f37 1"/>
                <a:gd name="f107" fmla="*/ f89 f36 1"/>
                <a:gd name="f108" fmla="*/ f90 f37 1"/>
              </a:gdLst>
              <a:ahLst/>
              <a:cxnLst>
                <a:cxn ang="3cd4">
                  <a:pos x="hc" y="t"/>
                </a:cxn>
                <a:cxn ang="0">
                  <a:pos x="r" y="vc"/>
                </a:cxn>
                <a:cxn ang="cd4">
                  <a:pos x="hc" y="b"/>
                </a:cxn>
                <a:cxn ang="cd2">
                  <a:pos x="l" y="vc"/>
                </a:cxn>
                <a:cxn ang="f76">
                  <a:pos x="f95" y="f96"/>
                </a:cxn>
                <a:cxn ang="f76">
                  <a:pos x="f97" y="f98"/>
                </a:cxn>
                <a:cxn ang="f76">
                  <a:pos x="f99" y="f100"/>
                </a:cxn>
                <a:cxn ang="f76">
                  <a:pos x="f101" y="f102"/>
                </a:cxn>
                <a:cxn ang="f76">
                  <a:pos x="f103" y="f104"/>
                </a:cxn>
                <a:cxn ang="f76">
                  <a:pos x="f105" y="f106"/>
                </a:cxn>
                <a:cxn ang="f76">
                  <a:pos x="f107" y="f108"/>
                </a:cxn>
                <a:cxn ang="f76">
                  <a:pos x="f95" y="f96"/>
                </a:cxn>
              </a:cxnLst>
              <a:rect l="f91" t="f94" r="f92" b="f93"/>
              <a:pathLst>
                <a:path w="192" h="310">
                  <a:moveTo>
                    <a:pt x="f8" y="f9"/>
                  </a:moveTo>
                  <a:cubicBezTo>
                    <a:pt x="f10" y="f11"/>
                    <a:pt x="f6" y="f12"/>
                    <a:pt x="f6" y="f13"/>
                  </a:cubicBezTo>
                  <a:cubicBezTo>
                    <a:pt x="f6" y="f14"/>
                    <a:pt x="f15" y="f5"/>
                    <a:pt x="f16" y="f5"/>
                  </a:cubicBezTo>
                  <a:cubicBezTo>
                    <a:pt x="f17" y="f5"/>
                    <a:pt x="f5" y="f18"/>
                    <a:pt x="f5" y="f19"/>
                  </a:cubicBezTo>
                  <a:cubicBezTo>
                    <a:pt x="f5" y="f20"/>
                    <a:pt x="f21" y="f22"/>
                    <a:pt x="f23" y="f24"/>
                  </a:cubicBezTo>
                  <a:cubicBezTo>
                    <a:pt x="f25" y="f26"/>
                    <a:pt x="f27" y="f28"/>
                    <a:pt x="f27" y="f29"/>
                  </a:cubicBezTo>
                  <a:cubicBezTo>
                    <a:pt x="f27" y="f30"/>
                    <a:pt x="f31" y="f32"/>
                    <a:pt x="f33" y="f34"/>
                  </a:cubicBezTo>
                  <a:cubicBezTo>
                    <a:pt x="f33" y="f34"/>
                    <a:pt x="f25" y="f7"/>
                    <a:pt x="f8" y="f9"/>
                  </a:cubicBezTo>
                </a:path>
              </a:pathLst>
            </a:custGeom>
            <a:noFill/>
            <a:ln cap="flat">
              <a:noFill/>
              <a:prstDash val="solid"/>
            </a:ln>
          </p:spPr>
          <p:txBody>
            <a:bodyPr vert="horz" wrap="square" lIns="91440" tIns="45720" rIns="91440" bIns="4572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IE" sz="1800" b="0" i="0" u="none" strike="noStrike" kern="1200" cap="none" spc="0" baseline="0">
                <a:solidFill>
                  <a:srgbClr val="000000"/>
                </a:solidFill>
                <a:uFillTx/>
                <a:latin typeface="Calibri"/>
              </a:endParaRPr>
            </a:p>
          </p:txBody>
        </p:sp>
        <p:sp>
          <p:nvSpPr>
            <p:cNvPr id="10" name="Freeform 8">
              <a:extLst>
                <a:ext uri="{FF2B5EF4-FFF2-40B4-BE49-F238E27FC236}">
                  <a16:creationId xmlns:a16="http://schemas.microsoft.com/office/drawing/2014/main" id="{1711B4FB-BD90-EB99-4785-7E15FF910D7A}"/>
                </a:ext>
              </a:extLst>
            </p:cNvPr>
            <p:cNvSpPr/>
            <p:nvPr/>
          </p:nvSpPr>
          <p:spPr>
            <a:xfrm>
              <a:off x="9916997" y="1109048"/>
              <a:ext cx="1173522" cy="2624675"/>
            </a:xfrm>
            <a:custGeom>
              <a:avLst/>
              <a:gdLst>
                <a:gd name="f0" fmla="val 10800000"/>
                <a:gd name="f1" fmla="val 5400000"/>
                <a:gd name="f2" fmla="val 360"/>
                <a:gd name="f3" fmla="val 180"/>
                <a:gd name="f4" fmla="val w"/>
                <a:gd name="f5" fmla="val h"/>
                <a:gd name="f6" fmla="val 0"/>
                <a:gd name="f7" fmla="val 369"/>
                <a:gd name="f8" fmla="val 826"/>
                <a:gd name="f9" fmla="val 294"/>
                <a:gd name="f10" fmla="val 28"/>
                <a:gd name="f11" fmla="val 203"/>
                <a:gd name="f12" fmla="val 146"/>
                <a:gd name="f13" fmla="val 26"/>
                <a:gd name="f14" fmla="val 141"/>
                <a:gd name="f15" fmla="val 29"/>
                <a:gd name="f16" fmla="val 137"/>
                <a:gd name="f17" fmla="val 34"/>
                <a:gd name="f18" fmla="val 40"/>
                <a:gd name="f19" fmla="val 246"/>
                <a:gd name="f20" fmla="val 247"/>
                <a:gd name="f21" fmla="val 552"/>
                <a:gd name="f22" fmla="val 569"/>
                <a:gd name="f23" fmla="val 135"/>
                <a:gd name="f24" fmla="val 584"/>
                <a:gd name="f25" fmla="val 132"/>
                <a:gd name="f26" fmla="val 598"/>
                <a:gd name="f27" fmla="val 129"/>
                <a:gd name="f28" fmla="val 612"/>
                <a:gd name="f29" fmla="val 124"/>
                <a:gd name="f30" fmla="val 624"/>
                <a:gd name="f31" fmla="val 115"/>
                <a:gd name="f32" fmla="val 635"/>
                <a:gd name="f33" fmla="val 107"/>
                <a:gd name="f34" fmla="val 645"/>
                <a:gd name="f35" fmla="val 95"/>
                <a:gd name="f36" fmla="val 654"/>
                <a:gd name="f37" fmla="val 80"/>
                <a:gd name="f38" fmla="val 661"/>
                <a:gd name="f39" fmla="val 55"/>
                <a:gd name="f40" fmla="val 672"/>
                <a:gd name="f41" fmla="val 15"/>
                <a:gd name="f42" fmla="val 675"/>
                <a:gd name="f43" fmla="val 5"/>
                <a:gd name="f44" fmla="val 676"/>
                <a:gd name="f45" fmla="val 4"/>
                <a:gd name="f46" fmla="val 686"/>
                <a:gd name="f47" fmla="val 758"/>
                <a:gd name="f48" fmla="val 781"/>
                <a:gd name="f49" fmla="val 6"/>
                <a:gd name="f50" fmla="val 824"/>
                <a:gd name="f51" fmla="val 148"/>
                <a:gd name="f52" fmla="val 167"/>
                <a:gd name="f53" fmla="val 821"/>
                <a:gd name="f54" fmla="val 189"/>
                <a:gd name="f55" fmla="val 816"/>
                <a:gd name="f56" fmla="val 210"/>
                <a:gd name="f57" fmla="val 811"/>
                <a:gd name="f58" fmla="val 232"/>
                <a:gd name="f59" fmla="val 802"/>
                <a:gd name="f60" fmla="val 253"/>
                <a:gd name="f61" fmla="val 789"/>
                <a:gd name="f62" fmla="val 275"/>
                <a:gd name="f63" fmla="val 777"/>
                <a:gd name="f64" fmla="val 760"/>
                <a:gd name="f65" fmla="val 311"/>
                <a:gd name="f66" fmla="val 740"/>
                <a:gd name="f67" fmla="val 329"/>
                <a:gd name="f68" fmla="val 720"/>
                <a:gd name="f69" fmla="val 341"/>
                <a:gd name="f70" fmla="val 694"/>
                <a:gd name="f71" fmla="val 350"/>
                <a:gd name="f72" fmla="val 664"/>
                <a:gd name="f73" fmla="val 355"/>
                <a:gd name="f74" fmla="val 358"/>
                <a:gd name="f75" fmla="val 623"/>
                <a:gd name="f76" fmla="val 361"/>
                <a:gd name="f77" fmla="val 574"/>
                <a:gd name="f78" fmla="val 362"/>
                <a:gd name="f79" fmla="val 553"/>
                <a:gd name="f80" fmla="val 536"/>
                <a:gd name="f81" fmla="val 51"/>
                <a:gd name="f82" fmla="+- 0 0 -90"/>
                <a:gd name="f83" fmla="*/ f4 1 369"/>
                <a:gd name="f84" fmla="*/ f5 1 826"/>
                <a:gd name="f85" fmla="+- f8 0 f6"/>
                <a:gd name="f86" fmla="+- f7 0 f6"/>
                <a:gd name="f87" fmla="*/ f82 f0 1"/>
                <a:gd name="f88" fmla="*/ f86 1 369"/>
                <a:gd name="f89" fmla="*/ f85 1 826"/>
                <a:gd name="f90" fmla="*/ 294 f86 1"/>
                <a:gd name="f91" fmla="*/ 28 f85 1"/>
                <a:gd name="f92" fmla="*/ 146 f86 1"/>
                <a:gd name="f93" fmla="*/ 26 f85 1"/>
                <a:gd name="f94" fmla="*/ 137 f86 1"/>
                <a:gd name="f95" fmla="*/ 40 f85 1"/>
                <a:gd name="f96" fmla="*/ 246 f85 1"/>
                <a:gd name="f97" fmla="*/ 247 f85 1"/>
                <a:gd name="f98" fmla="*/ 552 f85 1"/>
                <a:gd name="f99" fmla="*/ 132 f86 1"/>
                <a:gd name="f100" fmla="*/ 598 f85 1"/>
                <a:gd name="f101" fmla="*/ 115 f86 1"/>
                <a:gd name="f102" fmla="*/ 635 f85 1"/>
                <a:gd name="f103" fmla="*/ 80 f86 1"/>
                <a:gd name="f104" fmla="*/ 661 f85 1"/>
                <a:gd name="f105" fmla="*/ 15 f86 1"/>
                <a:gd name="f106" fmla="*/ 675 f85 1"/>
                <a:gd name="f107" fmla="*/ 4 f86 1"/>
                <a:gd name="f108" fmla="*/ 686 f85 1"/>
                <a:gd name="f109" fmla="*/ 781 f85 1"/>
                <a:gd name="f110" fmla="*/ 824 f85 1"/>
                <a:gd name="f111" fmla="*/ 189 f86 1"/>
                <a:gd name="f112" fmla="*/ 816 f85 1"/>
                <a:gd name="f113" fmla="*/ 253 f86 1"/>
                <a:gd name="f114" fmla="*/ 789 f85 1"/>
                <a:gd name="f115" fmla="*/ 311 f86 1"/>
                <a:gd name="f116" fmla="*/ 740 f85 1"/>
                <a:gd name="f117" fmla="*/ 350 f86 1"/>
                <a:gd name="f118" fmla="*/ 664 f85 1"/>
                <a:gd name="f119" fmla="*/ 360 f86 1"/>
                <a:gd name="f120" fmla="*/ 362 f86 1"/>
                <a:gd name="f121" fmla="*/ 536 f85 1"/>
                <a:gd name="f122" fmla="*/ 141 f85 1"/>
                <a:gd name="f123" fmla="*/ f87 1 f3"/>
                <a:gd name="f124" fmla="*/ f90 1 369"/>
                <a:gd name="f125" fmla="*/ f91 1 826"/>
                <a:gd name="f126" fmla="*/ f92 1 369"/>
                <a:gd name="f127" fmla="*/ f93 1 826"/>
                <a:gd name="f128" fmla="*/ f94 1 369"/>
                <a:gd name="f129" fmla="*/ f95 1 826"/>
                <a:gd name="f130" fmla="*/ f96 1 826"/>
                <a:gd name="f131" fmla="*/ f97 1 826"/>
                <a:gd name="f132" fmla="*/ f98 1 826"/>
                <a:gd name="f133" fmla="*/ f99 1 369"/>
                <a:gd name="f134" fmla="*/ f100 1 826"/>
                <a:gd name="f135" fmla="*/ f101 1 369"/>
                <a:gd name="f136" fmla="*/ f102 1 826"/>
                <a:gd name="f137" fmla="*/ f103 1 369"/>
                <a:gd name="f138" fmla="*/ f104 1 826"/>
                <a:gd name="f139" fmla="*/ f105 1 369"/>
                <a:gd name="f140" fmla="*/ f106 1 826"/>
                <a:gd name="f141" fmla="*/ f107 1 369"/>
                <a:gd name="f142" fmla="*/ f108 1 826"/>
                <a:gd name="f143" fmla="*/ f109 1 826"/>
                <a:gd name="f144" fmla="*/ f110 1 826"/>
                <a:gd name="f145" fmla="*/ f111 1 369"/>
                <a:gd name="f146" fmla="*/ f112 1 826"/>
                <a:gd name="f147" fmla="*/ f113 1 369"/>
                <a:gd name="f148" fmla="*/ f114 1 826"/>
                <a:gd name="f149" fmla="*/ f115 1 369"/>
                <a:gd name="f150" fmla="*/ f116 1 826"/>
                <a:gd name="f151" fmla="*/ f117 1 369"/>
                <a:gd name="f152" fmla="*/ f118 1 826"/>
                <a:gd name="f153" fmla="*/ f119 1 369"/>
                <a:gd name="f154" fmla="*/ f120 1 369"/>
                <a:gd name="f155" fmla="*/ f121 1 826"/>
                <a:gd name="f156" fmla="*/ f122 1 826"/>
                <a:gd name="f157" fmla="*/ 0 1 f88"/>
                <a:gd name="f158" fmla="*/ f7 1 f88"/>
                <a:gd name="f159" fmla="*/ 0 1 f89"/>
                <a:gd name="f160" fmla="*/ f8 1 f89"/>
                <a:gd name="f161" fmla="+- f123 0 f1"/>
                <a:gd name="f162" fmla="*/ f124 1 f88"/>
                <a:gd name="f163" fmla="*/ f125 1 f89"/>
                <a:gd name="f164" fmla="*/ f126 1 f88"/>
                <a:gd name="f165" fmla="*/ f127 1 f89"/>
                <a:gd name="f166" fmla="*/ f128 1 f88"/>
                <a:gd name="f167" fmla="*/ f129 1 f89"/>
                <a:gd name="f168" fmla="*/ f130 1 f89"/>
                <a:gd name="f169" fmla="*/ f131 1 f89"/>
                <a:gd name="f170" fmla="*/ f132 1 f89"/>
                <a:gd name="f171" fmla="*/ f133 1 f88"/>
                <a:gd name="f172" fmla="*/ f134 1 f89"/>
                <a:gd name="f173" fmla="*/ f135 1 f88"/>
                <a:gd name="f174" fmla="*/ f136 1 f89"/>
                <a:gd name="f175" fmla="*/ f137 1 f88"/>
                <a:gd name="f176" fmla="*/ f138 1 f89"/>
                <a:gd name="f177" fmla="*/ f139 1 f88"/>
                <a:gd name="f178" fmla="*/ f140 1 f89"/>
                <a:gd name="f179" fmla="*/ f141 1 f88"/>
                <a:gd name="f180" fmla="*/ f142 1 f89"/>
                <a:gd name="f181" fmla="*/ f143 1 f89"/>
                <a:gd name="f182" fmla="*/ f144 1 f89"/>
                <a:gd name="f183" fmla="*/ f145 1 f88"/>
                <a:gd name="f184" fmla="*/ f146 1 f89"/>
                <a:gd name="f185" fmla="*/ f147 1 f88"/>
                <a:gd name="f186" fmla="*/ f148 1 f89"/>
                <a:gd name="f187" fmla="*/ f149 1 f88"/>
                <a:gd name="f188" fmla="*/ f150 1 f89"/>
                <a:gd name="f189" fmla="*/ f151 1 f88"/>
                <a:gd name="f190" fmla="*/ f152 1 f89"/>
                <a:gd name="f191" fmla="*/ f153 1 f88"/>
                <a:gd name="f192" fmla="*/ f154 1 f88"/>
                <a:gd name="f193" fmla="*/ f155 1 f89"/>
                <a:gd name="f194" fmla="*/ f156 1 f89"/>
                <a:gd name="f195" fmla="*/ f157 f83 1"/>
                <a:gd name="f196" fmla="*/ f158 f83 1"/>
                <a:gd name="f197" fmla="*/ f160 f84 1"/>
                <a:gd name="f198" fmla="*/ f159 f84 1"/>
                <a:gd name="f199" fmla="*/ f162 f83 1"/>
                <a:gd name="f200" fmla="*/ f163 f84 1"/>
                <a:gd name="f201" fmla="*/ f164 f83 1"/>
                <a:gd name="f202" fmla="*/ f165 f84 1"/>
                <a:gd name="f203" fmla="*/ f166 f83 1"/>
                <a:gd name="f204" fmla="*/ f167 f84 1"/>
                <a:gd name="f205" fmla="*/ f168 f84 1"/>
                <a:gd name="f206" fmla="*/ f169 f84 1"/>
                <a:gd name="f207" fmla="*/ f170 f84 1"/>
                <a:gd name="f208" fmla="*/ f171 f83 1"/>
                <a:gd name="f209" fmla="*/ f172 f84 1"/>
                <a:gd name="f210" fmla="*/ f173 f83 1"/>
                <a:gd name="f211" fmla="*/ f174 f84 1"/>
                <a:gd name="f212" fmla="*/ f175 f83 1"/>
                <a:gd name="f213" fmla="*/ f176 f84 1"/>
                <a:gd name="f214" fmla="*/ f177 f83 1"/>
                <a:gd name="f215" fmla="*/ f178 f84 1"/>
                <a:gd name="f216" fmla="*/ f179 f83 1"/>
                <a:gd name="f217" fmla="*/ f180 f84 1"/>
                <a:gd name="f218" fmla="*/ f181 f84 1"/>
                <a:gd name="f219" fmla="*/ f182 f84 1"/>
                <a:gd name="f220" fmla="*/ f183 f83 1"/>
                <a:gd name="f221" fmla="*/ f184 f84 1"/>
                <a:gd name="f222" fmla="*/ f185 f83 1"/>
                <a:gd name="f223" fmla="*/ f186 f84 1"/>
                <a:gd name="f224" fmla="*/ f187 f83 1"/>
                <a:gd name="f225" fmla="*/ f188 f84 1"/>
                <a:gd name="f226" fmla="*/ f189 f83 1"/>
                <a:gd name="f227" fmla="*/ f190 f84 1"/>
                <a:gd name="f228" fmla="*/ f191 f83 1"/>
                <a:gd name="f229" fmla="*/ f192 f83 1"/>
                <a:gd name="f230" fmla="*/ f193 f84 1"/>
                <a:gd name="f231" fmla="*/ f194 f84 1"/>
              </a:gdLst>
              <a:ahLst/>
              <a:cxnLst>
                <a:cxn ang="3cd4">
                  <a:pos x="hc" y="t"/>
                </a:cxn>
                <a:cxn ang="0">
                  <a:pos x="r" y="vc"/>
                </a:cxn>
                <a:cxn ang="cd4">
                  <a:pos x="hc" y="b"/>
                </a:cxn>
                <a:cxn ang="cd2">
                  <a:pos x="l" y="vc"/>
                </a:cxn>
                <a:cxn ang="f161">
                  <a:pos x="f199" y="f200"/>
                </a:cxn>
                <a:cxn ang="f161">
                  <a:pos x="f201" y="f202"/>
                </a:cxn>
                <a:cxn ang="f161">
                  <a:pos x="f203" y="f204"/>
                </a:cxn>
                <a:cxn ang="f161">
                  <a:pos x="f203" y="f204"/>
                </a:cxn>
                <a:cxn ang="f161">
                  <a:pos x="f203" y="f205"/>
                </a:cxn>
                <a:cxn ang="f161">
                  <a:pos x="f203" y="f206"/>
                </a:cxn>
                <a:cxn ang="f161">
                  <a:pos x="f203" y="f207"/>
                </a:cxn>
                <a:cxn ang="f161">
                  <a:pos x="f208" y="f209"/>
                </a:cxn>
                <a:cxn ang="f161">
                  <a:pos x="f210" y="f211"/>
                </a:cxn>
                <a:cxn ang="f161">
                  <a:pos x="f212" y="f213"/>
                </a:cxn>
                <a:cxn ang="f161">
                  <a:pos x="f214" y="f215"/>
                </a:cxn>
                <a:cxn ang="f161">
                  <a:pos x="f216" y="f217"/>
                </a:cxn>
                <a:cxn ang="f161">
                  <a:pos x="f216" y="f218"/>
                </a:cxn>
                <a:cxn ang="f161">
                  <a:pos x="f208" y="f219"/>
                </a:cxn>
                <a:cxn ang="f161">
                  <a:pos x="f220" y="f221"/>
                </a:cxn>
                <a:cxn ang="f161">
                  <a:pos x="f222" y="f223"/>
                </a:cxn>
                <a:cxn ang="f161">
                  <a:pos x="f224" y="f225"/>
                </a:cxn>
                <a:cxn ang="f161">
                  <a:pos x="f226" y="f227"/>
                </a:cxn>
                <a:cxn ang="f161">
                  <a:pos x="f228" y="f209"/>
                </a:cxn>
                <a:cxn ang="f161">
                  <a:pos x="f229" y="f230"/>
                </a:cxn>
                <a:cxn ang="f161">
                  <a:pos x="f229" y="f231"/>
                </a:cxn>
                <a:cxn ang="f161">
                  <a:pos x="f199" y="f200"/>
                </a:cxn>
              </a:cxnLst>
              <a:rect l="f195" t="f198" r="f196" b="f197"/>
              <a:pathLst>
                <a:path w="369" h="826">
                  <a:moveTo>
                    <a:pt x="f9" y="f10"/>
                  </a:moveTo>
                  <a:cubicBezTo>
                    <a:pt x="f11" y="f6"/>
                    <a:pt x="f12" y="f13"/>
                    <a:pt x="f12" y="f13"/>
                  </a:cubicBezTo>
                  <a:cubicBezTo>
                    <a:pt x="f14" y="f15"/>
                    <a:pt x="f16" y="f17"/>
                    <a:pt x="f16" y="f18"/>
                  </a:cubicBezTo>
                  <a:cubicBezTo>
                    <a:pt x="f16" y="f18"/>
                    <a:pt x="f16" y="f18"/>
                    <a:pt x="f16" y="f18"/>
                  </a:cubicBezTo>
                  <a:cubicBezTo>
                    <a:pt x="f16" y="f19"/>
                    <a:pt x="f16" y="f19"/>
                    <a:pt x="f16" y="f19"/>
                  </a:cubicBezTo>
                  <a:cubicBezTo>
                    <a:pt x="f16" y="f19"/>
                    <a:pt x="f16" y="f20"/>
                    <a:pt x="f16" y="f20"/>
                  </a:cubicBezTo>
                  <a:cubicBezTo>
                    <a:pt x="f16" y="f21"/>
                    <a:pt x="f16" y="f21"/>
                    <a:pt x="f16" y="f21"/>
                  </a:cubicBezTo>
                  <a:cubicBezTo>
                    <a:pt x="f16" y="f22"/>
                    <a:pt x="f23" y="f24"/>
                    <a:pt x="f25" y="f26"/>
                  </a:cubicBezTo>
                  <a:cubicBezTo>
                    <a:pt x="f27" y="f28"/>
                    <a:pt x="f29" y="f30"/>
                    <a:pt x="f31" y="f32"/>
                  </a:cubicBezTo>
                  <a:cubicBezTo>
                    <a:pt x="f33" y="f34"/>
                    <a:pt x="f35" y="f36"/>
                    <a:pt x="f37" y="f38"/>
                  </a:cubicBezTo>
                  <a:cubicBezTo>
                    <a:pt x="f37" y="f38"/>
                    <a:pt x="f39" y="f40"/>
                    <a:pt x="f41" y="f42"/>
                  </a:cubicBezTo>
                  <a:cubicBezTo>
                    <a:pt x="f41" y="f42"/>
                    <a:pt x="f43" y="f44"/>
                    <a:pt x="f45" y="f46"/>
                  </a:cubicBezTo>
                  <a:cubicBezTo>
                    <a:pt x="f45" y="f46"/>
                    <a:pt x="f6" y="f47"/>
                    <a:pt x="f45" y="f48"/>
                  </a:cubicBezTo>
                  <a:cubicBezTo>
                    <a:pt x="f49" y="f8"/>
                    <a:pt x="f25" y="f50"/>
                    <a:pt x="f25" y="f50"/>
                  </a:cubicBezTo>
                  <a:cubicBezTo>
                    <a:pt x="f51" y="f50"/>
                    <a:pt x="f52" y="f53"/>
                    <a:pt x="f54" y="f55"/>
                  </a:cubicBezTo>
                  <a:cubicBezTo>
                    <a:pt x="f56" y="f57"/>
                    <a:pt x="f58" y="f59"/>
                    <a:pt x="f60" y="f61"/>
                  </a:cubicBezTo>
                  <a:cubicBezTo>
                    <a:pt x="f62" y="f63"/>
                    <a:pt x="f9" y="f64"/>
                    <a:pt x="f65" y="f66"/>
                  </a:cubicBezTo>
                  <a:cubicBezTo>
                    <a:pt x="f67" y="f68"/>
                    <a:pt x="f69" y="f70"/>
                    <a:pt x="f71" y="f72"/>
                  </a:cubicBezTo>
                  <a:cubicBezTo>
                    <a:pt x="f73" y="f34"/>
                    <a:pt x="f74" y="f75"/>
                    <a:pt x="f2" y="f26"/>
                  </a:cubicBezTo>
                  <a:cubicBezTo>
                    <a:pt x="f76" y="f77"/>
                    <a:pt x="f78" y="f79"/>
                    <a:pt x="f78" y="f80"/>
                  </a:cubicBezTo>
                  <a:cubicBezTo>
                    <a:pt x="f78" y="f14"/>
                    <a:pt x="f78" y="f14"/>
                    <a:pt x="f78" y="f14"/>
                  </a:cubicBezTo>
                  <a:cubicBezTo>
                    <a:pt x="f78" y="f14"/>
                    <a:pt x="f7" y="f81"/>
                    <a:pt x="f9" y="f10"/>
                  </a:cubicBezTo>
                </a:path>
              </a:pathLst>
            </a:custGeom>
            <a:noFill/>
            <a:ln cap="flat">
              <a:noFill/>
              <a:prstDash val="solid"/>
            </a:ln>
          </p:spPr>
          <p:txBody>
            <a:bodyPr vert="horz" wrap="square" lIns="91440" tIns="45720" rIns="91440" bIns="4572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IE" sz="1800" b="0" i="0" u="none" strike="noStrike" kern="1200" cap="none" spc="0" baseline="0">
                <a:solidFill>
                  <a:srgbClr val="000000"/>
                </a:solidFill>
                <a:uFillTx/>
                <a:latin typeface="Calibri"/>
              </a:endParaRPr>
            </a:p>
          </p:txBody>
        </p:sp>
      </p:grpSp>
      <p:sp>
        <p:nvSpPr>
          <p:cNvPr id="11" name="TextBox 15">
            <a:extLst>
              <a:ext uri="{FF2B5EF4-FFF2-40B4-BE49-F238E27FC236}">
                <a16:creationId xmlns:a16="http://schemas.microsoft.com/office/drawing/2014/main" id="{3C705C6F-1E94-3D54-BA75-6A38868350CE}"/>
              </a:ext>
            </a:extLst>
          </p:cNvPr>
          <p:cNvSpPr txBox="1"/>
          <p:nvPr/>
        </p:nvSpPr>
        <p:spPr>
          <a:xfrm>
            <a:off x="12191996" y="3410556"/>
            <a:ext cx="2480803" cy="646334"/>
          </a:xfrm>
          <a:prstGeom prst="rect">
            <a:avLst/>
          </a:prstGeom>
          <a:noFill/>
          <a:ln cap="flat">
            <a:noFill/>
          </a:ln>
        </p:spPr>
        <p:txBody>
          <a:bodyPr vert="horz" wrap="none" lIns="91440" tIns="45720" rIns="91440" bIns="45720" anchor="t" anchorCtr="0" compatLnSpc="1">
            <a:sp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GB" sz="1800" b="0" i="0" u="none" strike="noStrike" kern="1200" cap="none" spc="0" baseline="0">
                <a:solidFill>
                  <a:srgbClr val="000000"/>
                </a:solidFill>
                <a:uFillTx/>
                <a:latin typeface="Calibri"/>
              </a:rPr>
              <a:t>Use Format Background </a:t>
            </a:r>
            <a:br>
              <a:rPr lang="en-GB" sz="1800" b="0" i="0" u="none" strike="noStrike" kern="1200" cap="none" spc="0" baseline="0">
                <a:solidFill>
                  <a:srgbClr val="000000"/>
                </a:solidFill>
                <a:uFillTx/>
                <a:latin typeface="Calibri"/>
              </a:rPr>
            </a:br>
            <a:r>
              <a:rPr lang="en-GB" sz="1800" b="0" i="0" u="none" strike="noStrike" kern="1200" cap="none" spc="0" baseline="0">
                <a:solidFill>
                  <a:srgbClr val="000000"/>
                </a:solidFill>
                <a:uFillTx/>
                <a:latin typeface="Calibri"/>
              </a:rPr>
              <a:t>to change the image fill</a:t>
            </a:r>
            <a:endParaRPr lang="en-IE" sz="1800" b="0" i="0" u="none" strike="noStrike" kern="1200" cap="none" spc="0" baseline="0">
              <a:solidFill>
                <a:srgbClr val="000000"/>
              </a:solidFill>
              <a:uFillTx/>
              <a:latin typeface="Calibri"/>
            </a:endParaRPr>
          </a:p>
        </p:txBody>
      </p:sp>
    </p:spTree>
    <p:extLst>
      <p:ext uri="{BB962C8B-B14F-4D97-AF65-F5344CB8AC3E}">
        <p14:creationId xmlns:p14="http://schemas.microsoft.com/office/powerpoint/2010/main" val="1804665015"/>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showMasterSp="0" preserve="1">
  <p:cSld name="Thank You">
    <p:bg>
      <p:bgPr>
        <a:blipFill>
          <a:blip r:embed="rId2"/>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CB3623-D522-4E76-FEA3-00B921A81F4F}"/>
              </a:ext>
            </a:extLst>
          </p:cNvPr>
          <p:cNvSpPr txBox="1">
            <a:spLocks noGrp="1"/>
          </p:cNvSpPr>
          <p:nvPr>
            <p:ph type="title"/>
          </p:nvPr>
        </p:nvSpPr>
        <p:spPr>
          <a:xfrm>
            <a:off x="449939" y="2435678"/>
            <a:ext cx="5036460" cy="4240895"/>
          </a:xfrm>
        </p:spPr>
        <p:txBody>
          <a:bodyPr anchor="b"/>
          <a:lstStyle>
            <a:lvl1pPr>
              <a:lnSpc>
                <a:spcPct val="70000"/>
              </a:lnSpc>
              <a:defRPr sz="9600">
                <a:solidFill>
                  <a:srgbClr val="FFFFFF"/>
                </a:solidFill>
              </a:defRPr>
            </a:lvl1pPr>
          </a:lstStyle>
          <a:p>
            <a:pPr lvl="0"/>
            <a:r>
              <a:rPr lang="en-US"/>
              <a:t>Click to edit Master title style</a:t>
            </a:r>
            <a:endParaRPr lang="en-IE"/>
          </a:p>
        </p:txBody>
      </p:sp>
    </p:spTree>
    <p:extLst>
      <p:ext uri="{BB962C8B-B14F-4D97-AF65-F5344CB8AC3E}">
        <p14:creationId xmlns:p14="http://schemas.microsoft.com/office/powerpoint/2010/main" val="2232968148"/>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showMasterSp="0" preserve="1">
  <p:cSld name="Thank You Boing Font">
    <p:bg>
      <p:bgPr>
        <a:blipFill>
          <a:blip r:embed="rId2"/>
          <a:stretch>
            <a:fillRect/>
          </a:stretch>
        </a:blipFill>
        <a:effectLst/>
      </p:bgPr>
    </p:bg>
    <p:spTree>
      <p:nvGrpSpPr>
        <p:cNvPr id="1" name=""/>
        <p:cNvGrpSpPr/>
        <p:nvPr/>
      </p:nvGrpSpPr>
      <p:grpSpPr>
        <a:xfrm>
          <a:off x="0" y="0"/>
          <a:ext cx="0" cy="0"/>
          <a:chOff x="0" y="0"/>
          <a:chExt cx="0" cy="0"/>
        </a:xfrm>
      </p:grpSpPr>
      <p:pic>
        <p:nvPicPr>
          <p:cNvPr id="2" name="Picture 3">
            <a:extLst>
              <a:ext uri="{FF2B5EF4-FFF2-40B4-BE49-F238E27FC236}">
                <a16:creationId xmlns:a16="http://schemas.microsoft.com/office/drawing/2014/main" id="{769A3222-84FF-96B0-E72C-804C528BBE12}"/>
              </a:ext>
            </a:extLst>
          </p:cNvPr>
          <p:cNvPicPr>
            <a:picLocks noChangeAspect="1"/>
          </p:cNvPicPr>
          <p:nvPr/>
        </p:nvPicPr>
        <p:blipFill>
          <a:blip r:embed="rId3"/>
          <a:stretch>
            <a:fillRect/>
          </a:stretch>
        </p:blipFill>
        <p:spPr>
          <a:xfrm>
            <a:off x="449939" y="4492127"/>
            <a:ext cx="3398157" cy="1874510"/>
          </a:xfrm>
          <a:prstGeom prst="rect">
            <a:avLst/>
          </a:prstGeom>
          <a:noFill/>
          <a:ln cap="flat">
            <a:noFill/>
          </a:ln>
        </p:spPr>
      </p:pic>
    </p:spTree>
    <p:extLst>
      <p:ext uri="{BB962C8B-B14F-4D97-AF65-F5344CB8AC3E}">
        <p14:creationId xmlns:p14="http://schemas.microsoft.com/office/powerpoint/2010/main" val="92570240"/>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showMasterSp="0" preserve="1">
  <p:cSld name="4_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524199307"/>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type="title" preserve="1">
  <p:cSld name="5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F96C6A-F3B0-333C-0042-2D427A3AE049}"/>
              </a:ext>
            </a:extLst>
          </p:cNvPr>
          <p:cNvSpPr txBox="1">
            <a:spLocks noGrp="1"/>
          </p:cNvSpPr>
          <p:nvPr>
            <p:ph type="ctrTitle"/>
          </p:nvPr>
        </p:nvSpPr>
        <p:spPr>
          <a:xfrm>
            <a:off x="1524003" y="1122361"/>
            <a:ext cx="9144000" cy="2387598"/>
          </a:xfrm>
        </p:spPr>
        <p:txBody>
          <a:bodyPr anchor="b" anchorCtr="1"/>
          <a:lstStyle>
            <a:lvl1pPr algn="ctr">
              <a:defRPr sz="6000"/>
            </a:lvl1pPr>
          </a:lstStyle>
          <a:p>
            <a:pPr lvl="0"/>
            <a:r>
              <a:rPr lang="en-US"/>
              <a:t>Click to edit Master title style</a:t>
            </a:r>
            <a:endParaRPr lang="en-IN"/>
          </a:p>
        </p:txBody>
      </p:sp>
      <p:sp>
        <p:nvSpPr>
          <p:cNvPr id="3" name="Subtitle 2">
            <a:extLst>
              <a:ext uri="{FF2B5EF4-FFF2-40B4-BE49-F238E27FC236}">
                <a16:creationId xmlns:a16="http://schemas.microsoft.com/office/drawing/2014/main" id="{25F3E4A1-B078-DC24-5252-0722F585E2F1}"/>
              </a:ext>
            </a:extLst>
          </p:cNvPr>
          <p:cNvSpPr txBox="1">
            <a:spLocks noGrp="1"/>
          </p:cNvSpPr>
          <p:nvPr>
            <p:ph type="subTitle" idx="1"/>
          </p:nvPr>
        </p:nvSpPr>
        <p:spPr>
          <a:xfrm>
            <a:off x="1524003" y="3602041"/>
            <a:ext cx="9144000" cy="1655758"/>
          </a:xfrm>
        </p:spPr>
        <p:txBody>
          <a:bodyPr anchorCtr="1"/>
          <a:lstStyle>
            <a:lvl1pPr marL="0" indent="0" algn="ctr">
              <a:buNone/>
              <a:defRPr sz="2400"/>
            </a:lvl1pPr>
          </a:lstStyle>
          <a:p>
            <a:pPr lvl="0"/>
            <a:r>
              <a:rPr lang="en-US"/>
              <a:t>Click to edit Master subtitle style</a:t>
            </a:r>
            <a:endParaRPr lang="en-IN"/>
          </a:p>
        </p:txBody>
      </p:sp>
    </p:spTree>
    <p:extLst>
      <p:ext uri="{BB962C8B-B14F-4D97-AF65-F5344CB8AC3E}">
        <p14:creationId xmlns:p14="http://schemas.microsoft.com/office/powerpoint/2010/main" val="3464718867"/>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8" name="Group 17"/>
          <p:cNvGrpSpPr/>
          <p:nvPr/>
        </p:nvGrpSpPr>
        <p:grpSpPr>
          <a:xfrm>
            <a:off x="1" y="0"/>
            <a:ext cx="12192903" cy="6858000"/>
            <a:chOff x="0" y="0"/>
            <a:chExt cx="9144677" cy="6858000"/>
          </a:xfrm>
        </p:grpSpPr>
        <p:pic>
          <p:nvPicPr>
            <p:cNvPr id="8" name="Picture 7" descr="SD-PanelTitle-R1.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11" name="Rectangle 10"/>
            <p:cNvSpPr/>
            <p:nvPr/>
          </p:nvSpPr>
          <p:spPr>
            <a:xfrm>
              <a:off x="1515532" y="1520422"/>
              <a:ext cx="6112935" cy="3818468"/>
            </a:xfrm>
            <a:prstGeom prst="rect">
              <a:avLst/>
            </a:prstGeom>
            <a:noFill/>
            <a:ln w="15875" cap="flat">
              <a:miter lim="800000"/>
            </a:ln>
          </p:spPr>
          <p:style>
            <a:lnRef idx="1">
              <a:schemeClr val="accent1"/>
            </a:lnRef>
            <a:fillRef idx="3">
              <a:schemeClr val="accent1"/>
            </a:fillRef>
            <a:effectRef idx="2">
              <a:schemeClr val="accent1"/>
            </a:effectRef>
            <a:fontRef idx="minor">
              <a:schemeClr val="lt1"/>
            </a:fontRef>
          </p:style>
          <p:txBody>
            <a:bodyPr/>
            <a:lstStyle/>
            <a:p>
              <a:endParaRPr lang="en-IN" sz="1800"/>
            </a:p>
          </p:txBody>
        </p:sp>
        <p:pic>
          <p:nvPicPr>
            <p:cNvPr id="12" name="Picture 11" descr="HDRibbonTitle-UniformTrim.png"/>
            <p:cNvPicPr>
              <a:picLocks noChangeAspect="1"/>
            </p:cNvPicPr>
            <p:nvPr/>
          </p:nvPicPr>
          <p:blipFill rotWithShape="1">
            <a:blip r:embed="rId3">
              <a:extLst>
                <a:ext uri="{28A0092B-C50C-407E-A947-70E740481C1C}">
                  <a14:useLocalDpi xmlns:a14="http://schemas.microsoft.com/office/drawing/2010/main" val="0"/>
                </a:ext>
              </a:extLst>
            </a:blip>
            <a:srcRect l="-2" r="47959"/>
            <a:stretch/>
          </p:blipFill>
          <p:spPr>
            <a:xfrm>
              <a:off x="0" y="3128434"/>
              <a:ext cx="1664208" cy="612648"/>
            </a:xfrm>
            <a:prstGeom prst="rect">
              <a:avLst/>
            </a:prstGeom>
          </p:spPr>
        </p:pic>
        <p:pic>
          <p:nvPicPr>
            <p:cNvPr id="13" name="Picture 12" descr="HDRibbonTitle-UniformTrim.png"/>
            <p:cNvPicPr>
              <a:picLocks noChangeAspect="1"/>
            </p:cNvPicPr>
            <p:nvPr/>
          </p:nvPicPr>
          <p:blipFill rotWithShape="1">
            <a:blip r:embed="rId3">
              <a:extLst>
                <a:ext uri="{28A0092B-C50C-407E-A947-70E740481C1C}">
                  <a14:useLocalDpi xmlns:a14="http://schemas.microsoft.com/office/drawing/2010/main" val="0"/>
                </a:ext>
              </a:extLst>
            </a:blip>
            <a:srcRect l="-2" r="47959"/>
            <a:stretch/>
          </p:blipFill>
          <p:spPr>
            <a:xfrm>
              <a:off x="7480469" y="3128434"/>
              <a:ext cx="1664208" cy="612648"/>
            </a:xfrm>
            <a:prstGeom prst="rect">
              <a:avLst/>
            </a:prstGeom>
          </p:spPr>
        </p:pic>
      </p:grpSp>
      <p:sp>
        <p:nvSpPr>
          <p:cNvPr id="2" name="Title 1"/>
          <p:cNvSpPr>
            <a:spLocks noGrp="1"/>
          </p:cNvSpPr>
          <p:nvPr>
            <p:ph type="ctrTitle"/>
          </p:nvPr>
        </p:nvSpPr>
        <p:spPr>
          <a:xfrm>
            <a:off x="2562579" y="1811864"/>
            <a:ext cx="7078488" cy="1515533"/>
          </a:xfrm>
        </p:spPr>
        <p:txBody>
          <a:bodyPr anchor="b">
            <a:noAutofit/>
          </a:bodyPr>
          <a:lstStyle>
            <a:lvl1pPr algn="ctr">
              <a:defRPr sz="4800">
                <a:effectLst/>
              </a:defRPr>
            </a:lvl1pPr>
          </a:lstStyle>
          <a:p>
            <a:r>
              <a:rPr lang="en-US"/>
              <a:t>Click to edit Master title style</a:t>
            </a:r>
            <a:endParaRPr lang="en-US" dirty="0"/>
          </a:p>
        </p:txBody>
      </p:sp>
      <p:sp>
        <p:nvSpPr>
          <p:cNvPr id="3" name="Subtitle 2"/>
          <p:cNvSpPr>
            <a:spLocks noGrp="1"/>
          </p:cNvSpPr>
          <p:nvPr>
            <p:ph type="subTitle" idx="1"/>
          </p:nvPr>
        </p:nvSpPr>
        <p:spPr>
          <a:xfrm>
            <a:off x="2562579" y="3598328"/>
            <a:ext cx="7078488" cy="1377651"/>
          </a:xfrm>
        </p:spPr>
        <p:txBody>
          <a:bodyPr anchor="t">
            <a:normAutofit/>
          </a:bodyPr>
          <a:lstStyle>
            <a:lvl1pPr marL="0" indent="0" algn="ctr">
              <a:buNone/>
              <a:defRPr sz="20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8087223" y="5054602"/>
            <a:ext cx="897701" cy="279400"/>
          </a:xfrm>
        </p:spPr>
        <p:txBody>
          <a:bodyPr/>
          <a:lstStyle/>
          <a:p>
            <a:endParaRPr lang="en-IN"/>
          </a:p>
        </p:txBody>
      </p:sp>
      <p:sp>
        <p:nvSpPr>
          <p:cNvPr id="5" name="Footer Placeholder 4"/>
          <p:cNvSpPr>
            <a:spLocks noGrp="1"/>
          </p:cNvSpPr>
          <p:nvPr>
            <p:ph type="ftr" sz="quarter" idx="11"/>
          </p:nvPr>
        </p:nvSpPr>
        <p:spPr>
          <a:xfrm>
            <a:off x="2562579" y="5054602"/>
            <a:ext cx="5419813" cy="279400"/>
          </a:xfrm>
        </p:spPr>
        <p:txBody>
          <a:bodyPr/>
          <a:lstStyle/>
          <a:p>
            <a:endParaRPr lang="en-IN"/>
          </a:p>
        </p:txBody>
      </p:sp>
      <p:sp>
        <p:nvSpPr>
          <p:cNvPr id="6" name="Slide Number Placeholder 5"/>
          <p:cNvSpPr>
            <a:spLocks noGrp="1"/>
          </p:cNvSpPr>
          <p:nvPr>
            <p:ph type="sldNum" sz="quarter" idx="12"/>
          </p:nvPr>
        </p:nvSpPr>
        <p:spPr>
          <a:xfrm>
            <a:off x="9089757" y="5054602"/>
            <a:ext cx="551311" cy="279400"/>
          </a:xfrm>
        </p:spPr>
        <p:txBody>
          <a:bodyPr/>
          <a:lstStyle/>
          <a:p>
            <a:fld id="{BF233BAC-29A9-4035-88BE-28AE866AE2DA}" type="slidenum">
              <a:rPr lang="en-IN" smtClean="0"/>
              <a:pPr/>
              <a:t>‹#›</a:t>
            </a:fld>
            <a:endParaRPr lang="en-IN"/>
          </a:p>
        </p:txBody>
      </p:sp>
      <p:cxnSp>
        <p:nvCxnSpPr>
          <p:cNvPr id="15" name="Straight Connector 14"/>
          <p:cNvCxnSpPr/>
          <p:nvPr/>
        </p:nvCxnSpPr>
        <p:spPr>
          <a:xfrm>
            <a:off x="2693101" y="3471329"/>
            <a:ext cx="6817444"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986661583"/>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cxnSp>
        <p:nvCxnSpPr>
          <p:cNvPr id="7" name="Straight Connector 6"/>
          <p:cNvCxnSpPr/>
          <p:nvPr/>
        </p:nvCxnSpPr>
        <p:spPr>
          <a:xfrm>
            <a:off x="1704620" y="2356260"/>
            <a:ext cx="8794045"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F233BAC-29A9-4035-88BE-28AE866AE2DA}" type="slidenum">
              <a:rPr lang="en-IN" smtClean="0"/>
              <a:pPr/>
              <a:t>‹#›</a:t>
            </a:fld>
            <a:endParaRPr lang="en-IN"/>
          </a:p>
        </p:txBody>
      </p:sp>
    </p:spTree>
    <p:extLst>
      <p:ext uri="{BB962C8B-B14F-4D97-AF65-F5344CB8AC3E}">
        <p14:creationId xmlns:p14="http://schemas.microsoft.com/office/powerpoint/2010/main" val="2080802999"/>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704620" y="1641413"/>
            <a:ext cx="8794045" cy="1822514"/>
          </a:xfrm>
        </p:spPr>
        <p:txBody>
          <a:bodyPr anchor="b">
            <a:normAutofit/>
          </a:bodyPr>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704620" y="3734860"/>
            <a:ext cx="8794045" cy="1090015"/>
          </a:xfrm>
        </p:spPr>
        <p:txBody>
          <a:bodyPr anchor="t">
            <a:normAutofit/>
          </a:bodyPr>
          <a:lstStyle>
            <a:lvl1pPr marL="0" indent="0" algn="ctr">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F233BAC-29A9-4035-88BE-28AE866AE2DA}" type="slidenum">
              <a:rPr lang="en-IN" smtClean="0"/>
              <a:pPr/>
              <a:t>‹#›</a:t>
            </a:fld>
            <a:endParaRPr lang="en-IN"/>
          </a:p>
        </p:txBody>
      </p:sp>
      <p:cxnSp>
        <p:nvCxnSpPr>
          <p:cNvPr id="31" name="Straight Connector 30"/>
          <p:cNvCxnSpPr/>
          <p:nvPr/>
        </p:nvCxnSpPr>
        <p:spPr>
          <a:xfrm>
            <a:off x="1704622" y="3599392"/>
            <a:ext cx="8794044"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32866324"/>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cxnSp>
        <p:nvCxnSpPr>
          <p:cNvPr id="8" name="Straight Connector 7"/>
          <p:cNvCxnSpPr/>
          <p:nvPr/>
        </p:nvCxnSpPr>
        <p:spPr>
          <a:xfrm>
            <a:off x="1704620" y="2356260"/>
            <a:ext cx="8794045"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a:xfrm>
            <a:off x="1569155" y="915338"/>
            <a:ext cx="9064979" cy="130386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569155" y="2487168"/>
            <a:ext cx="4450080" cy="3447288"/>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93536" y="2487168"/>
            <a:ext cx="4450080" cy="3447288"/>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F233BAC-29A9-4035-88BE-28AE866AE2DA}" type="slidenum">
              <a:rPr lang="en-IN" smtClean="0"/>
              <a:pPr/>
              <a:t>‹#›</a:t>
            </a:fld>
            <a:endParaRPr lang="en-IN"/>
          </a:p>
        </p:txBody>
      </p:sp>
    </p:spTree>
    <p:extLst>
      <p:ext uri="{BB962C8B-B14F-4D97-AF65-F5344CB8AC3E}">
        <p14:creationId xmlns:p14="http://schemas.microsoft.com/office/powerpoint/2010/main" val="104868509"/>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569157" y="2658533"/>
            <a:ext cx="4450080"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569157" y="3243263"/>
            <a:ext cx="4450080" cy="2706624"/>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89109" y="2658533"/>
            <a:ext cx="4450080"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89109" y="3243263"/>
            <a:ext cx="4450080" cy="2706624"/>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BF233BAC-29A9-4035-88BE-28AE866AE2DA}" type="slidenum">
              <a:rPr lang="en-IN" smtClean="0"/>
              <a:pPr/>
              <a:t>‹#›</a:t>
            </a:fld>
            <a:endParaRPr lang="en-IN"/>
          </a:p>
        </p:txBody>
      </p:sp>
      <p:cxnSp>
        <p:nvCxnSpPr>
          <p:cNvPr id="41" name="Straight Connector 40"/>
          <p:cNvCxnSpPr/>
          <p:nvPr/>
        </p:nvCxnSpPr>
        <p:spPr>
          <a:xfrm>
            <a:off x="1704622" y="2354670"/>
            <a:ext cx="8794045"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776330814"/>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1569154" y="915338"/>
            <a:ext cx="9064980" cy="1303867"/>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BF233BAC-29A9-4035-88BE-28AE866AE2DA}" type="slidenum">
              <a:rPr lang="en-IN" smtClean="0"/>
              <a:pPr/>
              <a:t>‹#›</a:t>
            </a:fld>
            <a:endParaRPr lang="en-IN"/>
          </a:p>
        </p:txBody>
      </p:sp>
      <p:cxnSp>
        <p:nvCxnSpPr>
          <p:cNvPr id="14" name="Straight Connector 13"/>
          <p:cNvCxnSpPr/>
          <p:nvPr/>
        </p:nvCxnSpPr>
        <p:spPr>
          <a:xfrm>
            <a:off x="1704622" y="2354670"/>
            <a:ext cx="8794045"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11023176"/>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BF233BAC-29A9-4035-88BE-28AE866AE2DA}" type="slidenum">
              <a:rPr lang="en-IN" smtClean="0"/>
              <a:pPr/>
              <a:t>‹#›</a:t>
            </a:fld>
            <a:endParaRPr lang="en-IN"/>
          </a:p>
        </p:txBody>
      </p:sp>
    </p:spTree>
    <p:extLst>
      <p:ext uri="{BB962C8B-B14F-4D97-AF65-F5344CB8AC3E}">
        <p14:creationId xmlns:p14="http://schemas.microsoft.com/office/powerpoint/2010/main" val="4070484283"/>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69153" y="1388534"/>
            <a:ext cx="3382397" cy="1371600"/>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5493417" y="982133"/>
            <a:ext cx="5140719" cy="4893735"/>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569153" y="3031065"/>
            <a:ext cx="3382397" cy="243840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F233BAC-29A9-4035-88BE-28AE866AE2DA}" type="slidenum">
              <a:rPr lang="en-IN" smtClean="0"/>
              <a:pPr/>
              <a:t>‹#›</a:t>
            </a:fld>
            <a:endParaRPr lang="en-IN"/>
          </a:p>
        </p:txBody>
      </p:sp>
      <p:cxnSp>
        <p:nvCxnSpPr>
          <p:cNvPr id="16" name="Straight Connector 15"/>
          <p:cNvCxnSpPr/>
          <p:nvPr/>
        </p:nvCxnSpPr>
        <p:spPr>
          <a:xfrm>
            <a:off x="1704621" y="2912533"/>
            <a:ext cx="3111459"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84143206"/>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69153" y="1883832"/>
            <a:ext cx="4842936" cy="1371600"/>
          </a:xfrm>
        </p:spPr>
        <p:txBody>
          <a:bodyPr anchor="b">
            <a:normAutofit/>
          </a:bodyPr>
          <a:lstStyle>
            <a:lvl1pPr algn="ctr">
              <a:defRPr sz="2400" b="0"/>
            </a:lvl1pPr>
          </a:lstStyle>
          <a:p>
            <a:r>
              <a:rPr lang="en-US"/>
              <a:t>Click to edit Master title style</a:t>
            </a:r>
            <a:endParaRPr lang="en-US" dirty="0"/>
          </a:p>
        </p:txBody>
      </p:sp>
      <p:sp>
        <p:nvSpPr>
          <p:cNvPr id="17" name="Picture Placeholder 2"/>
          <p:cNvSpPr>
            <a:spLocks noGrp="1" noChangeAspect="1"/>
          </p:cNvSpPr>
          <p:nvPr>
            <p:ph type="pic" idx="1"/>
          </p:nvPr>
        </p:nvSpPr>
        <p:spPr>
          <a:xfrm>
            <a:off x="6910759" y="1032933"/>
            <a:ext cx="3905951" cy="4792136"/>
          </a:xfrm>
          <a:prstGeom prst="roundRect">
            <a:avLst>
              <a:gd name="adj" fmla="val 0"/>
            </a:avLst>
          </a:prstGeom>
          <a:ln w="57150" cmpd="thickThin">
            <a:solidFill>
              <a:schemeClr val="tx1">
                <a:lumMod val="50000"/>
                <a:lumOff val="5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569154" y="3255432"/>
            <a:ext cx="4842935" cy="1828800"/>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F233BAC-29A9-4035-88BE-28AE866AE2DA}" type="slidenum">
              <a:rPr lang="en-IN" smtClean="0"/>
              <a:pPr/>
              <a:t>‹#›</a:t>
            </a:fld>
            <a:endParaRPr lang="en-IN"/>
          </a:p>
        </p:txBody>
      </p:sp>
    </p:spTree>
    <p:extLst>
      <p:ext uri="{BB962C8B-B14F-4D97-AF65-F5344CB8AC3E}">
        <p14:creationId xmlns:p14="http://schemas.microsoft.com/office/powerpoint/2010/main" val="3345523813"/>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69155" y="4815415"/>
            <a:ext cx="9064979" cy="566738"/>
          </a:xfrm>
        </p:spPr>
        <p:txBody>
          <a:bodyPr anchor="b">
            <a:normAutofit/>
          </a:bodyPr>
          <a:lstStyle>
            <a:lvl1pPr algn="ctr">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368347" y="1032934"/>
            <a:ext cx="9455309" cy="3361269"/>
          </a:xfrm>
          <a:prstGeom prst="roundRect">
            <a:avLst>
              <a:gd name="adj" fmla="val 0"/>
            </a:avLst>
          </a:prstGeom>
          <a:ln w="57150" cmpd="thickThin">
            <a:solidFill>
              <a:schemeClr val="tx1">
                <a:lumMod val="50000"/>
                <a:lumOff val="5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569155" y="5382153"/>
            <a:ext cx="9064979" cy="493712"/>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F233BAC-29A9-4035-88BE-28AE866AE2DA}" type="slidenum">
              <a:rPr lang="en-IN" smtClean="0"/>
              <a:pPr/>
              <a:t>‹#›</a:t>
            </a:fld>
            <a:endParaRPr lang="en-IN"/>
          </a:p>
        </p:txBody>
      </p:sp>
    </p:spTree>
    <p:extLst>
      <p:ext uri="{BB962C8B-B14F-4D97-AF65-F5344CB8AC3E}">
        <p14:creationId xmlns:p14="http://schemas.microsoft.com/office/powerpoint/2010/main" val="1424084421"/>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569155" y="906873"/>
            <a:ext cx="9064979" cy="3097860"/>
          </a:xfrm>
        </p:spPr>
        <p:txBody>
          <a:bodyPr anchor="ctr">
            <a:normAutofit/>
          </a:bodyPr>
          <a:lstStyle>
            <a:lvl1pPr algn="ctr">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569154" y="4275666"/>
            <a:ext cx="9064981" cy="1600202"/>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F233BAC-29A9-4035-88BE-28AE866AE2DA}" type="slidenum">
              <a:rPr lang="en-IN" smtClean="0"/>
              <a:pPr/>
              <a:t>‹#›</a:t>
            </a:fld>
            <a:endParaRPr lang="en-IN"/>
          </a:p>
        </p:txBody>
      </p:sp>
      <p:cxnSp>
        <p:nvCxnSpPr>
          <p:cNvPr id="15" name="Straight Connector 14"/>
          <p:cNvCxnSpPr/>
          <p:nvPr/>
        </p:nvCxnSpPr>
        <p:spPr>
          <a:xfrm>
            <a:off x="1704621" y="4140199"/>
            <a:ext cx="8808567"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89529338"/>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79111" y="982132"/>
            <a:ext cx="8533667" cy="2370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2133600" y="3352800"/>
            <a:ext cx="7857064" cy="651933"/>
          </a:xfrm>
        </p:spPr>
        <p:txBody>
          <a:bodyPr anchor="ctr">
            <a:normAutofit/>
          </a:bodyPr>
          <a:lstStyle>
            <a:lvl1pPr marL="0" indent="0" algn="r">
              <a:buFontTx/>
              <a:buNone/>
              <a:defRPr sz="18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1569151" y="4343401"/>
            <a:ext cx="9064984"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F233BAC-29A9-4035-88BE-28AE866AE2DA}" type="slidenum">
              <a:rPr lang="en-IN" smtClean="0"/>
              <a:pPr/>
              <a:t>‹#›</a:t>
            </a:fld>
            <a:endParaRPr lang="en-IN"/>
          </a:p>
        </p:txBody>
      </p:sp>
      <p:sp>
        <p:nvSpPr>
          <p:cNvPr id="14" name="TextBox 13"/>
          <p:cNvSpPr txBox="1"/>
          <p:nvPr/>
        </p:nvSpPr>
        <p:spPr>
          <a:xfrm>
            <a:off x="1133293" y="905362"/>
            <a:ext cx="609759" cy="584776"/>
          </a:xfrm>
          <a:prstGeom prst="rect">
            <a:avLst/>
          </a:prstGeom>
        </p:spPr>
        <p:txBody>
          <a:bodyPr vert="horz" lIns="91440" tIns="45720" rIns="91440" bIns="45720" rtlCol="0" anchor="ctr">
            <a:noAutofit/>
          </a:bodyPr>
          <a:lstStyle/>
          <a:p>
            <a:pPr lvl="0"/>
            <a:r>
              <a:rPr lang="en-US" sz="7200" dirty="0">
                <a:solidFill>
                  <a:schemeClr val="tx1"/>
                </a:solidFill>
                <a:effectLst/>
              </a:rPr>
              <a:t>“</a:t>
            </a:r>
          </a:p>
        </p:txBody>
      </p:sp>
      <p:sp>
        <p:nvSpPr>
          <p:cNvPr id="15" name="TextBox 14"/>
          <p:cNvSpPr txBox="1"/>
          <p:nvPr/>
        </p:nvSpPr>
        <p:spPr>
          <a:xfrm>
            <a:off x="10178005" y="2827870"/>
            <a:ext cx="609759" cy="584776"/>
          </a:xfrm>
          <a:prstGeom prst="rect">
            <a:avLst/>
          </a:prstGeom>
        </p:spPr>
        <p:txBody>
          <a:bodyPr vert="horz" lIns="91440" tIns="45720" rIns="91440" bIns="45720" rtlCol="0" anchor="ctr">
            <a:noAutofit/>
          </a:bodyPr>
          <a:lstStyle/>
          <a:p>
            <a:pPr lvl="0" algn="r"/>
            <a:r>
              <a:rPr lang="en-US" sz="7200" dirty="0">
                <a:solidFill>
                  <a:schemeClr val="tx1"/>
                </a:solidFill>
                <a:effectLst/>
              </a:rPr>
              <a:t>”</a:t>
            </a:r>
          </a:p>
        </p:txBody>
      </p:sp>
      <p:cxnSp>
        <p:nvCxnSpPr>
          <p:cNvPr id="19" name="Straight Connector 18"/>
          <p:cNvCxnSpPr/>
          <p:nvPr/>
        </p:nvCxnSpPr>
        <p:spPr>
          <a:xfrm>
            <a:off x="1704622" y="4140199"/>
            <a:ext cx="8794045"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02523681"/>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569159" y="3308581"/>
            <a:ext cx="9064971" cy="1468800"/>
          </a:xfrm>
        </p:spPr>
        <p:txBody>
          <a:bodyPr anchor="b">
            <a:normAutofit/>
          </a:bodyPr>
          <a:lstStyle>
            <a:lvl1pPr algn="l">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569158" y="4777381"/>
            <a:ext cx="9064973" cy="8604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F233BAC-29A9-4035-88BE-28AE866AE2DA}" type="slidenum">
              <a:rPr lang="en-IN" smtClean="0"/>
              <a:pPr/>
              <a:t>‹#›</a:t>
            </a:fld>
            <a:endParaRPr lang="en-IN"/>
          </a:p>
        </p:txBody>
      </p:sp>
    </p:spTree>
    <p:extLst>
      <p:ext uri="{BB962C8B-B14F-4D97-AF65-F5344CB8AC3E}">
        <p14:creationId xmlns:p14="http://schemas.microsoft.com/office/powerpoint/2010/main" val="64486318"/>
      </p:ext>
    </p:extLst>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1879222" y="982132"/>
            <a:ext cx="8433557" cy="2243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8" name="Text Placeholder 2"/>
          <p:cNvSpPr>
            <a:spLocks noGrp="1"/>
          </p:cNvSpPr>
          <p:nvPr>
            <p:ph type="body" idx="13"/>
          </p:nvPr>
        </p:nvSpPr>
        <p:spPr>
          <a:xfrm>
            <a:off x="1569158" y="3639312"/>
            <a:ext cx="9064973" cy="886968"/>
          </a:xfrm>
        </p:spPr>
        <p:txBody>
          <a:bodyPr anchor="b">
            <a:normAutofit/>
          </a:bodyPr>
          <a:lstStyle>
            <a:lvl1pPr marL="0" indent="0" algn="l">
              <a:spcBef>
                <a:spcPts val="0"/>
              </a:spcBef>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3" name="Text Placeholder 2"/>
          <p:cNvSpPr>
            <a:spLocks noGrp="1"/>
          </p:cNvSpPr>
          <p:nvPr>
            <p:ph type="body" idx="1"/>
          </p:nvPr>
        </p:nvSpPr>
        <p:spPr>
          <a:xfrm>
            <a:off x="1569154" y="4529667"/>
            <a:ext cx="9064981" cy="1346200"/>
          </a:xfrm>
        </p:spPr>
        <p:txBody>
          <a:bodyPr anchor="t">
            <a:normAutofit/>
          </a:bodyPr>
          <a:lstStyle>
            <a:lvl1pPr marL="0" indent="0" algn="l">
              <a:buNone/>
              <a:defRPr sz="1600">
                <a:solidFill>
                  <a:schemeClr val="tx1"/>
                </a:solidFill>
              </a:defRPr>
            </a:lvl1pPr>
            <a:lvl2pPr marL="457200" indent="0">
              <a:buNone/>
              <a:defRPr sz="16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F233BAC-29A9-4035-88BE-28AE866AE2DA}" type="slidenum">
              <a:rPr lang="en-IN" smtClean="0"/>
              <a:pPr/>
              <a:t>‹#›</a:t>
            </a:fld>
            <a:endParaRPr lang="en-IN"/>
          </a:p>
        </p:txBody>
      </p:sp>
      <p:sp>
        <p:nvSpPr>
          <p:cNvPr id="12" name="TextBox 11"/>
          <p:cNvSpPr txBox="1"/>
          <p:nvPr/>
        </p:nvSpPr>
        <p:spPr>
          <a:xfrm>
            <a:off x="1170747" y="896895"/>
            <a:ext cx="609759"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3" name="TextBox 12"/>
          <p:cNvSpPr txBox="1"/>
          <p:nvPr/>
        </p:nvSpPr>
        <p:spPr>
          <a:xfrm>
            <a:off x="10199729" y="2607728"/>
            <a:ext cx="609759"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cxnSp>
        <p:nvCxnSpPr>
          <p:cNvPr id="26" name="Straight Connector 25"/>
          <p:cNvCxnSpPr/>
          <p:nvPr/>
        </p:nvCxnSpPr>
        <p:spPr>
          <a:xfrm>
            <a:off x="1704622" y="3429000"/>
            <a:ext cx="8794045"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09443921"/>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569153" y="982132"/>
            <a:ext cx="9064979" cy="2294467"/>
          </a:xfrm>
        </p:spPr>
        <p:txBody>
          <a:bodyPr vert="horz" lIns="91440" tIns="45720" rIns="91440" bIns="45720" rtlCol="0" anchor="ctr">
            <a:normAutofit/>
          </a:bodyPr>
          <a:lstStyle>
            <a:lvl1pPr>
              <a:defRPr lang="en-US" sz="3200" b="0" dirty="0"/>
            </a:lvl1pPr>
          </a:lstStyle>
          <a:p>
            <a:pPr marL="0" lvl="0"/>
            <a:r>
              <a:rPr lang="en-US"/>
              <a:t>Click to edit Master title style</a:t>
            </a:r>
            <a:endParaRPr lang="en-US" dirty="0"/>
          </a:p>
        </p:txBody>
      </p:sp>
      <p:sp>
        <p:nvSpPr>
          <p:cNvPr id="14" name="Text Placeholder 2"/>
          <p:cNvSpPr>
            <a:spLocks noGrp="1"/>
          </p:cNvSpPr>
          <p:nvPr>
            <p:ph type="body" idx="13"/>
          </p:nvPr>
        </p:nvSpPr>
        <p:spPr>
          <a:xfrm>
            <a:off x="1569158" y="3566160"/>
            <a:ext cx="9064973" cy="905256"/>
          </a:xfrm>
        </p:spPr>
        <p:txBody>
          <a:bodyPr anchor="b">
            <a:normAutofit/>
          </a:bodyPr>
          <a:lstStyle>
            <a:lvl1pPr marL="0" indent="0" algn="l">
              <a:spcBef>
                <a:spcPts val="0"/>
              </a:spcBef>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3" name="Text Placeholder 2"/>
          <p:cNvSpPr>
            <a:spLocks noGrp="1"/>
          </p:cNvSpPr>
          <p:nvPr>
            <p:ph type="body" idx="1"/>
          </p:nvPr>
        </p:nvSpPr>
        <p:spPr>
          <a:xfrm>
            <a:off x="1569155" y="4470401"/>
            <a:ext cx="9064979" cy="1405467"/>
          </a:xfrm>
        </p:spPr>
        <p:txBody>
          <a:bodyPr anchor="t">
            <a:normAutofit/>
          </a:bodyPr>
          <a:lstStyle>
            <a:lvl1pPr marL="0" indent="0" algn="l">
              <a:buNone/>
              <a:defRPr sz="1600">
                <a:solidFill>
                  <a:schemeClr val="tx1"/>
                </a:solidFill>
              </a:defRPr>
            </a:lvl1pPr>
            <a:lvl2pPr marL="457200" indent="0">
              <a:buNone/>
              <a:defRPr sz="16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F233BAC-29A9-4035-88BE-28AE866AE2DA}" type="slidenum">
              <a:rPr lang="en-IN" smtClean="0"/>
              <a:pPr/>
              <a:t>‹#›</a:t>
            </a:fld>
            <a:endParaRPr lang="en-IN"/>
          </a:p>
        </p:txBody>
      </p:sp>
      <p:cxnSp>
        <p:nvCxnSpPr>
          <p:cNvPr id="15" name="Straight Connector 14"/>
          <p:cNvCxnSpPr/>
          <p:nvPr/>
        </p:nvCxnSpPr>
        <p:spPr>
          <a:xfrm>
            <a:off x="1704626" y="3429000"/>
            <a:ext cx="8808561"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77458647"/>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569154" y="2490136"/>
            <a:ext cx="9064981" cy="3385733"/>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F233BAC-29A9-4035-88BE-28AE866AE2DA}" type="slidenum">
              <a:rPr lang="en-IN" smtClean="0"/>
              <a:pPr/>
              <a:t>‹#›</a:t>
            </a:fld>
            <a:endParaRPr lang="en-IN"/>
          </a:p>
        </p:txBody>
      </p:sp>
      <p:cxnSp>
        <p:nvCxnSpPr>
          <p:cNvPr id="14" name="Straight Connector 13"/>
          <p:cNvCxnSpPr/>
          <p:nvPr/>
        </p:nvCxnSpPr>
        <p:spPr>
          <a:xfrm>
            <a:off x="1704622" y="2354670"/>
            <a:ext cx="8808565"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99069939"/>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475556" y="906874"/>
            <a:ext cx="2158573" cy="4968995"/>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569157" y="906874"/>
            <a:ext cx="6554012" cy="4968993"/>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F233BAC-29A9-4035-88BE-28AE866AE2DA}" type="slidenum">
              <a:rPr lang="en-IN" smtClean="0"/>
              <a:pPr/>
              <a:t>‹#›</a:t>
            </a:fld>
            <a:endParaRPr lang="en-IN"/>
          </a:p>
        </p:txBody>
      </p:sp>
      <p:cxnSp>
        <p:nvCxnSpPr>
          <p:cNvPr id="14" name="Straight Connector 13"/>
          <p:cNvCxnSpPr/>
          <p:nvPr/>
        </p:nvCxnSpPr>
        <p:spPr>
          <a:xfrm>
            <a:off x="8327349" y="906874"/>
            <a:ext cx="0" cy="4968993"/>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48318147"/>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9CB273-FA87-7A3F-8C65-8D399BFA2E42}"/>
              </a:ext>
            </a:extLst>
          </p:cNvPr>
          <p:cNvSpPr txBox="1">
            <a:spLocks noGrp="1"/>
          </p:cNvSpPr>
          <p:nvPr>
            <p:ph type="ctrTitle"/>
          </p:nvPr>
        </p:nvSpPr>
        <p:spPr>
          <a:xfrm>
            <a:off x="914400" y="2130423"/>
            <a:ext cx="10363196" cy="1470026"/>
          </a:xfrm>
        </p:spPr>
        <p:txBody>
          <a:bodyPr/>
          <a:lstStyle>
            <a:lvl1pPr>
              <a:defRPr/>
            </a:lvl1pPr>
          </a:lstStyle>
          <a:p>
            <a:pPr lvl="0"/>
            <a:r>
              <a:rPr lang="en-US"/>
              <a:t>Click to edit Master title style</a:t>
            </a:r>
          </a:p>
        </p:txBody>
      </p:sp>
      <p:sp>
        <p:nvSpPr>
          <p:cNvPr id="3" name="Subtitle 2">
            <a:extLst>
              <a:ext uri="{FF2B5EF4-FFF2-40B4-BE49-F238E27FC236}">
                <a16:creationId xmlns:a16="http://schemas.microsoft.com/office/drawing/2014/main" id="{6B5A9A9B-6743-C0A9-B8D4-45ECC3738A8A}"/>
              </a:ext>
            </a:extLst>
          </p:cNvPr>
          <p:cNvSpPr txBox="1">
            <a:spLocks noGrp="1"/>
          </p:cNvSpPr>
          <p:nvPr>
            <p:ph type="subTitle" idx="1"/>
          </p:nvPr>
        </p:nvSpPr>
        <p:spPr>
          <a:xfrm>
            <a:off x="1828800" y="3886200"/>
            <a:ext cx="8534396" cy="1752603"/>
          </a:xfrm>
        </p:spPr>
        <p:txBody>
          <a:bodyPr anchorCtr="1"/>
          <a:lstStyle>
            <a:lvl1pPr marL="0" indent="0" algn="ctr">
              <a:buNone/>
              <a:defRPr>
                <a:solidFill>
                  <a:srgbClr val="898989"/>
                </a:solidFill>
              </a:defRPr>
            </a:lvl1pPr>
          </a:lstStyle>
          <a:p>
            <a:pPr lvl="0"/>
            <a:r>
              <a:rPr lang="en-US"/>
              <a:t>Click to edit Master subtitle style</a:t>
            </a:r>
          </a:p>
        </p:txBody>
      </p:sp>
    </p:spTree>
    <p:extLst>
      <p:ext uri="{BB962C8B-B14F-4D97-AF65-F5344CB8AC3E}">
        <p14:creationId xmlns:p14="http://schemas.microsoft.com/office/powerpoint/2010/main" val="4194728433"/>
      </p:ext>
    </p:extLst>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504DB2-AEF5-FA68-AD5D-DC416CEA4387}"/>
              </a:ext>
            </a:extLst>
          </p:cNvPr>
          <p:cNvSpPr txBox="1">
            <a:spLocks noGrp="1"/>
          </p:cNvSpPr>
          <p:nvPr>
            <p:ph type="title"/>
          </p:nvPr>
        </p:nvSpPr>
        <p:spPr/>
        <p:txBody>
          <a:bodyPr/>
          <a:lstStyle>
            <a:lvl1pPr>
              <a:defRPr/>
            </a:lvl1pPr>
          </a:lstStyle>
          <a:p>
            <a:pPr lvl="0"/>
            <a:r>
              <a:rPr lang="en-US"/>
              <a:t>Click to edit Master title style</a:t>
            </a:r>
          </a:p>
        </p:txBody>
      </p:sp>
      <p:sp>
        <p:nvSpPr>
          <p:cNvPr id="3" name="Content Placeholder 2">
            <a:extLst>
              <a:ext uri="{FF2B5EF4-FFF2-40B4-BE49-F238E27FC236}">
                <a16:creationId xmlns:a16="http://schemas.microsoft.com/office/drawing/2014/main" id="{E2E4DD38-7548-CB47-0457-718913B0282F}"/>
              </a:ext>
            </a:extLst>
          </p:cNvPr>
          <p:cNvSpPr txBox="1">
            <a:spLocks noGrp="1"/>
          </p:cNvSpPr>
          <p:nvPr>
            <p:ph idx="1"/>
          </p:nvPr>
        </p:nvSpPr>
        <p:spPr/>
        <p:txBody>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43535974"/>
      </p:ext>
    </p:extLst>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22D2C6-324D-E87D-F770-C0A370B8563C}"/>
              </a:ext>
            </a:extLst>
          </p:cNvPr>
          <p:cNvSpPr txBox="1">
            <a:spLocks noGrp="1"/>
          </p:cNvSpPr>
          <p:nvPr>
            <p:ph type="title"/>
          </p:nvPr>
        </p:nvSpPr>
        <p:spPr>
          <a:xfrm>
            <a:off x="963082" y="4406905"/>
            <a:ext cx="10363196" cy="1362071"/>
          </a:xfrm>
        </p:spPr>
        <p:txBody>
          <a:bodyPr anchor="t" anchorCtr="0"/>
          <a:lstStyle>
            <a:lvl1pPr algn="l">
              <a:defRPr sz="4000" b="1" cap="all"/>
            </a:lvl1pPr>
          </a:lstStyle>
          <a:p>
            <a:pPr lvl="0"/>
            <a:r>
              <a:rPr lang="en-US"/>
              <a:t>Click to edit Master title style</a:t>
            </a:r>
          </a:p>
        </p:txBody>
      </p:sp>
      <p:sp>
        <p:nvSpPr>
          <p:cNvPr id="3" name="Text Placeholder 2">
            <a:extLst>
              <a:ext uri="{FF2B5EF4-FFF2-40B4-BE49-F238E27FC236}">
                <a16:creationId xmlns:a16="http://schemas.microsoft.com/office/drawing/2014/main" id="{2A7D7232-1988-7A6A-FF97-767830DD6539}"/>
              </a:ext>
            </a:extLst>
          </p:cNvPr>
          <p:cNvSpPr txBox="1">
            <a:spLocks noGrp="1"/>
          </p:cNvSpPr>
          <p:nvPr>
            <p:ph type="body" idx="1"/>
          </p:nvPr>
        </p:nvSpPr>
        <p:spPr>
          <a:xfrm>
            <a:off x="963082" y="2906713"/>
            <a:ext cx="10363196" cy="1500182"/>
          </a:xfrm>
        </p:spPr>
        <p:txBody>
          <a:bodyPr anchor="b"/>
          <a:lstStyle>
            <a:lvl1pPr marL="0" indent="0">
              <a:spcBef>
                <a:spcPts val="500"/>
              </a:spcBef>
              <a:buNone/>
              <a:defRPr sz="2000">
                <a:solidFill>
                  <a:srgbClr val="898989"/>
                </a:solidFill>
              </a:defRPr>
            </a:lvl1pPr>
          </a:lstStyle>
          <a:p>
            <a:pPr lvl="0"/>
            <a:r>
              <a:rPr lang="en-US"/>
              <a:t>Click to edit Master text styles</a:t>
            </a:r>
          </a:p>
        </p:txBody>
      </p:sp>
    </p:spTree>
    <p:extLst>
      <p:ext uri="{BB962C8B-B14F-4D97-AF65-F5344CB8AC3E}">
        <p14:creationId xmlns:p14="http://schemas.microsoft.com/office/powerpoint/2010/main" val="905969502"/>
      </p:ext>
    </p:extLst>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CAA4-EB8A-3861-65E8-BF5305451CA0}"/>
              </a:ext>
            </a:extLst>
          </p:cNvPr>
          <p:cNvSpPr txBox="1">
            <a:spLocks noGrp="1"/>
          </p:cNvSpPr>
          <p:nvPr>
            <p:ph type="title"/>
          </p:nvPr>
        </p:nvSpPr>
        <p:spPr/>
        <p:txBody>
          <a:bodyPr/>
          <a:lstStyle>
            <a:lvl1pPr>
              <a:defRPr/>
            </a:lvl1pPr>
          </a:lstStyle>
          <a:p>
            <a:pPr lvl="0"/>
            <a:r>
              <a:rPr lang="en-US"/>
              <a:t>Click to edit Master title style</a:t>
            </a:r>
          </a:p>
        </p:txBody>
      </p:sp>
      <p:sp>
        <p:nvSpPr>
          <p:cNvPr id="3" name="Content Placeholder 2">
            <a:extLst>
              <a:ext uri="{FF2B5EF4-FFF2-40B4-BE49-F238E27FC236}">
                <a16:creationId xmlns:a16="http://schemas.microsoft.com/office/drawing/2014/main" id="{3A69538D-76A6-D3DB-5612-4089D86A77A4}"/>
              </a:ext>
            </a:extLst>
          </p:cNvPr>
          <p:cNvSpPr txBox="1">
            <a:spLocks noGrp="1"/>
          </p:cNvSpPr>
          <p:nvPr>
            <p:ph idx="1"/>
          </p:nvPr>
        </p:nvSpPr>
        <p:spPr>
          <a:xfrm>
            <a:off x="609603" y="1600200"/>
            <a:ext cx="5384801" cy="4525959"/>
          </a:xfrm>
        </p:spPr>
        <p:txBody>
          <a:bodyPr/>
          <a:lstStyle>
            <a:lvl1pPr>
              <a:spcBef>
                <a:spcPts val="700"/>
              </a:spcBef>
              <a:defRPr sz="2800"/>
            </a:lvl1pPr>
            <a:lvl2pPr>
              <a:spcBef>
                <a:spcPts val="600"/>
              </a:spcBef>
              <a:defRPr sz="2400"/>
            </a:lvl2pPr>
            <a:lvl3pPr>
              <a:spcBef>
                <a:spcPts val="500"/>
              </a:spcBef>
              <a:defRPr sz="2000"/>
            </a:lvl3pPr>
            <a:lvl4pPr>
              <a:spcBef>
                <a:spcPts val="400"/>
              </a:spcBef>
              <a:defRPr sz="1800"/>
            </a:lvl4pPr>
            <a:lvl5pPr>
              <a:spcBef>
                <a:spcPts val="400"/>
              </a:spcBef>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36BD446-9109-6665-3EC0-E3A9E4D5654A}"/>
              </a:ext>
            </a:extLst>
          </p:cNvPr>
          <p:cNvSpPr txBox="1">
            <a:spLocks noGrp="1"/>
          </p:cNvSpPr>
          <p:nvPr>
            <p:ph idx="2"/>
          </p:nvPr>
        </p:nvSpPr>
        <p:spPr>
          <a:xfrm>
            <a:off x="6197602" y="1600200"/>
            <a:ext cx="5384801" cy="4525959"/>
          </a:xfrm>
        </p:spPr>
        <p:txBody>
          <a:bodyPr/>
          <a:lstStyle>
            <a:lvl1pPr>
              <a:spcBef>
                <a:spcPts val="700"/>
              </a:spcBef>
              <a:defRPr sz="2800"/>
            </a:lvl1pPr>
            <a:lvl2pPr>
              <a:spcBef>
                <a:spcPts val="600"/>
              </a:spcBef>
              <a:defRPr sz="2400"/>
            </a:lvl2pPr>
            <a:lvl3pPr>
              <a:spcBef>
                <a:spcPts val="500"/>
              </a:spcBef>
              <a:defRPr sz="2000"/>
            </a:lvl3pPr>
            <a:lvl4pPr>
              <a:spcBef>
                <a:spcPts val="400"/>
              </a:spcBef>
              <a:defRPr sz="1800"/>
            </a:lvl4pPr>
            <a:lvl5pPr>
              <a:spcBef>
                <a:spcPts val="400"/>
              </a:spcBef>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880859687"/>
      </p:ext>
    </p:extLst>
  </p:cSld>
  <p:clrMapOvr>
    <a:masterClrMapping/>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A969AD-071B-1607-48F6-6463F68FFB30}"/>
              </a:ext>
            </a:extLst>
          </p:cNvPr>
          <p:cNvSpPr txBox="1">
            <a:spLocks noGrp="1"/>
          </p:cNvSpPr>
          <p:nvPr>
            <p:ph type="title"/>
          </p:nvPr>
        </p:nvSpPr>
        <p:spPr/>
        <p:txBody>
          <a:bodyPr/>
          <a:lstStyle>
            <a:lvl1pPr>
              <a:defRPr/>
            </a:lvl1pPr>
          </a:lstStyle>
          <a:p>
            <a:pPr lvl="0"/>
            <a:r>
              <a:rPr lang="en-US"/>
              <a:t>Click to edit Master title style</a:t>
            </a:r>
          </a:p>
        </p:txBody>
      </p:sp>
      <p:sp>
        <p:nvSpPr>
          <p:cNvPr id="3" name="Text Placeholder 2">
            <a:extLst>
              <a:ext uri="{FF2B5EF4-FFF2-40B4-BE49-F238E27FC236}">
                <a16:creationId xmlns:a16="http://schemas.microsoft.com/office/drawing/2014/main" id="{C0B15351-E1A6-9C65-E50E-D7B6E6AA4454}"/>
              </a:ext>
            </a:extLst>
          </p:cNvPr>
          <p:cNvSpPr txBox="1">
            <a:spLocks noGrp="1"/>
          </p:cNvSpPr>
          <p:nvPr>
            <p:ph type="body" idx="1"/>
          </p:nvPr>
        </p:nvSpPr>
        <p:spPr>
          <a:xfrm>
            <a:off x="609603" y="1535113"/>
            <a:ext cx="5386913" cy="639759"/>
          </a:xfrm>
        </p:spPr>
        <p:txBody>
          <a:bodyPr anchor="b"/>
          <a:lstStyle>
            <a:lvl1pPr marL="0" indent="0">
              <a:spcBef>
                <a:spcPts val="600"/>
              </a:spcBef>
              <a:buNone/>
              <a:defRPr sz="2400" b="1"/>
            </a:lvl1pPr>
          </a:lstStyle>
          <a:p>
            <a:pPr lvl="0"/>
            <a:r>
              <a:rPr lang="en-US"/>
              <a:t>Click to edit Master text styles</a:t>
            </a:r>
          </a:p>
        </p:txBody>
      </p:sp>
      <p:sp>
        <p:nvSpPr>
          <p:cNvPr id="4" name="Content Placeholder 3">
            <a:extLst>
              <a:ext uri="{FF2B5EF4-FFF2-40B4-BE49-F238E27FC236}">
                <a16:creationId xmlns:a16="http://schemas.microsoft.com/office/drawing/2014/main" id="{B6A91B4C-7C3D-872D-FD33-890988AFC59A}"/>
              </a:ext>
            </a:extLst>
          </p:cNvPr>
          <p:cNvSpPr txBox="1">
            <a:spLocks noGrp="1"/>
          </p:cNvSpPr>
          <p:nvPr>
            <p:ph idx="2"/>
          </p:nvPr>
        </p:nvSpPr>
        <p:spPr>
          <a:xfrm>
            <a:off x="609603" y="2174872"/>
            <a:ext cx="5386913" cy="3951286"/>
          </a:xfrm>
        </p:spPr>
        <p:txBody>
          <a:bodyPr/>
          <a:lstStyle>
            <a:lvl1pPr>
              <a:spcBef>
                <a:spcPts val="600"/>
              </a:spcBef>
              <a:defRPr sz="2400"/>
            </a:lvl1pPr>
            <a:lvl2pPr>
              <a:spcBef>
                <a:spcPts val="500"/>
              </a:spcBef>
              <a:defRPr sz="2000"/>
            </a:lvl2pPr>
            <a:lvl3pPr>
              <a:spcBef>
                <a:spcPts val="400"/>
              </a:spcBef>
              <a:defRPr sz="1800"/>
            </a:lvl3pPr>
            <a:lvl4pPr>
              <a:spcBef>
                <a:spcPts val="400"/>
              </a:spcBef>
              <a:defRPr sz="1600"/>
            </a:lvl4pPr>
            <a:lvl5pPr>
              <a:spcBef>
                <a:spcPts val="400"/>
              </a:spcBef>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BC72F5C-9483-95D4-D9B6-93E41141E1EA}"/>
              </a:ext>
            </a:extLst>
          </p:cNvPr>
          <p:cNvSpPr txBox="1">
            <a:spLocks noGrp="1"/>
          </p:cNvSpPr>
          <p:nvPr>
            <p:ph type="body" idx="3"/>
          </p:nvPr>
        </p:nvSpPr>
        <p:spPr>
          <a:xfrm>
            <a:off x="6193368" y="1535113"/>
            <a:ext cx="5389034" cy="639759"/>
          </a:xfrm>
        </p:spPr>
        <p:txBody>
          <a:bodyPr anchor="b"/>
          <a:lstStyle>
            <a:lvl1pPr marL="0" indent="0">
              <a:spcBef>
                <a:spcPts val="600"/>
              </a:spcBef>
              <a:buNone/>
              <a:defRPr sz="2400" b="1"/>
            </a:lvl1pPr>
          </a:lstStyle>
          <a:p>
            <a:pPr lvl="0"/>
            <a:r>
              <a:rPr lang="en-US"/>
              <a:t>Click to edit Master text styles</a:t>
            </a:r>
          </a:p>
        </p:txBody>
      </p:sp>
      <p:sp>
        <p:nvSpPr>
          <p:cNvPr id="6" name="Content Placeholder 5">
            <a:extLst>
              <a:ext uri="{FF2B5EF4-FFF2-40B4-BE49-F238E27FC236}">
                <a16:creationId xmlns:a16="http://schemas.microsoft.com/office/drawing/2014/main" id="{84561FBE-8B77-B88A-0989-D02209167070}"/>
              </a:ext>
            </a:extLst>
          </p:cNvPr>
          <p:cNvSpPr txBox="1">
            <a:spLocks noGrp="1"/>
          </p:cNvSpPr>
          <p:nvPr>
            <p:ph idx="4"/>
          </p:nvPr>
        </p:nvSpPr>
        <p:spPr>
          <a:xfrm>
            <a:off x="6193368" y="2174872"/>
            <a:ext cx="5389034" cy="3951286"/>
          </a:xfrm>
        </p:spPr>
        <p:txBody>
          <a:bodyPr/>
          <a:lstStyle>
            <a:lvl1pPr>
              <a:spcBef>
                <a:spcPts val="600"/>
              </a:spcBef>
              <a:defRPr sz="2400"/>
            </a:lvl1pPr>
            <a:lvl2pPr>
              <a:spcBef>
                <a:spcPts val="500"/>
              </a:spcBef>
              <a:defRPr sz="2000"/>
            </a:lvl2pPr>
            <a:lvl3pPr>
              <a:spcBef>
                <a:spcPts val="400"/>
              </a:spcBef>
              <a:defRPr sz="1800"/>
            </a:lvl3pPr>
            <a:lvl4pPr>
              <a:spcBef>
                <a:spcPts val="400"/>
              </a:spcBef>
              <a:defRPr sz="1600"/>
            </a:lvl4pPr>
            <a:lvl5pPr>
              <a:spcBef>
                <a:spcPts val="400"/>
              </a:spcBef>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772905397"/>
      </p:ext>
    </p:extLst>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C74CD3-F78C-5C0E-5F9D-DE90B2840D19}"/>
              </a:ext>
            </a:extLst>
          </p:cNvPr>
          <p:cNvSpPr txBox="1">
            <a:spLocks noGrp="1"/>
          </p:cNvSpPr>
          <p:nvPr>
            <p:ph type="title"/>
          </p:nvPr>
        </p:nvSpPr>
        <p:spPr/>
        <p:txBody>
          <a:bodyPr/>
          <a:lstStyle>
            <a:lvl1pPr>
              <a:defRPr/>
            </a:lvl1pPr>
          </a:lstStyle>
          <a:p>
            <a:pPr lvl="0"/>
            <a:r>
              <a:rPr lang="en-US"/>
              <a:t>Click to edit Master title style</a:t>
            </a:r>
          </a:p>
        </p:txBody>
      </p:sp>
    </p:spTree>
    <p:extLst>
      <p:ext uri="{BB962C8B-B14F-4D97-AF65-F5344CB8AC3E}">
        <p14:creationId xmlns:p14="http://schemas.microsoft.com/office/powerpoint/2010/main" val="3966027250"/>
      </p:ext>
    </p:extLst>
  </p:cSld>
  <p:clrMapOvr>
    <a:masterClrMapping/>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116246805"/>
      </p:ext>
    </p:extLst>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CBE841-3D85-E398-AC91-63A45AFD2513}"/>
              </a:ext>
            </a:extLst>
          </p:cNvPr>
          <p:cNvSpPr txBox="1">
            <a:spLocks noGrp="1"/>
          </p:cNvSpPr>
          <p:nvPr>
            <p:ph type="title"/>
          </p:nvPr>
        </p:nvSpPr>
        <p:spPr>
          <a:xfrm>
            <a:off x="609603" y="273048"/>
            <a:ext cx="4011079" cy="1162046"/>
          </a:xfrm>
        </p:spPr>
        <p:txBody>
          <a:bodyPr anchor="b" anchorCtr="0"/>
          <a:lstStyle>
            <a:lvl1pPr algn="l">
              <a:defRPr sz="2000" b="1"/>
            </a:lvl1pPr>
          </a:lstStyle>
          <a:p>
            <a:pPr lvl="0"/>
            <a:r>
              <a:rPr lang="en-US"/>
              <a:t>Click to edit Master title style</a:t>
            </a:r>
          </a:p>
        </p:txBody>
      </p:sp>
      <p:sp>
        <p:nvSpPr>
          <p:cNvPr id="3" name="Content Placeholder 2">
            <a:extLst>
              <a:ext uri="{FF2B5EF4-FFF2-40B4-BE49-F238E27FC236}">
                <a16:creationId xmlns:a16="http://schemas.microsoft.com/office/drawing/2014/main" id="{99BC1C70-843B-E9CF-0B74-9824E4CA97EF}"/>
              </a:ext>
            </a:extLst>
          </p:cNvPr>
          <p:cNvSpPr txBox="1">
            <a:spLocks noGrp="1"/>
          </p:cNvSpPr>
          <p:nvPr>
            <p:ph idx="1"/>
          </p:nvPr>
        </p:nvSpPr>
        <p:spPr>
          <a:xfrm>
            <a:off x="4766730" y="273048"/>
            <a:ext cx="6815672" cy="5853110"/>
          </a:xfrm>
        </p:spPr>
        <p:txBody>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82E528C-1978-18AC-ECD6-E6EDF8409A23}"/>
              </a:ext>
            </a:extLst>
          </p:cNvPr>
          <p:cNvSpPr txBox="1">
            <a:spLocks noGrp="1"/>
          </p:cNvSpPr>
          <p:nvPr>
            <p:ph type="body" idx="2"/>
          </p:nvPr>
        </p:nvSpPr>
        <p:spPr>
          <a:xfrm>
            <a:off x="609603" y="1435105"/>
            <a:ext cx="4011079" cy="4691064"/>
          </a:xfrm>
        </p:spPr>
        <p:txBody>
          <a:bodyPr/>
          <a:lstStyle>
            <a:lvl1pPr marL="0" indent="0">
              <a:spcBef>
                <a:spcPts val="300"/>
              </a:spcBef>
              <a:buNone/>
              <a:defRPr sz="1400"/>
            </a:lvl1pPr>
          </a:lstStyle>
          <a:p>
            <a:pPr lvl="0"/>
            <a:r>
              <a:rPr lang="en-US"/>
              <a:t>Click to edit Master text styles</a:t>
            </a:r>
          </a:p>
        </p:txBody>
      </p:sp>
    </p:spTree>
    <p:extLst>
      <p:ext uri="{BB962C8B-B14F-4D97-AF65-F5344CB8AC3E}">
        <p14:creationId xmlns:p14="http://schemas.microsoft.com/office/powerpoint/2010/main" val="923769509"/>
      </p:ext>
    </p:extLst>
  </p:cSld>
  <p:clrMapOvr>
    <a:masterClrMapping/>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F20E22-186E-04EB-DC96-C7F137F5153C}"/>
              </a:ext>
            </a:extLst>
          </p:cNvPr>
          <p:cNvSpPr txBox="1">
            <a:spLocks noGrp="1"/>
          </p:cNvSpPr>
          <p:nvPr>
            <p:ph type="title"/>
          </p:nvPr>
        </p:nvSpPr>
        <p:spPr>
          <a:xfrm>
            <a:off x="2389720" y="4800600"/>
            <a:ext cx="7315200" cy="566735"/>
          </a:xfrm>
        </p:spPr>
        <p:txBody>
          <a:bodyPr anchor="b" anchorCtr="0"/>
          <a:lstStyle>
            <a:lvl1pPr algn="l">
              <a:defRPr sz="2000" b="1"/>
            </a:lvl1pPr>
          </a:lstStyle>
          <a:p>
            <a:pPr lvl="0"/>
            <a:r>
              <a:rPr lang="en-US"/>
              <a:t>Click to edit Master title style</a:t>
            </a:r>
          </a:p>
        </p:txBody>
      </p:sp>
      <p:sp>
        <p:nvSpPr>
          <p:cNvPr id="3" name="Picture Placeholder 2">
            <a:extLst>
              <a:ext uri="{FF2B5EF4-FFF2-40B4-BE49-F238E27FC236}">
                <a16:creationId xmlns:a16="http://schemas.microsoft.com/office/drawing/2014/main" id="{B31E461D-F8D9-F0F4-31FF-D616AE1332A2}"/>
              </a:ext>
            </a:extLst>
          </p:cNvPr>
          <p:cNvSpPr txBox="1">
            <a:spLocks noGrp="1"/>
          </p:cNvSpPr>
          <p:nvPr>
            <p:ph type="pic" idx="1"/>
          </p:nvPr>
        </p:nvSpPr>
        <p:spPr>
          <a:xfrm>
            <a:off x="2389720" y="612776"/>
            <a:ext cx="7315200" cy="4114800"/>
          </a:xfrm>
        </p:spPr>
        <p:txBody>
          <a:bodyPr/>
          <a:lstStyle>
            <a:lvl1pPr marL="0" indent="0">
              <a:buNone/>
              <a:defRPr/>
            </a:lvl1pPr>
          </a:lstStyle>
          <a:p>
            <a:pPr lvl="0"/>
            <a:endParaRPr lang="en-US"/>
          </a:p>
        </p:txBody>
      </p:sp>
      <p:sp>
        <p:nvSpPr>
          <p:cNvPr id="4" name="Text Placeholder 3">
            <a:extLst>
              <a:ext uri="{FF2B5EF4-FFF2-40B4-BE49-F238E27FC236}">
                <a16:creationId xmlns:a16="http://schemas.microsoft.com/office/drawing/2014/main" id="{5BB2458D-0CBF-9501-DA6E-EB4E5768761B}"/>
              </a:ext>
            </a:extLst>
          </p:cNvPr>
          <p:cNvSpPr txBox="1">
            <a:spLocks noGrp="1"/>
          </p:cNvSpPr>
          <p:nvPr>
            <p:ph type="body" idx="2"/>
          </p:nvPr>
        </p:nvSpPr>
        <p:spPr>
          <a:xfrm>
            <a:off x="2389720" y="5367335"/>
            <a:ext cx="7315200" cy="804864"/>
          </a:xfrm>
        </p:spPr>
        <p:txBody>
          <a:bodyPr/>
          <a:lstStyle>
            <a:lvl1pPr marL="0" indent="0">
              <a:spcBef>
                <a:spcPts val="300"/>
              </a:spcBef>
              <a:buNone/>
              <a:defRPr sz="1400"/>
            </a:lvl1pPr>
          </a:lstStyle>
          <a:p>
            <a:pPr lvl="0"/>
            <a:r>
              <a:rPr lang="en-US"/>
              <a:t>Click to edit Master text styles</a:t>
            </a:r>
          </a:p>
        </p:txBody>
      </p:sp>
    </p:spTree>
    <p:extLst>
      <p:ext uri="{BB962C8B-B14F-4D97-AF65-F5344CB8AC3E}">
        <p14:creationId xmlns:p14="http://schemas.microsoft.com/office/powerpoint/2010/main" val="419663227"/>
      </p:ext>
    </p:extLst>
  </p:cSld>
  <p:clrMapOvr>
    <a:masterClrMapping/>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65A22C-8BF9-576D-C7CB-D2909D55EED3}"/>
              </a:ext>
            </a:extLst>
          </p:cNvPr>
          <p:cNvSpPr txBox="1">
            <a:spLocks noGrp="1"/>
          </p:cNvSpPr>
          <p:nvPr>
            <p:ph type="title"/>
          </p:nvPr>
        </p:nvSpPr>
        <p:spPr/>
        <p:txBody>
          <a:bodyPr/>
          <a:lstStyle>
            <a:lvl1pPr>
              <a:defRPr/>
            </a:lvl1pPr>
          </a:lstStyle>
          <a:p>
            <a:pPr lvl="0"/>
            <a:r>
              <a:rPr lang="en-US"/>
              <a:t>Click to edit Master title style</a:t>
            </a:r>
          </a:p>
        </p:txBody>
      </p:sp>
      <p:sp>
        <p:nvSpPr>
          <p:cNvPr id="3" name="Vertical Text Placeholder 2">
            <a:extLst>
              <a:ext uri="{FF2B5EF4-FFF2-40B4-BE49-F238E27FC236}">
                <a16:creationId xmlns:a16="http://schemas.microsoft.com/office/drawing/2014/main" id="{1F54C73B-7C24-F600-9C21-B4F1AF72096C}"/>
              </a:ext>
            </a:extLst>
          </p:cNvPr>
          <p:cNvSpPr txBox="1">
            <a:spLocks noGrp="1"/>
          </p:cNvSpPr>
          <p:nvPr>
            <p:ph type="body" orient="vert" idx="1"/>
          </p:nvPr>
        </p:nvSpPr>
        <p:spPr/>
        <p:txBody>
          <a:bodyPr vert="eaVert"/>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356533402"/>
      </p:ext>
    </p:extLst>
  </p:cSld>
  <p:clrMapOvr>
    <a:masterClrMapping/>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CD9E81D-45BD-1469-2436-CE0B6C554BD8}"/>
              </a:ext>
            </a:extLst>
          </p:cNvPr>
          <p:cNvSpPr txBox="1">
            <a:spLocks noGrp="1"/>
          </p:cNvSpPr>
          <p:nvPr>
            <p:ph type="title" orient="vert"/>
          </p:nvPr>
        </p:nvSpPr>
        <p:spPr>
          <a:xfrm>
            <a:off x="8839203" y="274640"/>
            <a:ext cx="2743200" cy="5851529"/>
          </a:xfrm>
        </p:spPr>
        <p:txBody>
          <a:bodyPr vert="eaVert"/>
          <a:lstStyle>
            <a:lvl1pPr>
              <a:defRPr/>
            </a:lvl1pPr>
          </a:lstStyle>
          <a:p>
            <a:pPr lvl="0"/>
            <a:r>
              <a:rPr lang="en-US"/>
              <a:t>Click to edit Master title style</a:t>
            </a:r>
          </a:p>
        </p:txBody>
      </p:sp>
      <p:sp>
        <p:nvSpPr>
          <p:cNvPr id="3" name="Vertical Text Placeholder 2">
            <a:extLst>
              <a:ext uri="{FF2B5EF4-FFF2-40B4-BE49-F238E27FC236}">
                <a16:creationId xmlns:a16="http://schemas.microsoft.com/office/drawing/2014/main" id="{1B42D4A7-4F02-CD87-649F-A6E810AAA1CC}"/>
              </a:ext>
            </a:extLst>
          </p:cNvPr>
          <p:cNvSpPr txBox="1">
            <a:spLocks noGrp="1"/>
          </p:cNvSpPr>
          <p:nvPr>
            <p:ph type="body" orient="vert" idx="1"/>
          </p:nvPr>
        </p:nvSpPr>
        <p:spPr>
          <a:xfrm>
            <a:off x="609603" y="274640"/>
            <a:ext cx="8026402" cy="5851529"/>
          </a:xfrm>
        </p:spPr>
        <p:txBody>
          <a:bodyPr vert="eaVert"/>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31164135"/>
      </p:ext>
    </p:extLst>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showMasterSp="0" preserve="1">
  <p:cSld name="1_Title Slide">
    <p:spTree>
      <p:nvGrpSpPr>
        <p:cNvPr id="1" name=""/>
        <p:cNvGrpSpPr/>
        <p:nvPr/>
      </p:nvGrpSpPr>
      <p:grpSpPr>
        <a:xfrm>
          <a:off x="0" y="0"/>
          <a:ext cx="0" cy="0"/>
          <a:chOff x="0" y="0"/>
          <a:chExt cx="0" cy="0"/>
        </a:xfrm>
      </p:grpSpPr>
      <p:sp>
        <p:nvSpPr>
          <p:cNvPr id="2" name="Freeform 5">
            <a:extLst>
              <a:ext uri="{FF2B5EF4-FFF2-40B4-BE49-F238E27FC236}">
                <a16:creationId xmlns:a16="http://schemas.microsoft.com/office/drawing/2014/main" id="{65E47FBA-8F3D-E2D7-86B5-096785FDB1E2}"/>
              </a:ext>
            </a:extLst>
          </p:cNvPr>
          <p:cNvSpPr/>
          <p:nvPr/>
        </p:nvSpPr>
        <p:spPr>
          <a:xfrm>
            <a:off x="-1591" y="0"/>
            <a:ext cx="9312277" cy="6858000"/>
          </a:xfrm>
          <a:custGeom>
            <a:avLst/>
            <a:gdLst>
              <a:gd name="f0" fmla="val 10800000"/>
              <a:gd name="f1" fmla="val 5400000"/>
              <a:gd name="f2" fmla="val 180"/>
              <a:gd name="f3" fmla="val w"/>
              <a:gd name="f4" fmla="val h"/>
              <a:gd name="f5" fmla="val 0"/>
              <a:gd name="f6" fmla="val 5867"/>
              <a:gd name="f7" fmla="val 4320"/>
              <a:gd name="f8" fmla="val 3187"/>
              <a:gd name="f9" fmla="val 3717"/>
              <a:gd name="f10" fmla="val 3993"/>
              <a:gd name="f11" fmla="val 4197"/>
              <a:gd name="f12" fmla="val 3574"/>
              <a:gd name="f13" fmla="val 4630"/>
              <a:gd name="f14" fmla="val 3063"/>
              <a:gd name="f15" fmla="val 5097"/>
              <a:gd name="f16" fmla="val 2509"/>
              <a:gd name="f17" fmla="val 5447"/>
              <a:gd name="f18" fmla="val 1824"/>
              <a:gd name="f19" fmla="val 5669"/>
              <a:gd name="f20" fmla="val 1003"/>
              <a:gd name="f21" fmla="val 5752"/>
              <a:gd name="f22" fmla="val 692"/>
              <a:gd name="f23" fmla="val 5818"/>
              <a:gd name="f24" fmla="val 357"/>
              <a:gd name="f25" fmla="+- 0 0 -90"/>
              <a:gd name="f26" fmla="*/ f3 1 5867"/>
              <a:gd name="f27" fmla="*/ f4 1 4320"/>
              <a:gd name="f28" fmla="val f5"/>
              <a:gd name="f29" fmla="val f6"/>
              <a:gd name="f30" fmla="val f7"/>
              <a:gd name="f31" fmla="*/ f25 f0 1"/>
              <a:gd name="f32" fmla="+- f30 0 f28"/>
              <a:gd name="f33" fmla="+- f29 0 f28"/>
              <a:gd name="f34" fmla="*/ f31 1 f2"/>
              <a:gd name="f35" fmla="*/ f33 1 5867"/>
              <a:gd name="f36" fmla="*/ f32 1 4320"/>
              <a:gd name="f37" fmla="*/ 0 f33 1"/>
              <a:gd name="f38" fmla="*/ 0 f32 1"/>
              <a:gd name="f39" fmla="*/ 4320 f32 1"/>
              <a:gd name="f40" fmla="*/ 3187 f33 1"/>
              <a:gd name="f41" fmla="*/ 4630 f33 1"/>
              <a:gd name="f42" fmla="*/ 3063 f32 1"/>
              <a:gd name="f43" fmla="*/ 5669 f33 1"/>
              <a:gd name="f44" fmla="*/ 1003 f32 1"/>
              <a:gd name="f45" fmla="*/ 5867 f33 1"/>
              <a:gd name="f46" fmla="+- f34 0 f1"/>
              <a:gd name="f47" fmla="*/ f37 1 5867"/>
              <a:gd name="f48" fmla="*/ f38 1 4320"/>
              <a:gd name="f49" fmla="*/ f39 1 4320"/>
              <a:gd name="f50" fmla="*/ f40 1 5867"/>
              <a:gd name="f51" fmla="*/ f41 1 5867"/>
              <a:gd name="f52" fmla="*/ f42 1 4320"/>
              <a:gd name="f53" fmla="*/ f43 1 5867"/>
              <a:gd name="f54" fmla="*/ f44 1 4320"/>
              <a:gd name="f55" fmla="*/ f45 1 5867"/>
              <a:gd name="f56" fmla="*/ 0 1 f35"/>
              <a:gd name="f57" fmla="*/ f29 1 f35"/>
              <a:gd name="f58" fmla="*/ 0 1 f36"/>
              <a:gd name="f59" fmla="*/ f30 1 f36"/>
              <a:gd name="f60" fmla="*/ f47 1 f35"/>
              <a:gd name="f61" fmla="*/ f48 1 f36"/>
              <a:gd name="f62" fmla="*/ f49 1 f36"/>
              <a:gd name="f63" fmla="*/ f50 1 f35"/>
              <a:gd name="f64" fmla="*/ f51 1 f35"/>
              <a:gd name="f65" fmla="*/ f52 1 f36"/>
              <a:gd name="f66" fmla="*/ f53 1 f35"/>
              <a:gd name="f67" fmla="*/ f54 1 f36"/>
              <a:gd name="f68" fmla="*/ f55 1 f35"/>
              <a:gd name="f69" fmla="*/ f56 f26 1"/>
              <a:gd name="f70" fmla="*/ f57 f26 1"/>
              <a:gd name="f71" fmla="*/ f59 f27 1"/>
              <a:gd name="f72" fmla="*/ f58 f27 1"/>
              <a:gd name="f73" fmla="*/ f60 f26 1"/>
              <a:gd name="f74" fmla="*/ f61 f27 1"/>
              <a:gd name="f75" fmla="*/ f62 f27 1"/>
              <a:gd name="f76" fmla="*/ f63 f26 1"/>
              <a:gd name="f77" fmla="*/ f64 f26 1"/>
              <a:gd name="f78" fmla="*/ f65 f27 1"/>
              <a:gd name="f79" fmla="*/ f66 f26 1"/>
              <a:gd name="f80" fmla="*/ f67 f27 1"/>
              <a:gd name="f81" fmla="*/ f68 f26 1"/>
            </a:gdLst>
            <a:ahLst/>
            <a:cxnLst>
              <a:cxn ang="3cd4">
                <a:pos x="hc" y="t"/>
              </a:cxn>
              <a:cxn ang="0">
                <a:pos x="r" y="vc"/>
              </a:cxn>
              <a:cxn ang="cd4">
                <a:pos x="hc" y="b"/>
              </a:cxn>
              <a:cxn ang="cd2">
                <a:pos x="l" y="vc"/>
              </a:cxn>
              <a:cxn ang="f46">
                <a:pos x="f73" y="f74"/>
              </a:cxn>
              <a:cxn ang="f46">
                <a:pos x="f73" y="f75"/>
              </a:cxn>
              <a:cxn ang="f46">
                <a:pos x="f76" y="f75"/>
              </a:cxn>
              <a:cxn ang="f46">
                <a:pos x="f77" y="f78"/>
              </a:cxn>
              <a:cxn ang="f46">
                <a:pos x="f79" y="f80"/>
              </a:cxn>
              <a:cxn ang="f46">
                <a:pos x="f81" y="f74"/>
              </a:cxn>
              <a:cxn ang="f46">
                <a:pos x="f73" y="f74"/>
              </a:cxn>
            </a:cxnLst>
            <a:rect l="f69" t="f72" r="f70" b="f71"/>
            <a:pathLst>
              <a:path w="5867" h="4320">
                <a:moveTo>
                  <a:pt x="f5" y="f5"/>
                </a:moveTo>
                <a:cubicBezTo>
                  <a:pt x="f5" y="f7"/>
                  <a:pt x="f5" y="f7"/>
                  <a:pt x="f5" y="f7"/>
                </a:cubicBezTo>
                <a:cubicBezTo>
                  <a:pt x="f8" y="f7"/>
                  <a:pt x="f8" y="f7"/>
                  <a:pt x="f8" y="f7"/>
                </a:cubicBezTo>
                <a:cubicBezTo>
                  <a:pt x="f9" y="f10"/>
                  <a:pt x="f11" y="f12"/>
                  <a:pt x="f13" y="f14"/>
                </a:cubicBezTo>
                <a:cubicBezTo>
                  <a:pt x="f15" y="f16"/>
                  <a:pt x="f17" y="f18"/>
                  <a:pt x="f19" y="f20"/>
                </a:cubicBezTo>
                <a:cubicBezTo>
                  <a:pt x="f21" y="f22"/>
                  <a:pt x="f23" y="f24"/>
                  <a:pt x="f6" y="f5"/>
                </a:cubicBezTo>
                <a:lnTo>
                  <a:pt x="f5" y="f5"/>
                </a:lnTo>
                <a:close/>
              </a:path>
            </a:pathLst>
          </a:custGeom>
          <a:solidFill>
            <a:srgbClr val="00667D"/>
          </a:solidFill>
          <a:ln cap="flat">
            <a:noFill/>
            <a:prstDash val="solid"/>
          </a:ln>
        </p:spPr>
        <p:txBody>
          <a:bodyPr vert="horz" wrap="square" lIns="85587" tIns="42793" rIns="85587" bIns="42793"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IE" sz="2160" b="0" i="0" u="none" strike="noStrike" kern="1200" cap="none" spc="0" baseline="0">
              <a:solidFill>
                <a:srgbClr val="000000"/>
              </a:solidFill>
              <a:uFillTx/>
              <a:latin typeface="Calibri"/>
            </a:endParaRPr>
          </a:p>
        </p:txBody>
      </p:sp>
    </p:spTree>
    <p:extLst>
      <p:ext uri="{BB962C8B-B14F-4D97-AF65-F5344CB8AC3E}">
        <p14:creationId xmlns:p14="http://schemas.microsoft.com/office/powerpoint/2010/main" val="2739859137"/>
      </p:ext>
    </p:extLst>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1410DACD-8814-0719-1B69-9449D528892C}"/>
              </a:ext>
            </a:extLst>
          </p:cNvPr>
          <p:cNvSpPr txBox="1"/>
          <p:nvPr userDrawn="1"/>
        </p:nvSpPr>
        <p:spPr>
          <a:xfrm>
            <a:off x="0" y="0"/>
            <a:ext cx="12192000" cy="707886"/>
          </a:xfrm>
          <a:prstGeom prst="rect">
            <a:avLst/>
          </a:prstGeom>
          <a:solidFill>
            <a:srgbClr val="0070C0"/>
          </a:solidFill>
        </p:spPr>
        <p:txBody>
          <a:bodyPr wrap="square" rtlCol="0">
            <a:spAutoFit/>
          </a:bodyPr>
          <a:lstStyle/>
          <a:p>
            <a:endParaRPr lang="en-GB" sz="4000" b="1" dirty="0">
              <a:solidFill>
                <a:schemeClr val="bg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518140549"/>
      </p:ext>
    </p:extLst>
  </p:cSld>
  <p:clrMapOvr>
    <a:masterClrMapping/>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F9B3DB-352F-706E-8396-0711973F3FA6}"/>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3CE9CEE-9788-9CFC-0336-41C2CB07714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D4E4505C-8BFE-C23C-2BE8-8711C164B9E0}"/>
              </a:ext>
            </a:extLst>
          </p:cNvPr>
          <p:cNvSpPr>
            <a:spLocks noGrp="1"/>
          </p:cNvSpPr>
          <p:nvPr>
            <p:ph type="dt" sz="half" idx="10"/>
          </p:nvPr>
        </p:nvSpPr>
        <p:spPr/>
        <p:txBody>
          <a:bodyPr/>
          <a:lstStyle/>
          <a:p>
            <a:endParaRPr lang="en-GB" dirty="0"/>
          </a:p>
        </p:txBody>
      </p:sp>
      <p:sp>
        <p:nvSpPr>
          <p:cNvPr id="5" name="Footer Placeholder 4">
            <a:extLst>
              <a:ext uri="{FF2B5EF4-FFF2-40B4-BE49-F238E27FC236}">
                <a16:creationId xmlns:a16="http://schemas.microsoft.com/office/drawing/2014/main" id="{500CA3FC-B7B5-E571-025A-6EDC9BF2FE8E}"/>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53013495-7196-BF3A-8E94-4A35AF04424E}"/>
              </a:ext>
            </a:extLst>
          </p:cNvPr>
          <p:cNvSpPr>
            <a:spLocks noGrp="1"/>
          </p:cNvSpPr>
          <p:nvPr>
            <p:ph type="sldNum" sz="quarter" idx="12"/>
          </p:nvPr>
        </p:nvSpPr>
        <p:spPr/>
        <p:txBody>
          <a:bodyPr/>
          <a:lstStyle/>
          <a:p>
            <a:fld id="{A543E3C9-646C-4166-9BF4-CF049967B668}" type="slidenum">
              <a:rPr lang="en-GB" smtClean="0"/>
              <a:t>‹#›</a:t>
            </a:fld>
            <a:endParaRPr lang="en-GB" dirty="0"/>
          </a:p>
        </p:txBody>
      </p:sp>
    </p:spTree>
    <p:extLst>
      <p:ext uri="{BB962C8B-B14F-4D97-AF65-F5344CB8AC3E}">
        <p14:creationId xmlns:p14="http://schemas.microsoft.com/office/powerpoint/2010/main" val="1821354641"/>
      </p:ext>
    </p:extLst>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0C883E-B324-7614-E832-C8FA2D5A5EB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739B83D1-CFEB-F699-FF61-2316C10D9A9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03B53EF-1B82-5CE0-D770-2336D95766A0}"/>
              </a:ext>
            </a:extLst>
          </p:cNvPr>
          <p:cNvSpPr>
            <a:spLocks noGrp="1"/>
          </p:cNvSpPr>
          <p:nvPr>
            <p:ph type="dt" sz="half" idx="10"/>
          </p:nvPr>
        </p:nvSpPr>
        <p:spPr/>
        <p:txBody>
          <a:bodyPr/>
          <a:lstStyle/>
          <a:p>
            <a:endParaRPr lang="en-GB" dirty="0"/>
          </a:p>
        </p:txBody>
      </p:sp>
      <p:sp>
        <p:nvSpPr>
          <p:cNvPr id="5" name="Footer Placeholder 4">
            <a:extLst>
              <a:ext uri="{FF2B5EF4-FFF2-40B4-BE49-F238E27FC236}">
                <a16:creationId xmlns:a16="http://schemas.microsoft.com/office/drawing/2014/main" id="{72DD1C29-FB7A-BB28-E384-E661FFB5528B}"/>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E3A6A9A7-1A6F-0DEF-01C0-8B7B83A4C893}"/>
              </a:ext>
            </a:extLst>
          </p:cNvPr>
          <p:cNvSpPr>
            <a:spLocks noGrp="1"/>
          </p:cNvSpPr>
          <p:nvPr>
            <p:ph type="sldNum" sz="quarter" idx="12"/>
          </p:nvPr>
        </p:nvSpPr>
        <p:spPr/>
        <p:txBody>
          <a:bodyPr/>
          <a:lstStyle/>
          <a:p>
            <a:fld id="{A543E3C9-646C-4166-9BF4-CF049967B668}" type="slidenum">
              <a:rPr lang="en-GB" smtClean="0"/>
              <a:t>‹#›</a:t>
            </a:fld>
            <a:endParaRPr lang="en-GB" dirty="0"/>
          </a:p>
        </p:txBody>
      </p:sp>
    </p:spTree>
    <p:extLst>
      <p:ext uri="{BB962C8B-B14F-4D97-AF65-F5344CB8AC3E}">
        <p14:creationId xmlns:p14="http://schemas.microsoft.com/office/powerpoint/2010/main" val="3821333262"/>
      </p:ext>
    </p:extLst>
  </p:cSld>
  <p:clrMapOvr>
    <a:masterClrMapping/>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652047-70A9-2D03-B647-5755581C36D9}"/>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6AFD41D4-1C56-BDF8-CE04-C033D2CD35C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4A2F20ED-6B10-8F9B-AE53-52CD7841A7F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ECFD7184-18A0-6EC7-844C-686E30267BE8}"/>
              </a:ext>
            </a:extLst>
          </p:cNvPr>
          <p:cNvSpPr>
            <a:spLocks noGrp="1"/>
          </p:cNvSpPr>
          <p:nvPr>
            <p:ph type="dt" sz="half" idx="10"/>
          </p:nvPr>
        </p:nvSpPr>
        <p:spPr/>
        <p:txBody>
          <a:bodyPr/>
          <a:lstStyle/>
          <a:p>
            <a:endParaRPr lang="en-GB" dirty="0"/>
          </a:p>
        </p:txBody>
      </p:sp>
      <p:sp>
        <p:nvSpPr>
          <p:cNvPr id="6" name="Footer Placeholder 5">
            <a:extLst>
              <a:ext uri="{FF2B5EF4-FFF2-40B4-BE49-F238E27FC236}">
                <a16:creationId xmlns:a16="http://schemas.microsoft.com/office/drawing/2014/main" id="{5B5511A2-4C74-9DA0-018F-0C795015BD62}"/>
              </a:ext>
            </a:extLst>
          </p:cNvPr>
          <p:cNvSpPr>
            <a:spLocks noGrp="1"/>
          </p:cNvSpPr>
          <p:nvPr>
            <p:ph type="ftr" sz="quarter" idx="11"/>
          </p:nvPr>
        </p:nvSpPr>
        <p:spPr/>
        <p:txBody>
          <a:bodyPr/>
          <a:lstStyle/>
          <a:p>
            <a:endParaRPr lang="en-GB" dirty="0"/>
          </a:p>
        </p:txBody>
      </p:sp>
      <p:sp>
        <p:nvSpPr>
          <p:cNvPr id="7" name="Slide Number Placeholder 6">
            <a:extLst>
              <a:ext uri="{FF2B5EF4-FFF2-40B4-BE49-F238E27FC236}">
                <a16:creationId xmlns:a16="http://schemas.microsoft.com/office/drawing/2014/main" id="{EA253FAE-C6F5-C793-AD81-1CA00D35F2EB}"/>
              </a:ext>
            </a:extLst>
          </p:cNvPr>
          <p:cNvSpPr>
            <a:spLocks noGrp="1"/>
          </p:cNvSpPr>
          <p:nvPr>
            <p:ph type="sldNum" sz="quarter" idx="12"/>
          </p:nvPr>
        </p:nvSpPr>
        <p:spPr/>
        <p:txBody>
          <a:bodyPr/>
          <a:lstStyle/>
          <a:p>
            <a:fld id="{A543E3C9-646C-4166-9BF4-CF049967B668}" type="slidenum">
              <a:rPr lang="en-GB" smtClean="0"/>
              <a:t>‹#›</a:t>
            </a:fld>
            <a:endParaRPr lang="en-GB" dirty="0"/>
          </a:p>
        </p:txBody>
      </p:sp>
    </p:spTree>
    <p:extLst>
      <p:ext uri="{BB962C8B-B14F-4D97-AF65-F5344CB8AC3E}">
        <p14:creationId xmlns:p14="http://schemas.microsoft.com/office/powerpoint/2010/main" val="2361787985"/>
      </p:ext>
    </p:extLst>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2A29F0-653F-18E0-7165-5BA5CBD70B8E}"/>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DD3531B5-C7D5-3028-F0DE-22D69F8F49C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A93AE1F-7338-7490-95D4-33B43B8D0D3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8059247F-082A-4DFF-738D-532D8974788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33DC79B-5F2E-88CD-B76C-26C869E5AA7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BFC74FD9-C453-092D-9379-790EB54BB950}"/>
              </a:ext>
            </a:extLst>
          </p:cNvPr>
          <p:cNvSpPr>
            <a:spLocks noGrp="1"/>
          </p:cNvSpPr>
          <p:nvPr>
            <p:ph type="dt" sz="half" idx="10"/>
          </p:nvPr>
        </p:nvSpPr>
        <p:spPr/>
        <p:txBody>
          <a:bodyPr/>
          <a:lstStyle/>
          <a:p>
            <a:endParaRPr lang="en-GB" dirty="0"/>
          </a:p>
        </p:txBody>
      </p:sp>
      <p:sp>
        <p:nvSpPr>
          <p:cNvPr id="8" name="Footer Placeholder 7">
            <a:extLst>
              <a:ext uri="{FF2B5EF4-FFF2-40B4-BE49-F238E27FC236}">
                <a16:creationId xmlns:a16="http://schemas.microsoft.com/office/drawing/2014/main" id="{87FE4956-089C-EEE1-ED87-881BAC043558}"/>
              </a:ext>
            </a:extLst>
          </p:cNvPr>
          <p:cNvSpPr>
            <a:spLocks noGrp="1"/>
          </p:cNvSpPr>
          <p:nvPr>
            <p:ph type="ftr" sz="quarter" idx="11"/>
          </p:nvPr>
        </p:nvSpPr>
        <p:spPr/>
        <p:txBody>
          <a:bodyPr/>
          <a:lstStyle/>
          <a:p>
            <a:endParaRPr lang="en-GB" dirty="0"/>
          </a:p>
        </p:txBody>
      </p:sp>
      <p:sp>
        <p:nvSpPr>
          <p:cNvPr id="9" name="Slide Number Placeholder 8">
            <a:extLst>
              <a:ext uri="{FF2B5EF4-FFF2-40B4-BE49-F238E27FC236}">
                <a16:creationId xmlns:a16="http://schemas.microsoft.com/office/drawing/2014/main" id="{DC61FA7B-C31E-8DD6-BE30-38EFB4E904C8}"/>
              </a:ext>
            </a:extLst>
          </p:cNvPr>
          <p:cNvSpPr>
            <a:spLocks noGrp="1"/>
          </p:cNvSpPr>
          <p:nvPr>
            <p:ph type="sldNum" sz="quarter" idx="12"/>
          </p:nvPr>
        </p:nvSpPr>
        <p:spPr/>
        <p:txBody>
          <a:bodyPr/>
          <a:lstStyle/>
          <a:p>
            <a:fld id="{A543E3C9-646C-4166-9BF4-CF049967B668}" type="slidenum">
              <a:rPr lang="en-GB" smtClean="0"/>
              <a:t>‹#›</a:t>
            </a:fld>
            <a:endParaRPr lang="en-GB" dirty="0"/>
          </a:p>
        </p:txBody>
      </p:sp>
    </p:spTree>
    <p:extLst>
      <p:ext uri="{BB962C8B-B14F-4D97-AF65-F5344CB8AC3E}">
        <p14:creationId xmlns:p14="http://schemas.microsoft.com/office/powerpoint/2010/main" val="1115722873"/>
      </p:ext>
    </p:extLst>
  </p:cSld>
  <p:clrMapOvr>
    <a:masterClrMapping/>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1EFEC7-FF5F-613C-8EB4-03C7D28FBC23}"/>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5BFC07DA-2C83-3C92-FD27-8C2CBFCAC2A9}"/>
              </a:ext>
            </a:extLst>
          </p:cNvPr>
          <p:cNvSpPr>
            <a:spLocks noGrp="1"/>
          </p:cNvSpPr>
          <p:nvPr>
            <p:ph type="dt" sz="half" idx="10"/>
          </p:nvPr>
        </p:nvSpPr>
        <p:spPr/>
        <p:txBody>
          <a:bodyPr/>
          <a:lstStyle/>
          <a:p>
            <a:endParaRPr lang="en-GB" dirty="0"/>
          </a:p>
        </p:txBody>
      </p:sp>
      <p:sp>
        <p:nvSpPr>
          <p:cNvPr id="4" name="Footer Placeholder 3">
            <a:extLst>
              <a:ext uri="{FF2B5EF4-FFF2-40B4-BE49-F238E27FC236}">
                <a16:creationId xmlns:a16="http://schemas.microsoft.com/office/drawing/2014/main" id="{590AE1B4-7E6D-3D72-9F28-4F589DB42DA7}"/>
              </a:ext>
            </a:extLst>
          </p:cNvPr>
          <p:cNvSpPr>
            <a:spLocks noGrp="1"/>
          </p:cNvSpPr>
          <p:nvPr>
            <p:ph type="ftr" sz="quarter" idx="11"/>
          </p:nvPr>
        </p:nvSpPr>
        <p:spPr/>
        <p:txBody>
          <a:bodyPr/>
          <a:lstStyle/>
          <a:p>
            <a:endParaRPr lang="en-GB" dirty="0"/>
          </a:p>
        </p:txBody>
      </p:sp>
      <p:sp>
        <p:nvSpPr>
          <p:cNvPr id="5" name="Slide Number Placeholder 4">
            <a:extLst>
              <a:ext uri="{FF2B5EF4-FFF2-40B4-BE49-F238E27FC236}">
                <a16:creationId xmlns:a16="http://schemas.microsoft.com/office/drawing/2014/main" id="{231D5769-5FED-8793-7595-C4E0663676CA}"/>
              </a:ext>
            </a:extLst>
          </p:cNvPr>
          <p:cNvSpPr>
            <a:spLocks noGrp="1"/>
          </p:cNvSpPr>
          <p:nvPr>
            <p:ph type="sldNum" sz="quarter" idx="12"/>
          </p:nvPr>
        </p:nvSpPr>
        <p:spPr/>
        <p:txBody>
          <a:bodyPr/>
          <a:lstStyle/>
          <a:p>
            <a:fld id="{A543E3C9-646C-4166-9BF4-CF049967B668}" type="slidenum">
              <a:rPr lang="en-GB" smtClean="0"/>
              <a:t>‹#›</a:t>
            </a:fld>
            <a:endParaRPr lang="en-GB" dirty="0"/>
          </a:p>
        </p:txBody>
      </p:sp>
    </p:spTree>
    <p:extLst>
      <p:ext uri="{BB962C8B-B14F-4D97-AF65-F5344CB8AC3E}">
        <p14:creationId xmlns:p14="http://schemas.microsoft.com/office/powerpoint/2010/main" val="2418619314"/>
      </p:ext>
    </p:extLst>
  </p:cSld>
  <p:clrMapOvr>
    <a:masterClrMapping/>
  </p:clrMapOvr>
</p:sldLayout>
</file>

<file path=ppt/slideLayouts/slideLayout12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C05C7F6-48E4-6E5F-449C-B03F87DBD6DB}"/>
              </a:ext>
            </a:extLst>
          </p:cNvPr>
          <p:cNvSpPr>
            <a:spLocks noGrp="1"/>
          </p:cNvSpPr>
          <p:nvPr>
            <p:ph type="dt" sz="half" idx="10"/>
          </p:nvPr>
        </p:nvSpPr>
        <p:spPr/>
        <p:txBody>
          <a:bodyPr/>
          <a:lstStyle/>
          <a:p>
            <a:endParaRPr lang="en-GB" dirty="0"/>
          </a:p>
        </p:txBody>
      </p:sp>
      <p:sp>
        <p:nvSpPr>
          <p:cNvPr id="3" name="Footer Placeholder 2">
            <a:extLst>
              <a:ext uri="{FF2B5EF4-FFF2-40B4-BE49-F238E27FC236}">
                <a16:creationId xmlns:a16="http://schemas.microsoft.com/office/drawing/2014/main" id="{2A61A2DD-00B4-3FB2-E6AF-B353EED32B13}"/>
              </a:ext>
            </a:extLst>
          </p:cNvPr>
          <p:cNvSpPr>
            <a:spLocks noGrp="1"/>
          </p:cNvSpPr>
          <p:nvPr>
            <p:ph type="ftr" sz="quarter" idx="11"/>
          </p:nvPr>
        </p:nvSpPr>
        <p:spPr/>
        <p:txBody>
          <a:bodyPr/>
          <a:lstStyle/>
          <a:p>
            <a:endParaRPr lang="en-GB" dirty="0"/>
          </a:p>
        </p:txBody>
      </p:sp>
      <p:sp>
        <p:nvSpPr>
          <p:cNvPr id="4" name="Slide Number Placeholder 3">
            <a:extLst>
              <a:ext uri="{FF2B5EF4-FFF2-40B4-BE49-F238E27FC236}">
                <a16:creationId xmlns:a16="http://schemas.microsoft.com/office/drawing/2014/main" id="{EAFDF081-2407-6DEE-130A-E934151FD538}"/>
              </a:ext>
            </a:extLst>
          </p:cNvPr>
          <p:cNvSpPr>
            <a:spLocks noGrp="1"/>
          </p:cNvSpPr>
          <p:nvPr>
            <p:ph type="sldNum" sz="quarter" idx="12"/>
          </p:nvPr>
        </p:nvSpPr>
        <p:spPr/>
        <p:txBody>
          <a:bodyPr/>
          <a:lstStyle/>
          <a:p>
            <a:fld id="{A543E3C9-646C-4166-9BF4-CF049967B668}" type="slidenum">
              <a:rPr lang="en-GB" smtClean="0"/>
              <a:t>‹#›</a:t>
            </a:fld>
            <a:endParaRPr lang="en-GB" dirty="0"/>
          </a:p>
        </p:txBody>
      </p:sp>
    </p:spTree>
    <p:extLst>
      <p:ext uri="{BB962C8B-B14F-4D97-AF65-F5344CB8AC3E}">
        <p14:creationId xmlns:p14="http://schemas.microsoft.com/office/powerpoint/2010/main" val="1614097625"/>
      </p:ext>
    </p:extLst>
  </p:cSld>
  <p:clrMapOvr>
    <a:masterClrMapping/>
  </p:clrMapOvr>
</p:sldLayout>
</file>

<file path=ppt/slideLayouts/slideLayout12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867CFD-9EDB-36E2-FCBA-EE29ACA3A5B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21902714-CC7D-A7DB-195D-7D2A345695D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49E1C133-6122-3853-524C-1458A27EDC5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C6CC213-218B-DDB2-F22F-BDE4BC501A1E}"/>
              </a:ext>
            </a:extLst>
          </p:cNvPr>
          <p:cNvSpPr>
            <a:spLocks noGrp="1"/>
          </p:cNvSpPr>
          <p:nvPr>
            <p:ph type="dt" sz="half" idx="10"/>
          </p:nvPr>
        </p:nvSpPr>
        <p:spPr/>
        <p:txBody>
          <a:bodyPr/>
          <a:lstStyle/>
          <a:p>
            <a:endParaRPr lang="en-GB" dirty="0"/>
          </a:p>
        </p:txBody>
      </p:sp>
      <p:sp>
        <p:nvSpPr>
          <p:cNvPr id="6" name="Footer Placeholder 5">
            <a:extLst>
              <a:ext uri="{FF2B5EF4-FFF2-40B4-BE49-F238E27FC236}">
                <a16:creationId xmlns:a16="http://schemas.microsoft.com/office/drawing/2014/main" id="{E8364279-F92D-0D8A-0360-CE20484CEC09}"/>
              </a:ext>
            </a:extLst>
          </p:cNvPr>
          <p:cNvSpPr>
            <a:spLocks noGrp="1"/>
          </p:cNvSpPr>
          <p:nvPr>
            <p:ph type="ftr" sz="quarter" idx="11"/>
          </p:nvPr>
        </p:nvSpPr>
        <p:spPr/>
        <p:txBody>
          <a:bodyPr/>
          <a:lstStyle/>
          <a:p>
            <a:endParaRPr lang="en-GB" dirty="0"/>
          </a:p>
        </p:txBody>
      </p:sp>
      <p:sp>
        <p:nvSpPr>
          <p:cNvPr id="7" name="Slide Number Placeholder 6">
            <a:extLst>
              <a:ext uri="{FF2B5EF4-FFF2-40B4-BE49-F238E27FC236}">
                <a16:creationId xmlns:a16="http://schemas.microsoft.com/office/drawing/2014/main" id="{3FB332DB-71CF-DB6A-F8B6-9852B35F6FE4}"/>
              </a:ext>
            </a:extLst>
          </p:cNvPr>
          <p:cNvSpPr>
            <a:spLocks noGrp="1"/>
          </p:cNvSpPr>
          <p:nvPr>
            <p:ph type="sldNum" sz="quarter" idx="12"/>
          </p:nvPr>
        </p:nvSpPr>
        <p:spPr/>
        <p:txBody>
          <a:bodyPr/>
          <a:lstStyle/>
          <a:p>
            <a:fld id="{A543E3C9-646C-4166-9BF4-CF049967B668}" type="slidenum">
              <a:rPr lang="en-GB" smtClean="0"/>
              <a:t>‹#›</a:t>
            </a:fld>
            <a:endParaRPr lang="en-GB" dirty="0"/>
          </a:p>
        </p:txBody>
      </p:sp>
    </p:spTree>
    <p:extLst>
      <p:ext uri="{BB962C8B-B14F-4D97-AF65-F5344CB8AC3E}">
        <p14:creationId xmlns:p14="http://schemas.microsoft.com/office/powerpoint/2010/main" val="496061411"/>
      </p:ext>
    </p:extLst>
  </p:cSld>
  <p:clrMapOvr>
    <a:masterClrMapping/>
  </p:clrMapOvr>
</p:sldLayout>
</file>

<file path=ppt/slideLayouts/slideLayout12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39EE78-AB8B-956C-3C03-ADF39349442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0D7CD64F-E49D-6173-6DE6-ABF43C437A7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dirty="0"/>
          </a:p>
        </p:txBody>
      </p:sp>
      <p:sp>
        <p:nvSpPr>
          <p:cNvPr id="4" name="Text Placeholder 3">
            <a:extLst>
              <a:ext uri="{FF2B5EF4-FFF2-40B4-BE49-F238E27FC236}">
                <a16:creationId xmlns:a16="http://schemas.microsoft.com/office/drawing/2014/main" id="{5B74FFCF-DFE5-7E94-53DF-C626B0B8AD3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E2489CA-698D-AC35-07C6-A26CF27E5377}"/>
              </a:ext>
            </a:extLst>
          </p:cNvPr>
          <p:cNvSpPr>
            <a:spLocks noGrp="1"/>
          </p:cNvSpPr>
          <p:nvPr>
            <p:ph type="dt" sz="half" idx="10"/>
          </p:nvPr>
        </p:nvSpPr>
        <p:spPr/>
        <p:txBody>
          <a:bodyPr/>
          <a:lstStyle/>
          <a:p>
            <a:endParaRPr lang="en-GB" dirty="0"/>
          </a:p>
        </p:txBody>
      </p:sp>
      <p:sp>
        <p:nvSpPr>
          <p:cNvPr id="6" name="Footer Placeholder 5">
            <a:extLst>
              <a:ext uri="{FF2B5EF4-FFF2-40B4-BE49-F238E27FC236}">
                <a16:creationId xmlns:a16="http://schemas.microsoft.com/office/drawing/2014/main" id="{6C343135-74F2-4FFE-96BB-ED357421E6C7}"/>
              </a:ext>
            </a:extLst>
          </p:cNvPr>
          <p:cNvSpPr>
            <a:spLocks noGrp="1"/>
          </p:cNvSpPr>
          <p:nvPr>
            <p:ph type="ftr" sz="quarter" idx="11"/>
          </p:nvPr>
        </p:nvSpPr>
        <p:spPr/>
        <p:txBody>
          <a:bodyPr/>
          <a:lstStyle/>
          <a:p>
            <a:endParaRPr lang="en-GB" dirty="0"/>
          </a:p>
        </p:txBody>
      </p:sp>
      <p:sp>
        <p:nvSpPr>
          <p:cNvPr id="7" name="Slide Number Placeholder 6">
            <a:extLst>
              <a:ext uri="{FF2B5EF4-FFF2-40B4-BE49-F238E27FC236}">
                <a16:creationId xmlns:a16="http://schemas.microsoft.com/office/drawing/2014/main" id="{A72BCDAC-B253-7FC6-1E11-7C77EB46DD10}"/>
              </a:ext>
            </a:extLst>
          </p:cNvPr>
          <p:cNvSpPr>
            <a:spLocks noGrp="1"/>
          </p:cNvSpPr>
          <p:nvPr>
            <p:ph type="sldNum" sz="quarter" idx="12"/>
          </p:nvPr>
        </p:nvSpPr>
        <p:spPr/>
        <p:txBody>
          <a:bodyPr/>
          <a:lstStyle/>
          <a:p>
            <a:fld id="{A543E3C9-646C-4166-9BF4-CF049967B668}" type="slidenum">
              <a:rPr lang="en-GB" smtClean="0"/>
              <a:t>‹#›</a:t>
            </a:fld>
            <a:endParaRPr lang="en-GB" dirty="0"/>
          </a:p>
        </p:txBody>
      </p:sp>
    </p:spTree>
    <p:extLst>
      <p:ext uri="{BB962C8B-B14F-4D97-AF65-F5344CB8AC3E}">
        <p14:creationId xmlns:p14="http://schemas.microsoft.com/office/powerpoint/2010/main" val="3235746133"/>
      </p:ext>
    </p:extLst>
  </p:cSld>
  <p:clrMapOvr>
    <a:masterClrMapping/>
  </p:clrMapOvr>
</p:sldLayout>
</file>

<file path=ppt/slideLayouts/slideLayout12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9D9922-FA9D-383D-A19C-1670E04BF660}"/>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78710FFC-07BA-368E-8BEF-5F9AD4558E3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4AEFD48-A5EE-EB7B-2461-575DDF3EF31B}"/>
              </a:ext>
            </a:extLst>
          </p:cNvPr>
          <p:cNvSpPr>
            <a:spLocks noGrp="1"/>
          </p:cNvSpPr>
          <p:nvPr>
            <p:ph type="dt" sz="half" idx="10"/>
          </p:nvPr>
        </p:nvSpPr>
        <p:spPr/>
        <p:txBody>
          <a:bodyPr/>
          <a:lstStyle/>
          <a:p>
            <a:endParaRPr lang="en-GB" dirty="0"/>
          </a:p>
        </p:txBody>
      </p:sp>
      <p:sp>
        <p:nvSpPr>
          <p:cNvPr id="5" name="Footer Placeholder 4">
            <a:extLst>
              <a:ext uri="{FF2B5EF4-FFF2-40B4-BE49-F238E27FC236}">
                <a16:creationId xmlns:a16="http://schemas.microsoft.com/office/drawing/2014/main" id="{D00E48C6-ED81-B3B2-92AE-AF25ECBC64F7}"/>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E8B1B257-1A5B-C712-6D80-E569B0558766}"/>
              </a:ext>
            </a:extLst>
          </p:cNvPr>
          <p:cNvSpPr>
            <a:spLocks noGrp="1"/>
          </p:cNvSpPr>
          <p:nvPr>
            <p:ph type="sldNum" sz="quarter" idx="12"/>
          </p:nvPr>
        </p:nvSpPr>
        <p:spPr/>
        <p:txBody>
          <a:bodyPr/>
          <a:lstStyle/>
          <a:p>
            <a:fld id="{A543E3C9-646C-4166-9BF4-CF049967B668}" type="slidenum">
              <a:rPr lang="en-GB" smtClean="0"/>
              <a:t>‹#›</a:t>
            </a:fld>
            <a:endParaRPr lang="en-GB" dirty="0"/>
          </a:p>
        </p:txBody>
      </p:sp>
    </p:spTree>
    <p:extLst>
      <p:ext uri="{BB962C8B-B14F-4D97-AF65-F5344CB8AC3E}">
        <p14:creationId xmlns:p14="http://schemas.microsoft.com/office/powerpoint/2010/main" val="2378234492"/>
      </p:ext>
    </p:extLst>
  </p:cSld>
  <p:clrMapOvr>
    <a:masterClrMapping/>
  </p:clrMapOvr>
</p:sldLayout>
</file>

<file path=ppt/slideLayouts/slideLayout12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757DC50-9430-8F55-3F8C-079680426CF1}"/>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989CD0E4-FF02-5A2E-BCCE-E5DEEEB2950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D72E451A-2FD6-F62A-87A7-402F00CBB088}"/>
              </a:ext>
            </a:extLst>
          </p:cNvPr>
          <p:cNvSpPr>
            <a:spLocks noGrp="1"/>
          </p:cNvSpPr>
          <p:nvPr>
            <p:ph type="dt" sz="half" idx="10"/>
          </p:nvPr>
        </p:nvSpPr>
        <p:spPr/>
        <p:txBody>
          <a:bodyPr/>
          <a:lstStyle/>
          <a:p>
            <a:endParaRPr lang="en-GB" dirty="0"/>
          </a:p>
        </p:txBody>
      </p:sp>
      <p:sp>
        <p:nvSpPr>
          <p:cNvPr id="5" name="Footer Placeholder 4">
            <a:extLst>
              <a:ext uri="{FF2B5EF4-FFF2-40B4-BE49-F238E27FC236}">
                <a16:creationId xmlns:a16="http://schemas.microsoft.com/office/drawing/2014/main" id="{2F4E098B-CA21-3CC7-B4DE-2D294CBAF9E2}"/>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1EA4A002-EF22-9AD8-50CB-BDE5AB8FA80B}"/>
              </a:ext>
            </a:extLst>
          </p:cNvPr>
          <p:cNvSpPr>
            <a:spLocks noGrp="1"/>
          </p:cNvSpPr>
          <p:nvPr>
            <p:ph type="sldNum" sz="quarter" idx="12"/>
          </p:nvPr>
        </p:nvSpPr>
        <p:spPr/>
        <p:txBody>
          <a:bodyPr/>
          <a:lstStyle/>
          <a:p>
            <a:fld id="{A543E3C9-646C-4166-9BF4-CF049967B668}" type="slidenum">
              <a:rPr lang="en-GB" smtClean="0"/>
              <a:t>‹#›</a:t>
            </a:fld>
            <a:endParaRPr lang="en-GB" dirty="0"/>
          </a:p>
        </p:txBody>
      </p:sp>
    </p:spTree>
    <p:extLst>
      <p:ext uri="{BB962C8B-B14F-4D97-AF65-F5344CB8AC3E}">
        <p14:creationId xmlns:p14="http://schemas.microsoft.com/office/powerpoint/2010/main" val="597815791"/>
      </p:ext>
    </p:extLst>
  </p:cSld>
  <p:clrMapOvr>
    <a:masterClrMapping/>
  </p:clrMapOvr>
</p:sldLayout>
</file>

<file path=ppt/slideLayouts/slideLayout12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849D475-7154-42DD-9067-ACE4D1B546FC}" type="slidenum">
              <a:rPr lang="en-US" smtClean="0"/>
              <a:pPr/>
              <a:t>‹#›</a:t>
            </a:fld>
            <a:endParaRPr lang="en-US"/>
          </a:p>
        </p:txBody>
      </p:sp>
    </p:spTree>
    <p:extLst>
      <p:ext uri="{BB962C8B-B14F-4D97-AF65-F5344CB8AC3E}">
        <p14:creationId xmlns:p14="http://schemas.microsoft.com/office/powerpoint/2010/main" val="3682736097"/>
      </p:ext>
    </p:extLst>
  </p:cSld>
  <p:clrMapOvr>
    <a:masterClrMapping/>
  </p:clrMapOvr>
</p:sldLayout>
</file>

<file path=ppt/slideLayouts/slideLayout12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849D475-7154-42DD-9067-ACE4D1B546FC}" type="slidenum">
              <a:rPr lang="en-US" smtClean="0"/>
              <a:pPr/>
              <a:t>‹#›</a:t>
            </a:fld>
            <a:endParaRPr lang="en-US"/>
          </a:p>
        </p:txBody>
      </p:sp>
    </p:spTree>
    <p:extLst>
      <p:ext uri="{BB962C8B-B14F-4D97-AF65-F5344CB8AC3E}">
        <p14:creationId xmlns:p14="http://schemas.microsoft.com/office/powerpoint/2010/main" val="3118901078"/>
      </p:ext>
    </p:extLst>
  </p:cSld>
  <p:clrMapOvr>
    <a:masterClrMapping/>
  </p:clrMapOvr>
</p:sldLayout>
</file>

<file path=ppt/slideLayouts/slideLayout12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849D475-7154-42DD-9067-ACE4D1B546FC}" type="slidenum">
              <a:rPr lang="en-US" smtClean="0"/>
              <a:pPr/>
              <a:t>‹#›</a:t>
            </a:fld>
            <a:endParaRPr lang="en-US"/>
          </a:p>
        </p:txBody>
      </p:sp>
    </p:spTree>
    <p:extLst>
      <p:ext uri="{BB962C8B-B14F-4D97-AF65-F5344CB8AC3E}">
        <p14:creationId xmlns:p14="http://schemas.microsoft.com/office/powerpoint/2010/main" val="3813573361"/>
      </p:ext>
    </p:extLst>
  </p:cSld>
  <p:clrMapOvr>
    <a:masterClrMapping/>
  </p:clrMapOvr>
</p:sldLayout>
</file>

<file path=ppt/slideLayouts/slideLayout12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849D475-7154-42DD-9067-ACE4D1B546FC}" type="slidenum">
              <a:rPr lang="en-US" smtClean="0"/>
              <a:pPr/>
              <a:t>‹#›</a:t>
            </a:fld>
            <a:endParaRPr lang="en-US"/>
          </a:p>
        </p:txBody>
      </p:sp>
    </p:spTree>
    <p:extLst>
      <p:ext uri="{BB962C8B-B14F-4D97-AF65-F5344CB8AC3E}">
        <p14:creationId xmlns:p14="http://schemas.microsoft.com/office/powerpoint/2010/main" val="2731161927"/>
      </p:ext>
    </p:extLst>
  </p:cSld>
  <p:clrMapOvr>
    <a:masterClrMapping/>
  </p:clrMapOvr>
</p:sldLayout>
</file>

<file path=ppt/slideLayouts/slideLayout129.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2849D475-7154-42DD-9067-ACE4D1B546FC}" type="slidenum">
              <a:rPr lang="en-US" smtClean="0"/>
              <a:pPr/>
              <a:t>‹#›</a:t>
            </a:fld>
            <a:endParaRPr lang="en-US"/>
          </a:p>
        </p:txBody>
      </p:sp>
    </p:spTree>
    <p:extLst>
      <p:ext uri="{BB962C8B-B14F-4D97-AF65-F5344CB8AC3E}">
        <p14:creationId xmlns:p14="http://schemas.microsoft.com/office/powerpoint/2010/main" val="2591200207"/>
      </p:ext>
    </p:extLst>
  </p:cSld>
  <p:clrMapOvr>
    <a:masterClrMapping/>
  </p:clrMapOvr>
</p:sldLayout>
</file>

<file path=ppt/slideLayouts/slideLayout13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849D475-7154-42DD-9067-ACE4D1B546FC}" type="slidenum">
              <a:rPr lang="en-US" smtClean="0"/>
              <a:pPr/>
              <a:t>‹#›</a:t>
            </a:fld>
            <a:endParaRPr lang="en-US"/>
          </a:p>
        </p:txBody>
      </p:sp>
    </p:spTree>
    <p:extLst>
      <p:ext uri="{BB962C8B-B14F-4D97-AF65-F5344CB8AC3E}">
        <p14:creationId xmlns:p14="http://schemas.microsoft.com/office/powerpoint/2010/main" val="3792320077"/>
      </p:ext>
    </p:extLst>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2849D475-7154-42DD-9067-ACE4D1B546FC}" type="slidenum">
              <a:rPr lang="en-US" smtClean="0"/>
              <a:pPr/>
              <a:t>‹#›</a:t>
            </a:fld>
            <a:endParaRPr lang="en-US"/>
          </a:p>
        </p:txBody>
      </p:sp>
    </p:spTree>
    <p:extLst>
      <p:ext uri="{BB962C8B-B14F-4D97-AF65-F5344CB8AC3E}">
        <p14:creationId xmlns:p14="http://schemas.microsoft.com/office/powerpoint/2010/main" val="2366135214"/>
      </p:ext>
    </p:extLst>
  </p:cSld>
  <p:clrMapOvr>
    <a:masterClrMapping/>
  </p:clrMapOvr>
</p:sldLayout>
</file>

<file path=ppt/slideLayouts/slideLayout13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849D475-7154-42DD-9067-ACE4D1B546FC}" type="slidenum">
              <a:rPr lang="en-US" smtClean="0"/>
              <a:pPr/>
              <a:t>‹#›</a:t>
            </a:fld>
            <a:endParaRPr lang="en-US"/>
          </a:p>
        </p:txBody>
      </p:sp>
    </p:spTree>
    <p:extLst>
      <p:ext uri="{BB962C8B-B14F-4D97-AF65-F5344CB8AC3E}">
        <p14:creationId xmlns:p14="http://schemas.microsoft.com/office/powerpoint/2010/main" val="2434032435"/>
      </p:ext>
    </p:extLst>
  </p:cSld>
  <p:clrMapOvr>
    <a:masterClrMapping/>
  </p:clrMapOvr>
</p:sldLayout>
</file>

<file path=ppt/slideLayouts/slideLayout13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849D475-7154-42DD-9067-ACE4D1B546FC}" type="slidenum">
              <a:rPr lang="en-US" smtClean="0"/>
              <a:pPr/>
              <a:t>‹#›</a:t>
            </a:fld>
            <a:endParaRPr lang="en-US"/>
          </a:p>
        </p:txBody>
      </p:sp>
    </p:spTree>
    <p:extLst>
      <p:ext uri="{BB962C8B-B14F-4D97-AF65-F5344CB8AC3E}">
        <p14:creationId xmlns:p14="http://schemas.microsoft.com/office/powerpoint/2010/main" val="463451265"/>
      </p:ext>
    </p:extLst>
  </p:cSld>
  <p:clrMapOvr>
    <a:masterClrMapping/>
  </p:clrMapOvr>
</p:sldLayout>
</file>

<file path=ppt/slideLayouts/slideLayout13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849D475-7154-42DD-9067-ACE4D1B546FC}" type="slidenum">
              <a:rPr lang="en-US" smtClean="0"/>
              <a:pPr/>
              <a:t>‹#›</a:t>
            </a:fld>
            <a:endParaRPr lang="en-US"/>
          </a:p>
        </p:txBody>
      </p:sp>
    </p:spTree>
    <p:extLst>
      <p:ext uri="{BB962C8B-B14F-4D97-AF65-F5344CB8AC3E}">
        <p14:creationId xmlns:p14="http://schemas.microsoft.com/office/powerpoint/2010/main" val="3153755894"/>
      </p:ext>
    </p:extLst>
  </p:cSld>
  <p:clrMapOvr>
    <a:masterClrMapping/>
  </p:clrMapOvr>
</p:sldLayout>
</file>

<file path=ppt/slideLayouts/slideLayout135.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849D475-7154-42DD-9067-ACE4D1B546FC}" type="slidenum">
              <a:rPr lang="en-US" smtClean="0"/>
              <a:pPr/>
              <a:t>‹#›</a:t>
            </a:fld>
            <a:endParaRPr lang="en-US"/>
          </a:p>
        </p:txBody>
      </p:sp>
    </p:spTree>
    <p:extLst>
      <p:ext uri="{BB962C8B-B14F-4D97-AF65-F5344CB8AC3E}">
        <p14:creationId xmlns:p14="http://schemas.microsoft.com/office/powerpoint/2010/main" val="114726875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slideLayout" Target="../slideLayouts/slideLayout21.xml"/><Relationship Id="rId5" Type="http://schemas.openxmlformats.org/officeDocument/2006/relationships/slideLayout" Target="../slideLayouts/slideLayout22.xml"/><Relationship Id="rId6" Type="http://schemas.openxmlformats.org/officeDocument/2006/relationships/slideLayout" Target="../slideLayouts/slideLayout23.xml"/><Relationship Id="rId7" Type="http://schemas.openxmlformats.org/officeDocument/2006/relationships/slideLayout" Target="../slideLayouts/slideLayout24.xml"/><Relationship Id="rId8" Type="http://schemas.openxmlformats.org/officeDocument/2006/relationships/slideLayout" Target="../slideLayouts/slideLayout25.xml"/><Relationship Id="rId9" Type="http://schemas.openxmlformats.org/officeDocument/2006/relationships/slideLayout" Target="../slideLayouts/slideLayout26.xml"/><Relationship Id="rId10" Type="http://schemas.openxmlformats.org/officeDocument/2006/relationships/slideLayout" Target="../slideLayouts/slideLayout27.xml"/><Relationship Id="rId11" Type="http://schemas.openxmlformats.org/officeDocument/2006/relationships/slideLayout" Target="../slideLayouts/slideLayout28.xml"/><Relationship Id="rId12"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slideLayout" Target="../slideLayouts/slideLayout30.xml"/><Relationship Id="rId3" Type="http://schemas.openxmlformats.org/officeDocument/2006/relationships/slideLayout" Target="../slideLayouts/slideLayout31.xml"/><Relationship Id="rId4" Type="http://schemas.openxmlformats.org/officeDocument/2006/relationships/slideLayout" Target="../slideLayouts/slideLayout32.xml"/><Relationship Id="rId5" Type="http://schemas.openxmlformats.org/officeDocument/2006/relationships/slideLayout" Target="../slideLayouts/slideLayout33.xml"/><Relationship Id="rId6" Type="http://schemas.openxmlformats.org/officeDocument/2006/relationships/slideLayout" Target="../slideLayouts/slideLayout34.xml"/><Relationship Id="rId7" Type="http://schemas.openxmlformats.org/officeDocument/2006/relationships/slideLayout" Target="../slideLayouts/slideLayout35.xml"/><Relationship Id="rId8" Type="http://schemas.openxmlformats.org/officeDocument/2006/relationships/slideLayout" Target="../slideLayouts/slideLayout36.xml"/><Relationship Id="rId9" Type="http://schemas.openxmlformats.org/officeDocument/2006/relationships/slideLayout" Target="../slideLayouts/slideLayout37.xml"/><Relationship Id="rId10" Type="http://schemas.openxmlformats.org/officeDocument/2006/relationships/slideLayout" Target="../slideLayouts/slideLayout38.xml"/><Relationship Id="rId11" Type="http://schemas.openxmlformats.org/officeDocument/2006/relationships/slideLayout" Target="../slideLayouts/slideLayout39.xml"/><Relationship Id="rId12" Type="http://schemas.openxmlformats.org/officeDocument/2006/relationships/slideLayout" Target="../slideLayouts/slideLayout40.xml"/><Relationship Id="rId13" Type="http://schemas.openxmlformats.org/officeDocument/2006/relationships/slideLayout" Target="../slideLayouts/slideLayout41.xml"/><Relationship Id="rId14" Type="http://schemas.openxmlformats.org/officeDocument/2006/relationships/slideLayout" Target="../slideLayouts/slideLayout42.xml"/><Relationship Id="rId15" Type="http://schemas.openxmlformats.org/officeDocument/2006/relationships/slideLayout" Target="../slideLayouts/slideLayout43.xml"/><Relationship Id="rId16"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44.xml"/><Relationship Id="rId2" Type="http://schemas.openxmlformats.org/officeDocument/2006/relationships/slideLayout" Target="../slideLayouts/slideLayout45.xml"/><Relationship Id="rId3" Type="http://schemas.openxmlformats.org/officeDocument/2006/relationships/slideLayout" Target="../slideLayouts/slideLayout46.xml"/><Relationship Id="rId4" Type="http://schemas.openxmlformats.org/officeDocument/2006/relationships/slideLayout" Target="../slideLayouts/slideLayout47.xml"/><Relationship Id="rId5" Type="http://schemas.openxmlformats.org/officeDocument/2006/relationships/slideLayout" Target="../slideLayouts/slideLayout48.xml"/><Relationship Id="rId6" Type="http://schemas.openxmlformats.org/officeDocument/2006/relationships/theme" Target="../theme/theme4.xml"/></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49.xml"/><Relationship Id="rId2" Type="http://schemas.openxmlformats.org/officeDocument/2006/relationships/slideLayout" Target="../slideLayouts/slideLayout50.xml"/><Relationship Id="rId3" Type="http://schemas.openxmlformats.org/officeDocument/2006/relationships/slideLayout" Target="../slideLayouts/slideLayout51.xml"/><Relationship Id="rId4" Type="http://schemas.openxmlformats.org/officeDocument/2006/relationships/slideLayout" Target="../slideLayouts/slideLayout52.xml"/><Relationship Id="rId5" Type="http://schemas.openxmlformats.org/officeDocument/2006/relationships/slideLayout" Target="../slideLayouts/slideLayout53.xml"/><Relationship Id="rId6" Type="http://schemas.openxmlformats.org/officeDocument/2006/relationships/slideLayout" Target="../slideLayouts/slideLayout54.xml"/><Relationship Id="rId7" Type="http://schemas.openxmlformats.org/officeDocument/2006/relationships/slideLayout" Target="../slideLayouts/slideLayout55.xml"/><Relationship Id="rId8" Type="http://schemas.openxmlformats.org/officeDocument/2006/relationships/slideLayout" Target="../slideLayouts/slideLayout56.xml"/><Relationship Id="rId9" Type="http://schemas.openxmlformats.org/officeDocument/2006/relationships/slideLayout" Target="../slideLayouts/slideLayout57.xml"/><Relationship Id="rId10" Type="http://schemas.openxmlformats.org/officeDocument/2006/relationships/slideLayout" Target="../slideLayouts/slideLayout58.xml"/><Relationship Id="rId11" Type="http://schemas.openxmlformats.org/officeDocument/2006/relationships/slideLayout" Target="../slideLayouts/slideLayout59.xml"/><Relationship Id="rId12" Type="http://schemas.openxmlformats.org/officeDocument/2006/relationships/slideLayout" Target="../slideLayouts/slideLayout60.xml"/><Relationship Id="rId13" Type="http://schemas.openxmlformats.org/officeDocument/2006/relationships/slideLayout" Target="../slideLayouts/slideLayout61.xml"/><Relationship Id="rId14" Type="http://schemas.openxmlformats.org/officeDocument/2006/relationships/theme" Target="../theme/theme5.xml"/></Relationships>
</file>

<file path=ppt/slideMasters/_rels/slideMaster6.xml.rels><?xml version='1.0' encoding='UTF-8' standalone='yes'?>
<Relationships xmlns="http://schemas.openxmlformats.org/package/2006/relationships"><Relationship Id="rId1" Type="http://schemas.openxmlformats.org/officeDocument/2006/relationships/slideLayout" Target="../slideLayouts/slideLayout62.xml"/><Relationship Id="rId2" Type="http://schemas.openxmlformats.org/officeDocument/2006/relationships/slideLayout" Target="../slideLayouts/slideLayout63.xml"/><Relationship Id="rId3" Type="http://schemas.openxmlformats.org/officeDocument/2006/relationships/slideLayout" Target="../slideLayouts/slideLayout64.xml"/><Relationship Id="rId4" Type="http://schemas.openxmlformats.org/officeDocument/2006/relationships/slideLayout" Target="../slideLayouts/slideLayout65.xml"/><Relationship Id="rId5" Type="http://schemas.openxmlformats.org/officeDocument/2006/relationships/slideLayout" Target="../slideLayouts/slideLayout66.xml"/><Relationship Id="rId6" Type="http://schemas.openxmlformats.org/officeDocument/2006/relationships/slideLayout" Target="../slideLayouts/slideLayout67.xml"/><Relationship Id="rId7" Type="http://schemas.openxmlformats.org/officeDocument/2006/relationships/slideLayout" Target="../slideLayouts/slideLayout68.xml"/><Relationship Id="rId8" Type="http://schemas.openxmlformats.org/officeDocument/2006/relationships/slideLayout" Target="../slideLayouts/slideLayout69.xml"/><Relationship Id="rId9" Type="http://schemas.openxmlformats.org/officeDocument/2006/relationships/slideLayout" Target="../slideLayouts/slideLayout70.xml"/><Relationship Id="rId10" Type="http://schemas.openxmlformats.org/officeDocument/2006/relationships/slideLayout" Target="../slideLayouts/slideLayout71.xml"/><Relationship Id="rId11" Type="http://schemas.openxmlformats.org/officeDocument/2006/relationships/slideLayout" Target="../slideLayouts/slideLayout72.xml"/><Relationship Id="rId12" Type="http://schemas.openxmlformats.org/officeDocument/2006/relationships/slideLayout" Target="../slideLayouts/slideLayout73.xml"/><Relationship Id="rId13" Type="http://schemas.openxmlformats.org/officeDocument/2006/relationships/slideLayout" Target="../slideLayouts/slideLayout74.xml"/><Relationship Id="rId14" Type="http://schemas.openxmlformats.org/officeDocument/2006/relationships/slideLayout" Target="../slideLayouts/slideLayout75.xml"/><Relationship Id="rId15" Type="http://schemas.openxmlformats.org/officeDocument/2006/relationships/slideLayout" Target="../slideLayouts/slideLayout76.xml"/><Relationship Id="rId16" Type="http://schemas.openxmlformats.org/officeDocument/2006/relationships/slideLayout" Target="../slideLayouts/slideLayout77.xml"/><Relationship Id="rId17" Type="http://schemas.openxmlformats.org/officeDocument/2006/relationships/slideLayout" Target="../slideLayouts/slideLayout78.xml"/><Relationship Id="rId18" Type="http://schemas.openxmlformats.org/officeDocument/2006/relationships/slideLayout" Target="../slideLayouts/slideLayout79.xml"/><Relationship Id="rId19" Type="http://schemas.openxmlformats.org/officeDocument/2006/relationships/slideLayout" Target="../slideLayouts/slideLayout80.xml"/><Relationship Id="rId20" Type="http://schemas.openxmlformats.org/officeDocument/2006/relationships/slideLayout" Target="../slideLayouts/slideLayout81.xml"/><Relationship Id="rId21" Type="http://schemas.openxmlformats.org/officeDocument/2006/relationships/slideLayout" Target="../slideLayouts/slideLayout82.xml"/><Relationship Id="rId22" Type="http://schemas.openxmlformats.org/officeDocument/2006/relationships/slideLayout" Target="../slideLayouts/slideLayout83.xml"/><Relationship Id="rId23" Type="http://schemas.openxmlformats.org/officeDocument/2006/relationships/slideLayout" Target="../slideLayouts/slideLayout84.xml"/><Relationship Id="rId24" Type="http://schemas.openxmlformats.org/officeDocument/2006/relationships/theme" Target="../theme/theme6.xml"/></Relationships>
</file>

<file path=ppt/slideMasters/_rels/slideMaster7.xml.rels><?xml version='1.0' encoding='UTF-8' standalone='yes'?>
<Relationships xmlns="http://schemas.openxmlformats.org/package/2006/relationships"><Relationship Id="rId1" Type="http://schemas.openxmlformats.org/officeDocument/2006/relationships/slideLayout" Target="../slideLayouts/slideLayout85.xml"/><Relationship Id="rId2" Type="http://schemas.openxmlformats.org/officeDocument/2006/relationships/slideLayout" Target="../slideLayouts/slideLayout86.xml"/><Relationship Id="rId3" Type="http://schemas.openxmlformats.org/officeDocument/2006/relationships/slideLayout" Target="../slideLayouts/slideLayout87.xml"/><Relationship Id="rId4" Type="http://schemas.openxmlformats.org/officeDocument/2006/relationships/slideLayout" Target="../slideLayouts/slideLayout88.xml"/><Relationship Id="rId5" Type="http://schemas.openxmlformats.org/officeDocument/2006/relationships/slideLayout" Target="../slideLayouts/slideLayout89.xml"/><Relationship Id="rId6" Type="http://schemas.openxmlformats.org/officeDocument/2006/relationships/slideLayout" Target="../slideLayouts/slideLayout90.xml"/><Relationship Id="rId7" Type="http://schemas.openxmlformats.org/officeDocument/2006/relationships/slideLayout" Target="../slideLayouts/slideLayout91.xml"/><Relationship Id="rId8" Type="http://schemas.openxmlformats.org/officeDocument/2006/relationships/slideLayout" Target="../slideLayouts/slideLayout92.xml"/><Relationship Id="rId9" Type="http://schemas.openxmlformats.org/officeDocument/2006/relationships/slideLayout" Target="../slideLayouts/slideLayout93.xml"/><Relationship Id="rId10" Type="http://schemas.openxmlformats.org/officeDocument/2006/relationships/slideLayout" Target="../slideLayouts/slideLayout94.xml"/><Relationship Id="rId11" Type="http://schemas.openxmlformats.org/officeDocument/2006/relationships/slideLayout" Target="../slideLayouts/slideLayout95.xml"/><Relationship Id="rId12" Type="http://schemas.openxmlformats.org/officeDocument/2006/relationships/slideLayout" Target="../slideLayouts/slideLayout96.xml"/><Relationship Id="rId13" Type="http://schemas.openxmlformats.org/officeDocument/2006/relationships/slideLayout" Target="../slideLayouts/slideLayout97.xml"/><Relationship Id="rId14" Type="http://schemas.openxmlformats.org/officeDocument/2006/relationships/slideLayout" Target="../slideLayouts/slideLayout98.xml"/><Relationship Id="rId15" Type="http://schemas.openxmlformats.org/officeDocument/2006/relationships/slideLayout" Target="../slideLayouts/slideLayout99.xml"/><Relationship Id="rId16" Type="http://schemas.openxmlformats.org/officeDocument/2006/relationships/slideLayout" Target="../slideLayouts/slideLayout100.xml"/><Relationship Id="rId17" Type="http://schemas.openxmlformats.org/officeDocument/2006/relationships/slideLayout" Target="../slideLayouts/slideLayout101.xml"/><Relationship Id="rId18" Type="http://schemas.openxmlformats.org/officeDocument/2006/relationships/theme" Target="../theme/theme7.xml"/><Relationship Id="rId19" Type="http://schemas.openxmlformats.org/officeDocument/2006/relationships/image" Target="../media/image17.png"/><Relationship Id="rId20" Type="http://schemas.openxmlformats.org/officeDocument/2006/relationships/image" Target="../media/image18.png"/></Relationships>
</file>

<file path=ppt/slideMasters/_rels/slideMaster8.xml.rels><?xml version='1.0' encoding='UTF-8' standalone='yes'?>
<Relationships xmlns="http://schemas.openxmlformats.org/package/2006/relationships"><Relationship Id="rId1" Type="http://schemas.openxmlformats.org/officeDocument/2006/relationships/slideLayout" Target="../slideLayouts/slideLayout102.xml"/><Relationship Id="rId2" Type="http://schemas.openxmlformats.org/officeDocument/2006/relationships/slideLayout" Target="../slideLayouts/slideLayout103.xml"/><Relationship Id="rId3" Type="http://schemas.openxmlformats.org/officeDocument/2006/relationships/slideLayout" Target="../slideLayouts/slideLayout104.xml"/><Relationship Id="rId4" Type="http://schemas.openxmlformats.org/officeDocument/2006/relationships/slideLayout" Target="../slideLayouts/slideLayout105.xml"/><Relationship Id="rId5" Type="http://schemas.openxmlformats.org/officeDocument/2006/relationships/slideLayout" Target="../slideLayouts/slideLayout106.xml"/><Relationship Id="rId6" Type="http://schemas.openxmlformats.org/officeDocument/2006/relationships/slideLayout" Target="../slideLayouts/slideLayout107.xml"/><Relationship Id="rId7" Type="http://schemas.openxmlformats.org/officeDocument/2006/relationships/slideLayout" Target="../slideLayouts/slideLayout108.xml"/><Relationship Id="rId8" Type="http://schemas.openxmlformats.org/officeDocument/2006/relationships/slideLayout" Target="../slideLayouts/slideLayout109.xml"/><Relationship Id="rId9" Type="http://schemas.openxmlformats.org/officeDocument/2006/relationships/slideLayout" Target="../slideLayouts/slideLayout110.xml"/><Relationship Id="rId10" Type="http://schemas.openxmlformats.org/officeDocument/2006/relationships/slideLayout" Target="../slideLayouts/slideLayout111.xml"/><Relationship Id="rId11" Type="http://schemas.openxmlformats.org/officeDocument/2006/relationships/slideLayout" Target="../slideLayouts/slideLayout112.xml"/><Relationship Id="rId12" Type="http://schemas.openxmlformats.org/officeDocument/2006/relationships/slideLayout" Target="../slideLayouts/slideLayout113.xml"/><Relationship Id="rId13" Type="http://schemas.openxmlformats.org/officeDocument/2006/relationships/theme" Target="../theme/theme8.xml"/></Relationships>
</file>

<file path=ppt/slideMasters/_rels/slideMaster9.xml.rels><?xml version='1.0' encoding='UTF-8' standalone='yes'?>
<Relationships xmlns="http://schemas.openxmlformats.org/package/2006/relationships"><Relationship Id="rId1" Type="http://schemas.openxmlformats.org/officeDocument/2006/relationships/slideLayout" Target="../slideLayouts/slideLayout114.xml"/><Relationship Id="rId2" Type="http://schemas.openxmlformats.org/officeDocument/2006/relationships/slideLayout" Target="../slideLayouts/slideLayout115.xml"/><Relationship Id="rId3" Type="http://schemas.openxmlformats.org/officeDocument/2006/relationships/slideLayout" Target="../slideLayouts/slideLayout116.xml"/><Relationship Id="rId4" Type="http://schemas.openxmlformats.org/officeDocument/2006/relationships/slideLayout" Target="../slideLayouts/slideLayout117.xml"/><Relationship Id="rId5" Type="http://schemas.openxmlformats.org/officeDocument/2006/relationships/slideLayout" Target="../slideLayouts/slideLayout118.xml"/><Relationship Id="rId6" Type="http://schemas.openxmlformats.org/officeDocument/2006/relationships/slideLayout" Target="../slideLayouts/slideLayout119.xml"/><Relationship Id="rId7" Type="http://schemas.openxmlformats.org/officeDocument/2006/relationships/slideLayout" Target="../slideLayouts/slideLayout120.xml"/><Relationship Id="rId8" Type="http://schemas.openxmlformats.org/officeDocument/2006/relationships/slideLayout" Target="../slideLayouts/slideLayout121.xml"/><Relationship Id="rId9" Type="http://schemas.openxmlformats.org/officeDocument/2006/relationships/slideLayout" Target="../slideLayouts/slideLayout122.xml"/><Relationship Id="rId10" Type="http://schemas.openxmlformats.org/officeDocument/2006/relationships/slideLayout" Target="../slideLayouts/slideLayout123.xml"/><Relationship Id="rId11" Type="http://schemas.openxmlformats.org/officeDocument/2006/relationships/slideLayout" Target="../slideLayouts/slideLayout124.xml"/><Relationship Id="rId12" Type="http://schemas.openxmlformats.org/officeDocument/2006/relationships/theme" Target="../theme/theme9.xml"/></Relationships>
</file>

<file path=ppt/slideMasters/_rels/slideMaster10.xml.rels><?xml version='1.0' encoding='UTF-8' standalone='yes'?>
<Relationships xmlns="http://schemas.openxmlformats.org/package/2006/relationships"><Relationship Id="rId1" Type="http://schemas.openxmlformats.org/officeDocument/2006/relationships/slideLayout" Target="../slideLayouts/slideLayout125.xml"/><Relationship Id="rId2" Type="http://schemas.openxmlformats.org/officeDocument/2006/relationships/slideLayout" Target="../slideLayouts/slideLayout126.xml"/><Relationship Id="rId3" Type="http://schemas.openxmlformats.org/officeDocument/2006/relationships/slideLayout" Target="../slideLayouts/slideLayout127.xml"/><Relationship Id="rId4" Type="http://schemas.openxmlformats.org/officeDocument/2006/relationships/slideLayout" Target="../slideLayouts/slideLayout128.xml"/><Relationship Id="rId5" Type="http://schemas.openxmlformats.org/officeDocument/2006/relationships/slideLayout" Target="../slideLayouts/slideLayout129.xml"/><Relationship Id="rId6" Type="http://schemas.openxmlformats.org/officeDocument/2006/relationships/slideLayout" Target="../slideLayouts/slideLayout130.xml"/><Relationship Id="rId7" Type="http://schemas.openxmlformats.org/officeDocument/2006/relationships/slideLayout" Target="../slideLayouts/slideLayout131.xml"/><Relationship Id="rId8" Type="http://schemas.openxmlformats.org/officeDocument/2006/relationships/slideLayout" Target="../slideLayouts/slideLayout132.xml"/><Relationship Id="rId9" Type="http://schemas.openxmlformats.org/officeDocument/2006/relationships/slideLayout" Target="../slideLayouts/slideLayout133.xml"/><Relationship Id="rId10" Type="http://schemas.openxmlformats.org/officeDocument/2006/relationships/slideLayout" Target="../slideLayouts/slideLayout134.xml"/><Relationship Id="rId11" Type="http://schemas.openxmlformats.org/officeDocument/2006/relationships/slideLayout" Target="../slideLayouts/slideLayout135.xml"/><Relationship Id="rId12" Type="http://schemas.openxmlformats.org/officeDocument/2006/relationships/theme" Target="../theme/theme1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406360122"/>
      </p:ext>
    </p:extLst>
  </p:cSld>
  <p:clrMap bg1="lt1" tx1="dk1" bg2="lt2" tx2="dk2" accent1="accent1" accent2="accent2" accent3="accent3" accent4="accent4" accent5="accent5" accent6="accent6" hlink="hlink" folHlink="folHlink"/>
  <p:sldLayoutIdLst>
    <p:sldLayoutId id="2147483700" r:id="rId1"/>
    <p:sldLayoutId id="2147483701" r:id="rId2"/>
    <p:sldLayoutId id="2147483702" r:id="rId3"/>
    <p:sldLayoutId id="2147483703" r:id="rId4"/>
    <p:sldLayoutId id="2147483704" r:id="rId5"/>
    <p:sldLayoutId id="2147483705" r:id="rId6"/>
    <p:sldLayoutId id="2147483706" r:id="rId7"/>
    <p:sldLayoutId id="2147483707" r:id="rId8"/>
    <p:sldLayoutId id="2147483708" r:id="rId9"/>
    <p:sldLayoutId id="2147483709" r:id="rId10"/>
    <p:sldLayoutId id="2147483710" r:id="rId11"/>
    <p:sldLayoutId id="2147483711" r:id="rId12"/>
    <p:sldLayoutId id="2147483712" r:id="rId13"/>
    <p:sldLayoutId id="2147483713" r:id="rId14"/>
    <p:sldLayoutId id="2147483714" r:id="rId15"/>
    <p:sldLayoutId id="2147483715" r:id="rId16"/>
    <p:sldLayoutId id="2147483716" r:id="rId17"/>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319" y="274638"/>
            <a:ext cx="8231744"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319" y="1600201"/>
            <a:ext cx="8231744"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775366482"/>
      </p:ext>
    </p:extLst>
  </p:cSld>
  <p:clrMap bg1="lt1" tx1="dk1" bg2="lt2" tx2="dk2" accent1="accent1" accent2="accent2" accent3="accent3" accent4="accent4" accent5="accent5" accent6="accent6" hlink="hlink" folHlink="folHlink"/>
  <p:sldLayoutIdLst>
    <p:sldLayoutId id="2147483718" r:id="rId1"/>
    <p:sldLayoutId id="2147483719" r:id="rId2"/>
    <p:sldLayoutId id="2147483720" r:id="rId3"/>
    <p:sldLayoutId id="2147483721" r:id="rId4"/>
    <p:sldLayoutId id="2147483722" r:id="rId5"/>
    <p:sldLayoutId id="2147483723" r:id="rId6"/>
    <p:sldLayoutId id="2147483724" r:id="rId7"/>
    <p:sldLayoutId id="2147483725" r:id="rId8"/>
    <p:sldLayoutId id="2147483726" r:id="rId9"/>
    <p:sldLayoutId id="2147483727" r:id="rId10"/>
    <p:sldLayoutId id="2147483728" r:id="rId11"/>
  </p:sldLayoutIdLst>
  <p:hf sldNum="0"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6EDC453-280C-4DD0-B691-565117EA15E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426CAEDA-7F8E-5DD1-5615-9122A76CB39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03F4B92-0338-8496-2BC9-D78BC35A9FC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endParaRPr lang="en-IN"/>
          </a:p>
        </p:txBody>
      </p:sp>
      <p:sp>
        <p:nvSpPr>
          <p:cNvPr id="5" name="Footer Placeholder 4">
            <a:extLst>
              <a:ext uri="{FF2B5EF4-FFF2-40B4-BE49-F238E27FC236}">
                <a16:creationId xmlns:a16="http://schemas.microsoft.com/office/drawing/2014/main" id="{00A1C1FB-97D8-32C1-4E03-B90A99350E1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F30F0401-86B8-B0E1-5F2E-8EFCFE719B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FA026B6-5CDD-4028-AFCB-F4401504FF31}" type="slidenum">
              <a:rPr lang="en-IN" smtClean="0"/>
              <a:t>‹#›</a:t>
            </a:fld>
            <a:endParaRPr lang="en-IN"/>
          </a:p>
        </p:txBody>
      </p:sp>
    </p:spTree>
    <p:extLst>
      <p:ext uri="{BB962C8B-B14F-4D97-AF65-F5344CB8AC3E}">
        <p14:creationId xmlns:p14="http://schemas.microsoft.com/office/powerpoint/2010/main" val="3297216282"/>
      </p:ext>
    </p:extLst>
  </p:cSld>
  <p:clrMap bg1="lt1" tx1="dk1" bg2="lt2" tx2="dk2" accent1="accent1" accent2="accent2" accent3="accent3" accent4="accent4" accent5="accent5" accent6="accent6" hlink="hlink" folHlink="folHlink"/>
  <p:sldLayoutIdLst>
    <p:sldLayoutId id="2147483730" r:id="rId1"/>
    <p:sldLayoutId id="2147483731" r:id="rId2"/>
    <p:sldLayoutId id="2147483732" r:id="rId3"/>
    <p:sldLayoutId id="2147483733" r:id="rId4"/>
    <p:sldLayoutId id="2147483734" r:id="rId5"/>
    <p:sldLayoutId id="2147483735" r:id="rId6"/>
    <p:sldLayoutId id="2147483736" r:id="rId7"/>
    <p:sldLayoutId id="2147483737" r:id="rId8"/>
    <p:sldLayoutId id="2147483738" r:id="rId9"/>
    <p:sldLayoutId id="2147483739" r:id="rId10"/>
    <p:sldLayoutId id="2147483740" r:id="rId11"/>
    <p:sldLayoutId id="2147483741" r:id="rId12"/>
    <p:sldLayoutId id="2147483742" r:id="rId13"/>
    <p:sldLayoutId id="2147483743" r:id="rId14"/>
    <p:sldLayoutId id="2147483744" r:id="rId15"/>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58470353"/>
      </p:ext>
    </p:extLst>
  </p:cSld>
  <p:clrMap bg1="lt1" tx1="dk1" bg2="lt2" tx2="dk2" accent1="accent1" accent2="accent2" accent3="accent3" accent4="accent4" accent5="accent5" accent6="accent6" hlink="hlink" folHlink="folHlink"/>
  <p:sldLayoutIdLst>
    <p:sldLayoutId id="2147483746" r:id="rId1"/>
    <p:sldLayoutId id="2147483747" r:id="rId2"/>
    <p:sldLayoutId id="2147483845" r:id="rId3"/>
    <p:sldLayoutId id="2147483846" r:id="rId4"/>
    <p:sldLayoutId id="2147483847"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0B38B0F-09FD-DDC6-3B63-8AF09C35E366}"/>
              </a:ext>
            </a:extLst>
          </p:cNvPr>
          <p:cNvSpPr txBox="1">
            <a:spLocks noGrp="1"/>
          </p:cNvSpPr>
          <p:nvPr>
            <p:ph type="title"/>
          </p:nvPr>
        </p:nvSpPr>
        <p:spPr>
          <a:xfrm>
            <a:off x="838203" y="365129"/>
            <a:ext cx="10515600" cy="1325559"/>
          </a:xfrm>
          <a:prstGeom prst="rect">
            <a:avLst/>
          </a:prstGeom>
          <a:noFill/>
          <a:ln>
            <a:noFill/>
          </a:ln>
        </p:spPr>
        <p:txBody>
          <a:bodyPr vert="horz" wrap="square" lIns="91440" tIns="45720" rIns="91440" bIns="45720" anchor="ctr" anchorCtr="0" compatLnSpc="1">
            <a:normAutofit/>
          </a:bodyPr>
          <a:lstStyle/>
          <a:p>
            <a:pPr lvl="0"/>
            <a:r>
              <a:rPr lang="en-US"/>
              <a:t>Click to edit Master title style</a:t>
            </a:r>
            <a:endParaRPr lang="en-IN"/>
          </a:p>
        </p:txBody>
      </p:sp>
      <p:sp>
        <p:nvSpPr>
          <p:cNvPr id="3" name="Text Placeholder 2">
            <a:extLst>
              <a:ext uri="{FF2B5EF4-FFF2-40B4-BE49-F238E27FC236}">
                <a16:creationId xmlns:a16="http://schemas.microsoft.com/office/drawing/2014/main" id="{7B9EAB06-2AFE-2C12-1BB4-384FC380BC57}"/>
              </a:ext>
            </a:extLst>
          </p:cNvPr>
          <p:cNvSpPr txBox="1">
            <a:spLocks noGrp="1"/>
          </p:cNvSpPr>
          <p:nvPr>
            <p:ph type="body" idx="1"/>
          </p:nvPr>
        </p:nvSpPr>
        <p:spPr>
          <a:xfrm>
            <a:off x="838203" y="1825627"/>
            <a:ext cx="10515600" cy="4351336"/>
          </a:xfrm>
          <a:prstGeom prst="rect">
            <a:avLst/>
          </a:prstGeom>
          <a:noFill/>
          <a:ln>
            <a:noFill/>
          </a:ln>
        </p:spPr>
        <p:txBody>
          <a:bodyPr vert="horz" wrap="square" lIns="91440" tIns="45720" rIns="91440" bIns="45720" anchor="t" anchorCtr="0" compatLnSpc="1">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2B4F2E60-03D8-275F-2BA8-6EFAE3CF267E}"/>
              </a:ext>
            </a:extLst>
          </p:cNvPr>
          <p:cNvSpPr txBox="1">
            <a:spLocks noGrp="1"/>
          </p:cNvSpPr>
          <p:nvPr>
            <p:ph type="dt" sz="half" idx="2"/>
          </p:nvPr>
        </p:nvSpPr>
        <p:spPr>
          <a:xfrm>
            <a:off x="838203" y="6356351"/>
            <a:ext cx="2743200" cy="365129"/>
          </a:xfrm>
          <a:prstGeom prst="rect">
            <a:avLst/>
          </a:prstGeom>
          <a:noFill/>
          <a:ln>
            <a:noFill/>
          </a:ln>
        </p:spPr>
        <p:txBody>
          <a:bodyPr vert="horz" wrap="square" lIns="91440" tIns="45720" rIns="91440" bIns="45720" anchor="ctr" anchorCtr="0" compatLnSpc="1">
            <a:noAutofit/>
          </a:bodyPr>
          <a:lstStyle>
            <a:lvl1pPr marL="0" marR="0" lvl="0" indent="0" algn="l" defTabSz="914400" rtl="0" fontAlgn="auto" hangingPunct="1">
              <a:lnSpc>
                <a:spcPct val="100000"/>
              </a:lnSpc>
              <a:spcBef>
                <a:spcPts val="0"/>
              </a:spcBef>
              <a:spcAft>
                <a:spcPts val="0"/>
              </a:spcAft>
              <a:buNone/>
              <a:tabLst/>
              <a:defRPr lang="en-IN" sz="1200" b="0" i="0" u="none" strike="noStrike" kern="1200" cap="none" spc="0" baseline="0">
                <a:solidFill>
                  <a:srgbClr val="767676"/>
                </a:solidFill>
                <a:uFillTx/>
                <a:latin typeface="Aptos"/>
              </a:defRPr>
            </a:lvl1pPr>
          </a:lstStyle>
          <a:p>
            <a:pPr lvl="0"/>
            <a:endParaRPr lang="en-IN"/>
          </a:p>
        </p:txBody>
      </p:sp>
      <p:sp>
        <p:nvSpPr>
          <p:cNvPr id="5" name="Footer Placeholder 4">
            <a:extLst>
              <a:ext uri="{FF2B5EF4-FFF2-40B4-BE49-F238E27FC236}">
                <a16:creationId xmlns:a16="http://schemas.microsoft.com/office/drawing/2014/main" id="{40E721A0-E937-50F8-C798-8EB0BC6D85AD}"/>
              </a:ext>
            </a:extLst>
          </p:cNvPr>
          <p:cNvSpPr txBox="1">
            <a:spLocks noGrp="1"/>
          </p:cNvSpPr>
          <p:nvPr>
            <p:ph type="ftr" sz="quarter" idx="3"/>
          </p:nvPr>
        </p:nvSpPr>
        <p:spPr>
          <a:xfrm>
            <a:off x="4038603" y="6356351"/>
            <a:ext cx="4114800" cy="365129"/>
          </a:xfrm>
          <a:prstGeom prst="rect">
            <a:avLst/>
          </a:prstGeom>
          <a:noFill/>
          <a:ln>
            <a:noFill/>
          </a:ln>
        </p:spPr>
        <p:txBody>
          <a:bodyPr vert="horz" wrap="square" lIns="91440" tIns="45720" rIns="91440" bIns="45720" anchor="ctr" anchorCtr="1" compatLnSpc="1">
            <a:noAutofit/>
          </a:bodyPr>
          <a:lstStyle>
            <a:lvl1pPr marL="0" marR="0" lvl="0" indent="0" algn="ctr" defTabSz="914400" rtl="0" fontAlgn="auto" hangingPunct="1">
              <a:lnSpc>
                <a:spcPct val="100000"/>
              </a:lnSpc>
              <a:spcBef>
                <a:spcPts val="0"/>
              </a:spcBef>
              <a:spcAft>
                <a:spcPts val="0"/>
              </a:spcAft>
              <a:buNone/>
              <a:tabLst/>
              <a:defRPr lang="en-IN" sz="1200" b="0" i="0" u="none" strike="noStrike" kern="1200" cap="none" spc="0" baseline="0">
                <a:solidFill>
                  <a:srgbClr val="767676"/>
                </a:solidFill>
                <a:uFillTx/>
                <a:latin typeface="Aptos"/>
              </a:defRPr>
            </a:lvl1pPr>
          </a:lstStyle>
          <a:p>
            <a:pPr lvl="0"/>
            <a:endParaRPr lang="en-IN"/>
          </a:p>
        </p:txBody>
      </p:sp>
      <p:sp>
        <p:nvSpPr>
          <p:cNvPr id="6" name="Slide Number Placeholder 5">
            <a:extLst>
              <a:ext uri="{FF2B5EF4-FFF2-40B4-BE49-F238E27FC236}">
                <a16:creationId xmlns:a16="http://schemas.microsoft.com/office/drawing/2014/main" id="{5916C06C-A904-8DD7-8829-D1021B6DFDED}"/>
              </a:ext>
            </a:extLst>
          </p:cNvPr>
          <p:cNvSpPr txBox="1">
            <a:spLocks noGrp="1"/>
          </p:cNvSpPr>
          <p:nvPr>
            <p:ph type="sldNum" sz="quarter" idx="4"/>
          </p:nvPr>
        </p:nvSpPr>
        <p:spPr>
          <a:xfrm>
            <a:off x="8610603" y="6356351"/>
            <a:ext cx="2743200" cy="365129"/>
          </a:xfrm>
          <a:prstGeom prst="rect">
            <a:avLst/>
          </a:prstGeom>
          <a:noFill/>
          <a:ln>
            <a:noFill/>
          </a:ln>
        </p:spPr>
        <p:txBody>
          <a:bodyPr vert="horz" wrap="square" lIns="91440" tIns="45720" rIns="91440" bIns="45720" anchor="ctr" anchorCtr="0" compatLnSpc="1">
            <a:noAutofit/>
          </a:bodyPr>
          <a:lstStyle>
            <a:lvl1pPr marL="0" marR="0" lvl="0" indent="0" algn="r" defTabSz="914400" rtl="0" fontAlgn="auto" hangingPunct="1">
              <a:lnSpc>
                <a:spcPct val="100000"/>
              </a:lnSpc>
              <a:spcBef>
                <a:spcPts val="0"/>
              </a:spcBef>
              <a:spcAft>
                <a:spcPts val="0"/>
              </a:spcAft>
              <a:buNone/>
              <a:tabLst/>
              <a:defRPr lang="en-IN" sz="1200" b="0" i="0" u="none" strike="noStrike" kern="1200" cap="none" spc="0" baseline="0">
                <a:solidFill>
                  <a:srgbClr val="767676"/>
                </a:solidFill>
                <a:uFillTx/>
                <a:latin typeface="Aptos"/>
              </a:defRPr>
            </a:lvl1pPr>
          </a:lstStyle>
          <a:p>
            <a:pPr lvl="0"/>
            <a:fld id="{8B930FF2-ADD6-48BA-B740-C81F3D772E11}" type="slidenum">
              <a:t>‹#›</a:t>
            </a:fld>
            <a:endParaRPr lang="en-IN"/>
          </a:p>
        </p:txBody>
      </p:sp>
    </p:spTree>
    <p:extLst>
      <p:ext uri="{BB962C8B-B14F-4D97-AF65-F5344CB8AC3E}">
        <p14:creationId xmlns:p14="http://schemas.microsoft.com/office/powerpoint/2010/main" val="2243940387"/>
      </p:ext>
    </p:extLst>
  </p:cSld>
  <p:clrMap bg1="lt1" tx1="dk1" bg2="lt2" tx2="dk2" accent1="accent1" accent2="accent2" accent3="accent3" accent4="accent4" accent5="accent5" accent6="accent6" hlink="hlink" folHlink="folHlink"/>
  <p:sldLayoutIdLst>
    <p:sldLayoutId id="2147483749" r:id="rId1"/>
    <p:sldLayoutId id="2147483750" r:id="rId2"/>
    <p:sldLayoutId id="2147483751" r:id="rId3"/>
    <p:sldLayoutId id="2147483752" r:id="rId4"/>
    <p:sldLayoutId id="2147483753" r:id="rId5"/>
    <p:sldLayoutId id="2147483754" r:id="rId6"/>
    <p:sldLayoutId id="2147483755" r:id="rId7"/>
    <p:sldLayoutId id="2147483756" r:id="rId8"/>
    <p:sldLayoutId id="2147483757" r:id="rId9"/>
    <p:sldLayoutId id="2147483758" r:id="rId10"/>
    <p:sldLayoutId id="2147483759" r:id="rId11"/>
    <p:sldLayoutId id="2147483760" r:id="rId12"/>
    <p:sldLayoutId id="2147483761" r:id="rId13"/>
  </p:sldLayoutIdLst>
  <p:hf sldNum="0" hdr="0" ftr="0" dt="0"/>
  <p:txStyles>
    <p:titleStyle>
      <a:lvl1pPr marL="0" marR="0" lvl="0" indent="0" algn="l" defTabSz="914400" rtl="0" fontAlgn="auto" hangingPunct="1">
        <a:lnSpc>
          <a:spcPct val="90000"/>
        </a:lnSpc>
        <a:spcBef>
          <a:spcPts val="0"/>
        </a:spcBef>
        <a:spcAft>
          <a:spcPts val="0"/>
        </a:spcAft>
        <a:buNone/>
        <a:tabLst/>
        <a:defRPr lang="en-US" sz="4400" b="0" i="0" u="none" strike="noStrike" kern="1200" cap="none" spc="0" baseline="0">
          <a:solidFill>
            <a:srgbClr val="000000"/>
          </a:solidFill>
          <a:uFillTx/>
          <a:latin typeface="Aptos Display"/>
        </a:defRPr>
      </a:lvl1pPr>
    </p:titleStyle>
    <p:bodyStyle>
      <a:lvl1pPr marL="228600" marR="0" lvl="0" indent="-228600" algn="l" defTabSz="914400" rtl="0" fontAlgn="auto" hangingPunct="1">
        <a:lnSpc>
          <a:spcPct val="90000"/>
        </a:lnSpc>
        <a:spcBef>
          <a:spcPts val="1000"/>
        </a:spcBef>
        <a:spcAft>
          <a:spcPts val="0"/>
        </a:spcAft>
        <a:buSzPct val="100000"/>
        <a:buFont typeface="Arial" pitchFamily="34"/>
        <a:buChar char="•"/>
        <a:tabLst/>
        <a:defRPr lang="en-US" sz="2800" b="0" i="0" u="none" strike="noStrike" kern="1200" cap="none" spc="0" baseline="0">
          <a:solidFill>
            <a:srgbClr val="000000"/>
          </a:solidFill>
          <a:uFillTx/>
          <a:latin typeface="Aptos"/>
        </a:defRPr>
      </a:lvl1pPr>
      <a:lvl2pPr marL="685800" marR="0" lvl="1" indent="-228600" algn="l" defTabSz="914400" rtl="0" fontAlgn="auto" hangingPunct="1">
        <a:lnSpc>
          <a:spcPct val="90000"/>
        </a:lnSpc>
        <a:spcBef>
          <a:spcPts val="500"/>
        </a:spcBef>
        <a:spcAft>
          <a:spcPts val="0"/>
        </a:spcAft>
        <a:buSzPct val="100000"/>
        <a:buFont typeface="Arial" pitchFamily="34"/>
        <a:buChar char="•"/>
        <a:tabLst/>
        <a:defRPr lang="en-US" sz="2400" b="0" i="0" u="none" strike="noStrike" kern="1200" cap="none" spc="0" baseline="0">
          <a:solidFill>
            <a:srgbClr val="000000"/>
          </a:solidFill>
          <a:uFillTx/>
          <a:latin typeface="Aptos"/>
        </a:defRPr>
      </a:lvl2pPr>
      <a:lvl3pPr marL="1143000" marR="0" lvl="2" indent="-228600" algn="l" defTabSz="914400" rtl="0" fontAlgn="auto" hangingPunct="1">
        <a:lnSpc>
          <a:spcPct val="90000"/>
        </a:lnSpc>
        <a:spcBef>
          <a:spcPts val="500"/>
        </a:spcBef>
        <a:spcAft>
          <a:spcPts val="0"/>
        </a:spcAft>
        <a:buSzPct val="100000"/>
        <a:buFont typeface="Arial" pitchFamily="34"/>
        <a:buChar char="•"/>
        <a:tabLst/>
        <a:defRPr lang="en-US" sz="2000" b="0" i="0" u="none" strike="noStrike" kern="1200" cap="none" spc="0" baseline="0">
          <a:solidFill>
            <a:srgbClr val="000000"/>
          </a:solidFill>
          <a:uFillTx/>
          <a:latin typeface="Aptos"/>
        </a:defRPr>
      </a:lvl3pPr>
      <a:lvl4pPr marL="1600200" marR="0" lvl="3" indent="-228600" algn="l" defTabSz="914400" rtl="0" fontAlgn="auto" hangingPunct="1">
        <a:lnSpc>
          <a:spcPct val="90000"/>
        </a:lnSpc>
        <a:spcBef>
          <a:spcPts val="500"/>
        </a:spcBef>
        <a:spcAft>
          <a:spcPts val="0"/>
        </a:spcAft>
        <a:buSzPct val="100000"/>
        <a:buFont typeface="Arial" pitchFamily="34"/>
        <a:buChar char="•"/>
        <a:tabLst/>
        <a:defRPr lang="en-US" sz="1800" b="0" i="0" u="none" strike="noStrike" kern="1200" cap="none" spc="0" baseline="0">
          <a:solidFill>
            <a:srgbClr val="000000"/>
          </a:solidFill>
          <a:uFillTx/>
          <a:latin typeface="Aptos"/>
        </a:defRPr>
      </a:lvl4pPr>
      <a:lvl5pPr marL="2057400" marR="0" lvl="4" indent="-228600" algn="l" defTabSz="914400" rtl="0" fontAlgn="auto" hangingPunct="1">
        <a:lnSpc>
          <a:spcPct val="90000"/>
        </a:lnSpc>
        <a:spcBef>
          <a:spcPts val="500"/>
        </a:spcBef>
        <a:spcAft>
          <a:spcPts val="0"/>
        </a:spcAft>
        <a:buSzPct val="100000"/>
        <a:buFont typeface="Arial" pitchFamily="34"/>
        <a:buChar char="•"/>
        <a:tabLst/>
        <a:defRPr lang="en-US" sz="1800" b="0" i="0" u="none" strike="noStrike" kern="1200" cap="none" spc="0" baseline="0">
          <a:solidFill>
            <a:srgbClr val="000000"/>
          </a:solidFill>
          <a:uFillTx/>
          <a:latin typeface="Apto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AF3E944-12FC-1DA6-1A82-9D447DBA0494}"/>
              </a:ext>
            </a:extLst>
          </p:cNvPr>
          <p:cNvSpPr txBox="1">
            <a:spLocks noGrp="1"/>
          </p:cNvSpPr>
          <p:nvPr>
            <p:ph type="title"/>
          </p:nvPr>
        </p:nvSpPr>
        <p:spPr>
          <a:xfrm>
            <a:off x="631594" y="577845"/>
            <a:ext cx="10928808" cy="1112833"/>
          </a:xfrm>
          <a:prstGeom prst="rect">
            <a:avLst/>
          </a:prstGeom>
          <a:noFill/>
          <a:ln>
            <a:noFill/>
          </a:ln>
        </p:spPr>
        <p:txBody>
          <a:bodyPr vert="horz" wrap="square" lIns="0" tIns="45720" rIns="0" bIns="45720" anchor="t" anchorCtr="0" compatLnSpc="1">
            <a:noAutofit/>
          </a:bodyPr>
          <a:lstStyle/>
          <a:p>
            <a:pPr lvl="0"/>
            <a:r>
              <a:rPr lang="en-US"/>
              <a:t>Project objectives Click to edit Master title style</a:t>
            </a:r>
            <a:endParaRPr lang="en-IE"/>
          </a:p>
        </p:txBody>
      </p:sp>
      <p:sp>
        <p:nvSpPr>
          <p:cNvPr id="3" name="Text Placeholder 2">
            <a:extLst>
              <a:ext uri="{FF2B5EF4-FFF2-40B4-BE49-F238E27FC236}">
                <a16:creationId xmlns:a16="http://schemas.microsoft.com/office/drawing/2014/main" id="{81B742FB-3438-9D79-D6FF-4410846F7C5A}"/>
              </a:ext>
            </a:extLst>
          </p:cNvPr>
          <p:cNvSpPr txBox="1">
            <a:spLocks noGrp="1"/>
          </p:cNvSpPr>
          <p:nvPr>
            <p:ph type="body" idx="1"/>
          </p:nvPr>
        </p:nvSpPr>
        <p:spPr>
          <a:xfrm>
            <a:off x="631594" y="1904996"/>
            <a:ext cx="7521799" cy="4271967"/>
          </a:xfrm>
          <a:prstGeom prst="rect">
            <a:avLst/>
          </a:prstGeom>
          <a:noFill/>
          <a:ln>
            <a:noFill/>
          </a:ln>
        </p:spPr>
        <p:txBody>
          <a:bodyPr vert="horz" wrap="square" lIns="0" tIns="45720" rIns="0" bIns="45720" anchor="t" anchorCtr="0" compatLnSpc="1">
            <a:normAutofit/>
          </a:bodyPr>
          <a:lstStyle/>
          <a:p>
            <a:pPr lvl="0"/>
            <a:r>
              <a:rPr lang="en-US"/>
              <a:t>Bullet Tier 1: Lorum Ipsum lluptatem qui rectas event, conseni maximi, quo iur suntionse pos estrum,</a:t>
            </a:r>
          </a:p>
          <a:p>
            <a:pPr lvl="0"/>
            <a:r>
              <a:rPr lang="en-US"/>
              <a:t>Bullet Tier 1: Lorum Ipsum lluptatem qui rectas event, conseni maximi, quo iur suntionse pos estrum,</a:t>
            </a:r>
          </a:p>
          <a:p>
            <a:pPr lvl="0"/>
            <a:r>
              <a:rPr lang="en-US"/>
              <a:t>Click to edit Master text styles</a:t>
            </a:r>
          </a:p>
          <a:p>
            <a:pPr lvl="1"/>
            <a:r>
              <a:rPr lang="en-US"/>
              <a:t>Second level</a:t>
            </a:r>
          </a:p>
          <a:p>
            <a:pPr lvl="2"/>
            <a:r>
              <a:rPr lang="en-US"/>
              <a:t>Third level</a:t>
            </a:r>
          </a:p>
        </p:txBody>
      </p:sp>
      <p:cxnSp>
        <p:nvCxnSpPr>
          <p:cNvPr id="8" name="Straight Connector 9">
            <a:extLst>
              <a:ext uri="{FF2B5EF4-FFF2-40B4-BE49-F238E27FC236}">
                <a16:creationId xmlns:a16="http://schemas.microsoft.com/office/drawing/2014/main" id="{052D5BE6-22DB-72DF-3E35-DA9381B8BD4C}"/>
              </a:ext>
            </a:extLst>
          </p:cNvPr>
          <p:cNvCxnSpPr/>
          <p:nvPr/>
        </p:nvCxnSpPr>
        <p:spPr>
          <a:xfrm>
            <a:off x="631594" y="540465"/>
            <a:ext cx="10928808" cy="0"/>
          </a:xfrm>
          <a:prstGeom prst="straightConnector1">
            <a:avLst/>
          </a:prstGeom>
          <a:noFill/>
          <a:ln w="25402" cap="rnd">
            <a:solidFill>
              <a:srgbClr val="26CAD3"/>
            </a:solidFill>
            <a:custDash>
              <a:ds d="300000" sp="0"/>
            </a:custDash>
            <a:miter/>
          </a:ln>
        </p:spPr>
      </p:cxnSp>
    </p:spTree>
    <p:extLst>
      <p:ext uri="{BB962C8B-B14F-4D97-AF65-F5344CB8AC3E}">
        <p14:creationId xmlns:p14="http://schemas.microsoft.com/office/powerpoint/2010/main" val="2055019637"/>
      </p:ext>
    </p:extLst>
  </p:cSld>
  <p:clrMap bg1="lt1" tx1="dk1" bg2="lt2" tx2="dk2" accent1="accent1" accent2="accent2" accent3="accent3" accent4="accent4" accent5="accent5" accent6="accent6" hlink="hlink" folHlink="folHlink"/>
  <p:sldLayoutIdLst>
    <p:sldLayoutId id="2147483767" r:id="rId1"/>
    <p:sldLayoutId id="2147483768" r:id="rId2"/>
    <p:sldLayoutId id="2147483769" r:id="rId3"/>
    <p:sldLayoutId id="2147483770" r:id="rId4"/>
    <p:sldLayoutId id="2147483771" r:id="rId5"/>
    <p:sldLayoutId id="2147483772" r:id="rId6"/>
    <p:sldLayoutId id="2147483773" r:id="rId7"/>
    <p:sldLayoutId id="2147483774" r:id="rId8"/>
    <p:sldLayoutId id="2147483775" r:id="rId9"/>
    <p:sldLayoutId id="2147483776" r:id="rId10"/>
    <p:sldLayoutId id="2147483777" r:id="rId11"/>
    <p:sldLayoutId id="2147483778" r:id="rId12"/>
    <p:sldLayoutId id="2147483779" r:id="rId13"/>
    <p:sldLayoutId id="2147483780" r:id="rId14"/>
    <p:sldLayoutId id="2147483781" r:id="rId15"/>
    <p:sldLayoutId id="2147483782" r:id="rId16"/>
    <p:sldLayoutId id="2147483783" r:id="rId17"/>
    <p:sldLayoutId id="2147483784" r:id="rId18"/>
    <p:sldLayoutId id="2147483785" r:id="rId19"/>
    <p:sldLayoutId id="2147483786" r:id="rId20"/>
    <p:sldLayoutId id="2147483787" r:id="rId21"/>
    <p:sldLayoutId id="2147483788" r:id="rId22"/>
    <p:sldLayoutId id="2147483789" r:id="rId23"/>
  </p:sldLayoutIdLst>
  <p:hf sldNum="0" hdr="0" ftr="0" dt="0"/>
  <p:txStyles>
    <p:titleStyle>
      <a:lvl1pPr marL="0" marR="0" lvl="0" indent="0" algn="l" defTabSz="914400" rtl="0" fontAlgn="auto" hangingPunct="1">
        <a:lnSpc>
          <a:spcPct val="90000"/>
        </a:lnSpc>
        <a:spcBef>
          <a:spcPts val="0"/>
        </a:spcBef>
        <a:spcAft>
          <a:spcPts val="0"/>
        </a:spcAft>
        <a:buNone/>
        <a:tabLst/>
        <a:defRPr lang="en-US" sz="3300" b="1" i="0" u="none" strike="noStrike" kern="1200" cap="none" spc="0" baseline="0">
          <a:solidFill>
            <a:srgbClr val="00667D"/>
          </a:solidFill>
          <a:uFillTx/>
          <a:latin typeface="Calibri"/>
        </a:defRPr>
      </a:lvl1pPr>
    </p:titleStyle>
    <p:bodyStyle>
      <a:lvl1pPr marL="228600" marR="0" lvl="0" indent="-228600" algn="l" defTabSz="914400" rtl="0" fontAlgn="auto" hangingPunct="1">
        <a:lnSpc>
          <a:spcPct val="90000"/>
        </a:lnSpc>
        <a:spcBef>
          <a:spcPts val="1200"/>
        </a:spcBef>
        <a:spcAft>
          <a:spcPts val="0"/>
        </a:spcAft>
        <a:buClr>
          <a:srgbClr val="26CAD3"/>
        </a:buClr>
        <a:buSzPct val="100000"/>
        <a:buFont typeface="Arial" pitchFamily="34"/>
        <a:buChar char="•"/>
        <a:tabLst/>
        <a:defRPr lang="en-US" sz="1900" b="0" i="0" u="none" strike="noStrike" kern="1200" cap="none" spc="0" baseline="0">
          <a:solidFill>
            <a:srgbClr val="55565A"/>
          </a:solidFill>
          <a:uFillTx/>
          <a:latin typeface="Calibri"/>
        </a:defRPr>
      </a:lvl1pPr>
      <a:lvl2pPr marL="228600" marR="0" lvl="0" indent="-228600" algn="l" defTabSz="914400" rtl="0" fontAlgn="auto" hangingPunct="1">
        <a:lnSpc>
          <a:spcPct val="90000"/>
        </a:lnSpc>
        <a:spcBef>
          <a:spcPts val="1200"/>
        </a:spcBef>
        <a:spcAft>
          <a:spcPts val="0"/>
        </a:spcAft>
        <a:buClr>
          <a:srgbClr val="26CAD3"/>
        </a:buClr>
        <a:buSzPct val="100000"/>
        <a:buFont typeface="Arial" pitchFamily="34"/>
        <a:buChar char="•"/>
        <a:tabLst/>
        <a:defRPr lang="en-US" sz="1900" b="0" i="0" u="none" strike="noStrike" kern="1200" cap="none" spc="0" baseline="0">
          <a:solidFill>
            <a:srgbClr val="55565A"/>
          </a:solidFill>
          <a:uFillTx/>
          <a:latin typeface="Calibri"/>
        </a:defRPr>
      </a:lvl2pPr>
      <a:lvl3pPr marL="228600" marR="0" lvl="0" indent="-228600" algn="l" defTabSz="914400" rtl="0" fontAlgn="auto" hangingPunct="1">
        <a:lnSpc>
          <a:spcPct val="90000"/>
        </a:lnSpc>
        <a:spcBef>
          <a:spcPts val="1200"/>
        </a:spcBef>
        <a:spcAft>
          <a:spcPts val="0"/>
        </a:spcAft>
        <a:buClr>
          <a:srgbClr val="26CAD3"/>
        </a:buClr>
        <a:buSzPct val="100000"/>
        <a:buFont typeface="Arial" pitchFamily="34"/>
        <a:buChar char="•"/>
        <a:tabLst/>
        <a:defRPr lang="en-US" sz="1900" b="0" i="0" u="none" strike="noStrike" kern="1200" cap="none" spc="0" baseline="0">
          <a:solidFill>
            <a:srgbClr val="55565A"/>
          </a:solidFill>
          <a:uFillTx/>
          <a:latin typeface="Calibri"/>
        </a:defRPr>
      </a:lvl3pPr>
      <a:lvl4pPr marL="228600" marR="0" lvl="1" indent="-228600" algn="l" defTabSz="914400" rtl="0" fontAlgn="auto" hangingPunct="1">
        <a:lnSpc>
          <a:spcPct val="90000"/>
        </a:lnSpc>
        <a:spcBef>
          <a:spcPts val="1200"/>
        </a:spcBef>
        <a:spcAft>
          <a:spcPts val="0"/>
        </a:spcAft>
        <a:buClr>
          <a:srgbClr val="26CAD3"/>
        </a:buClr>
        <a:buSzPct val="100000"/>
        <a:buFont typeface="Arial" pitchFamily="34"/>
        <a:buChar char="•"/>
        <a:tabLst/>
        <a:defRPr lang="en-US" sz="1900" b="0" i="0" u="none" strike="noStrike" kern="1200" cap="none" spc="0" baseline="0">
          <a:solidFill>
            <a:srgbClr val="55565A"/>
          </a:solidFill>
          <a:uFillTx/>
          <a:latin typeface="Calibri"/>
        </a:defRPr>
      </a:lvl4pPr>
      <a:lvl5pPr marL="228600" marR="0" lvl="2" indent="-228600" algn="l" defTabSz="914400" rtl="0" fontAlgn="auto" hangingPunct="1">
        <a:lnSpc>
          <a:spcPct val="90000"/>
        </a:lnSpc>
        <a:spcBef>
          <a:spcPts val="1200"/>
        </a:spcBef>
        <a:spcAft>
          <a:spcPts val="0"/>
        </a:spcAft>
        <a:buClr>
          <a:srgbClr val="26CAD3"/>
        </a:buClr>
        <a:buSzPct val="100000"/>
        <a:buFont typeface="Arial" pitchFamily="34"/>
        <a:buChar char="•"/>
        <a:tabLst/>
        <a:defRPr lang="en-US" sz="1900" b="0" i="0" u="none" strike="noStrike" kern="1200" cap="none" spc="0" baseline="0">
          <a:solidFill>
            <a:srgbClr val="55565A"/>
          </a:solidFill>
          <a:uFillTx/>
          <a:latin typeface="Calibri"/>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grpSp>
        <p:nvGrpSpPr>
          <p:cNvPr id="7" name="Group 6"/>
          <p:cNvGrpSpPr/>
          <p:nvPr/>
        </p:nvGrpSpPr>
        <p:grpSpPr>
          <a:xfrm>
            <a:off x="1" y="0"/>
            <a:ext cx="12203289" cy="6858000"/>
            <a:chOff x="0" y="0"/>
            <a:chExt cx="9152467" cy="6858000"/>
          </a:xfrm>
        </p:grpSpPr>
        <p:pic>
          <p:nvPicPr>
            <p:cNvPr id="8" name="Picture 7" descr="SD-PanelContent.png"/>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9" name="Rectangle 8"/>
            <p:cNvSpPr/>
            <p:nvPr/>
          </p:nvSpPr>
          <p:spPr>
            <a:xfrm>
              <a:off x="553888" y="542807"/>
              <a:ext cx="8039776" cy="5756392"/>
            </a:xfrm>
            <a:prstGeom prst="rect">
              <a:avLst/>
            </a:prstGeom>
            <a:noFill/>
            <a:ln w="15875" cap="flat">
              <a:miter lim="800000"/>
            </a:ln>
          </p:spPr>
          <p:style>
            <a:lnRef idx="1">
              <a:schemeClr val="accent1"/>
            </a:lnRef>
            <a:fillRef idx="3">
              <a:schemeClr val="accent1"/>
            </a:fillRef>
            <a:effectRef idx="2">
              <a:schemeClr val="accent1"/>
            </a:effectRef>
            <a:fontRef idx="minor">
              <a:schemeClr val="lt1"/>
            </a:fontRef>
          </p:style>
          <p:txBody>
            <a:bodyPr/>
            <a:lstStyle/>
            <a:p>
              <a:endParaRPr lang="en-IN" sz="1800"/>
            </a:p>
          </p:txBody>
        </p:sp>
        <p:pic>
          <p:nvPicPr>
            <p:cNvPr id="10" name="Picture 9" descr="HDRibbonContent-UniformTrim.png"/>
            <p:cNvPicPr>
              <a:picLocks noChangeAspect="1"/>
            </p:cNvPicPr>
            <p:nvPr/>
          </p:nvPicPr>
          <p:blipFill rotWithShape="1">
            <a:blip r:embed="rId20">
              <a:extLst>
                <a:ext uri="{28A0092B-C50C-407E-A947-70E740481C1C}">
                  <a14:useLocalDpi xmlns:a14="http://schemas.microsoft.com/office/drawing/2010/main" val="0"/>
                </a:ext>
              </a:extLst>
            </a:blip>
            <a:srcRect l="1" r="14240"/>
            <a:stretch/>
          </p:blipFill>
          <p:spPr>
            <a:xfrm>
              <a:off x="0" y="3128434"/>
              <a:ext cx="685800" cy="606425"/>
            </a:xfrm>
            <a:prstGeom prst="rect">
              <a:avLst/>
            </a:prstGeom>
          </p:spPr>
        </p:pic>
        <p:pic>
          <p:nvPicPr>
            <p:cNvPr id="11" name="Picture 10" descr="HDRibbonContent-UniformTrim.png"/>
            <p:cNvPicPr>
              <a:picLocks noChangeAspect="1"/>
            </p:cNvPicPr>
            <p:nvPr/>
          </p:nvPicPr>
          <p:blipFill rotWithShape="1">
            <a:blip r:embed="rId20">
              <a:extLst>
                <a:ext uri="{28A0092B-C50C-407E-A947-70E740481C1C}">
                  <a14:useLocalDpi xmlns:a14="http://schemas.microsoft.com/office/drawing/2010/main" val="0"/>
                </a:ext>
              </a:extLst>
            </a:blip>
            <a:srcRect l="1" r="14240"/>
            <a:stretch/>
          </p:blipFill>
          <p:spPr>
            <a:xfrm>
              <a:off x="8466667" y="3128434"/>
              <a:ext cx="685800" cy="606425"/>
            </a:xfrm>
            <a:prstGeom prst="rect">
              <a:avLst/>
            </a:prstGeom>
          </p:spPr>
        </p:pic>
      </p:grpSp>
      <p:sp>
        <p:nvSpPr>
          <p:cNvPr id="2" name="Title Placeholder 1"/>
          <p:cNvSpPr>
            <a:spLocks noGrp="1"/>
          </p:cNvSpPr>
          <p:nvPr>
            <p:ph type="title"/>
          </p:nvPr>
        </p:nvSpPr>
        <p:spPr>
          <a:xfrm>
            <a:off x="1569155" y="915338"/>
            <a:ext cx="9064979" cy="1303867"/>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569154" y="2490136"/>
            <a:ext cx="9064981" cy="3444997"/>
          </a:xfrm>
          <a:prstGeom prst="rect">
            <a:avLst/>
          </a:prstGeom>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475561" y="5960533"/>
            <a:ext cx="1531044"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endParaRPr lang="en-IN"/>
          </a:p>
        </p:txBody>
      </p:sp>
      <p:sp>
        <p:nvSpPr>
          <p:cNvPr id="5" name="Footer Placeholder 4"/>
          <p:cNvSpPr>
            <a:spLocks noGrp="1"/>
          </p:cNvSpPr>
          <p:nvPr>
            <p:ph type="ftr" sz="quarter" idx="3"/>
          </p:nvPr>
        </p:nvSpPr>
        <p:spPr>
          <a:xfrm>
            <a:off x="1569154" y="5960533"/>
            <a:ext cx="6806223" cy="279400"/>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IN"/>
          </a:p>
        </p:txBody>
      </p:sp>
      <p:sp>
        <p:nvSpPr>
          <p:cNvPr id="6" name="Slide Number Placeholder 5"/>
          <p:cNvSpPr>
            <a:spLocks noGrp="1"/>
          </p:cNvSpPr>
          <p:nvPr>
            <p:ph type="sldNum" sz="quarter" idx="4"/>
          </p:nvPr>
        </p:nvSpPr>
        <p:spPr>
          <a:xfrm>
            <a:off x="10106788" y="5960533"/>
            <a:ext cx="527347"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BF233BAC-29A9-4035-88BE-28AE866AE2DA}" type="slidenum">
              <a:rPr lang="en-IN" smtClean="0"/>
              <a:pPr/>
              <a:t>‹#›</a:t>
            </a:fld>
            <a:endParaRPr lang="en-IN"/>
          </a:p>
        </p:txBody>
      </p:sp>
    </p:spTree>
    <p:extLst>
      <p:ext uri="{BB962C8B-B14F-4D97-AF65-F5344CB8AC3E}">
        <p14:creationId xmlns:p14="http://schemas.microsoft.com/office/powerpoint/2010/main" val="2879195623"/>
      </p:ext>
    </p:extLst>
  </p:cSld>
  <p:clrMap bg1="lt1" tx1="dk1" bg2="lt2" tx2="dk2" accent1="accent1" accent2="accent2" accent3="accent3" accent4="accent4" accent5="accent5" accent6="accent6" hlink="hlink" folHlink="folHlink"/>
  <p:sldLayoutIdLst>
    <p:sldLayoutId id="2147483791" r:id="rId1"/>
    <p:sldLayoutId id="2147483792" r:id="rId2"/>
    <p:sldLayoutId id="2147483793" r:id="rId3"/>
    <p:sldLayoutId id="2147483794" r:id="rId4"/>
    <p:sldLayoutId id="2147483795" r:id="rId5"/>
    <p:sldLayoutId id="2147483796" r:id="rId6"/>
    <p:sldLayoutId id="2147483797" r:id="rId7"/>
    <p:sldLayoutId id="2147483798" r:id="rId8"/>
    <p:sldLayoutId id="2147483799" r:id="rId9"/>
    <p:sldLayoutId id="2147483800" r:id="rId10"/>
    <p:sldLayoutId id="2147483801" r:id="rId11"/>
    <p:sldLayoutId id="2147483802" r:id="rId12"/>
    <p:sldLayoutId id="2147483803" r:id="rId13"/>
    <p:sldLayoutId id="2147483804" r:id="rId14"/>
    <p:sldLayoutId id="2147483805" r:id="rId15"/>
    <p:sldLayoutId id="2147483806" r:id="rId16"/>
    <p:sldLayoutId id="2147483807" r:id="rId17"/>
  </p:sldLayoutIdLst>
  <p:hf sldNum="0" hdr="0" ftr="0" dt="0"/>
  <p:txStyles>
    <p:titleStyle>
      <a:lvl1pPr algn="ctr" defTabSz="457200" rtl="0" eaLnBrk="1" latinLnBrk="0" hangingPunct="1">
        <a:spcBef>
          <a:spcPct val="0"/>
        </a:spcBef>
        <a:buNone/>
        <a:defRPr sz="4000" kern="1200" cap="none">
          <a:ln w="3175" cmpd="sng">
            <a:noFill/>
          </a:ln>
          <a:solidFill>
            <a:schemeClr val="tx1">
              <a:lumMod val="85000"/>
              <a:lumOff val="15000"/>
            </a:schemeClr>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115000"/>
        <a:buFont typeface="Arial"/>
        <a:buChar char="•"/>
        <a:defRPr sz="2400" kern="1200" cap="none">
          <a:solidFill>
            <a:schemeClr val="tx1">
              <a:lumMod val="85000"/>
              <a:lumOff val="1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15000"/>
        <a:buFont typeface="Arial"/>
        <a:buChar char="•"/>
        <a:defRPr sz="2000" kern="1200" cap="none">
          <a:solidFill>
            <a:schemeClr val="tx1">
              <a:lumMod val="85000"/>
              <a:lumOff val="1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15000"/>
        <a:buFont typeface="Arial"/>
        <a:buChar char="•"/>
        <a:defRPr sz="1800" kern="1200" cap="none">
          <a:solidFill>
            <a:schemeClr val="tx1">
              <a:lumMod val="85000"/>
              <a:lumOff val="1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15000"/>
        <a:buFont typeface="Arial"/>
        <a:buChar char="•"/>
        <a:defRPr sz="1600" kern="1200" cap="none">
          <a:solidFill>
            <a:schemeClr val="tx1">
              <a:lumMod val="85000"/>
              <a:lumOff val="1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C3F1F9C-7792-BD09-4C73-B4A1A4E78951}"/>
              </a:ext>
            </a:extLst>
          </p:cNvPr>
          <p:cNvSpPr txBox="1">
            <a:spLocks noGrp="1"/>
          </p:cNvSpPr>
          <p:nvPr>
            <p:ph type="title"/>
          </p:nvPr>
        </p:nvSpPr>
        <p:spPr>
          <a:xfrm>
            <a:off x="609603" y="274640"/>
            <a:ext cx="10972800" cy="1143000"/>
          </a:xfrm>
          <a:prstGeom prst="rect">
            <a:avLst/>
          </a:prstGeom>
          <a:noFill/>
          <a:ln>
            <a:noFill/>
          </a:ln>
        </p:spPr>
        <p:txBody>
          <a:bodyPr vert="horz" wrap="square" lIns="91440" tIns="45720" rIns="91440" bIns="45720" anchor="ctr" anchorCtr="1" compatLnSpc="1">
            <a:normAutofit/>
          </a:bodyPr>
          <a:lstStyle/>
          <a:p>
            <a:pPr lvl="0"/>
            <a:r>
              <a:rPr lang="en-US"/>
              <a:t>Click to edit Master title style</a:t>
            </a:r>
          </a:p>
        </p:txBody>
      </p:sp>
      <p:sp>
        <p:nvSpPr>
          <p:cNvPr id="3" name="Text Placeholder 2">
            <a:extLst>
              <a:ext uri="{FF2B5EF4-FFF2-40B4-BE49-F238E27FC236}">
                <a16:creationId xmlns:a16="http://schemas.microsoft.com/office/drawing/2014/main" id="{3BA21CB9-F3C8-E76B-9B8A-09616928C968}"/>
              </a:ext>
            </a:extLst>
          </p:cNvPr>
          <p:cNvSpPr txBox="1">
            <a:spLocks noGrp="1"/>
          </p:cNvSpPr>
          <p:nvPr>
            <p:ph type="body" idx="1"/>
          </p:nvPr>
        </p:nvSpPr>
        <p:spPr>
          <a:xfrm>
            <a:off x="609603" y="1600200"/>
            <a:ext cx="10972800" cy="4525959"/>
          </a:xfrm>
          <a:prstGeom prst="rect">
            <a:avLst/>
          </a:prstGeom>
          <a:noFill/>
          <a:ln>
            <a:noFill/>
          </a:ln>
        </p:spPr>
        <p:txBody>
          <a:bodyPr vert="horz" wrap="square" lIns="91440" tIns="45720" rIns="91440" bIns="45720" anchor="t" anchorCtr="0" compatLnSpc="1">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E2D8D3E-1A37-301F-3BC2-E33102DFC5F0}"/>
              </a:ext>
            </a:extLst>
          </p:cNvPr>
          <p:cNvSpPr txBox="1">
            <a:spLocks noGrp="1"/>
          </p:cNvSpPr>
          <p:nvPr>
            <p:ph type="dt" sz="half" idx="2"/>
          </p:nvPr>
        </p:nvSpPr>
        <p:spPr>
          <a:xfrm>
            <a:off x="609603" y="6356351"/>
            <a:ext cx="2844798" cy="365129"/>
          </a:xfrm>
          <a:prstGeom prst="rect">
            <a:avLst/>
          </a:prstGeom>
          <a:noFill/>
          <a:ln>
            <a:noFill/>
          </a:ln>
        </p:spPr>
        <p:txBody>
          <a:bodyPr vert="horz" wrap="square" lIns="91440" tIns="45720" rIns="91440" bIns="45720" anchor="ctr" anchorCtr="0" compatLnSpc="1">
            <a:noAutofit/>
          </a:bodyPr>
          <a:lstStyle>
            <a:lvl1pPr marL="0" marR="0" lvl="0" indent="0" algn="l" defTabSz="914400" rtl="0" fontAlgn="auto" hangingPunct="1">
              <a:lnSpc>
                <a:spcPct val="100000"/>
              </a:lnSpc>
              <a:spcBef>
                <a:spcPts val="0"/>
              </a:spcBef>
              <a:spcAft>
                <a:spcPts val="0"/>
              </a:spcAft>
              <a:buNone/>
              <a:tabLst/>
              <a:defRPr lang="en-US" sz="1200" b="0" i="0" u="none" strike="noStrike" kern="1200" cap="none" spc="0" baseline="0">
                <a:solidFill>
                  <a:srgbClr val="898989"/>
                </a:solidFill>
                <a:uFillTx/>
                <a:latin typeface="Calibri"/>
              </a:defRPr>
            </a:lvl1pPr>
          </a:lstStyle>
          <a:p>
            <a:pPr lvl="0"/>
            <a:endParaRPr lang="en-US"/>
          </a:p>
        </p:txBody>
      </p:sp>
      <p:sp>
        <p:nvSpPr>
          <p:cNvPr id="5" name="Footer Placeholder 4">
            <a:extLst>
              <a:ext uri="{FF2B5EF4-FFF2-40B4-BE49-F238E27FC236}">
                <a16:creationId xmlns:a16="http://schemas.microsoft.com/office/drawing/2014/main" id="{BAEE8C35-9AE9-964C-69AE-27F457B2CA8D}"/>
              </a:ext>
            </a:extLst>
          </p:cNvPr>
          <p:cNvSpPr txBox="1">
            <a:spLocks noGrp="1"/>
          </p:cNvSpPr>
          <p:nvPr>
            <p:ph type="ftr" sz="quarter" idx="3"/>
          </p:nvPr>
        </p:nvSpPr>
        <p:spPr>
          <a:xfrm>
            <a:off x="4165604" y="6356351"/>
            <a:ext cx="3860797" cy="365129"/>
          </a:xfrm>
          <a:prstGeom prst="rect">
            <a:avLst/>
          </a:prstGeom>
          <a:noFill/>
          <a:ln>
            <a:noFill/>
          </a:ln>
        </p:spPr>
        <p:txBody>
          <a:bodyPr vert="horz" wrap="square" lIns="91440" tIns="45720" rIns="91440" bIns="45720" anchor="ctr" anchorCtr="1" compatLnSpc="1">
            <a:noAutofit/>
          </a:bodyPr>
          <a:lstStyle>
            <a:lvl1pPr marL="0" marR="0" lvl="0" indent="0" algn="ctr" defTabSz="914400" rtl="0" fontAlgn="auto" hangingPunct="1">
              <a:lnSpc>
                <a:spcPct val="100000"/>
              </a:lnSpc>
              <a:spcBef>
                <a:spcPts val="0"/>
              </a:spcBef>
              <a:spcAft>
                <a:spcPts val="0"/>
              </a:spcAft>
              <a:buNone/>
              <a:tabLst/>
              <a:defRPr lang="en-US" sz="1200" b="0" i="0" u="none" strike="noStrike" kern="1200" cap="none" spc="0" baseline="0">
                <a:solidFill>
                  <a:srgbClr val="898989"/>
                </a:solidFill>
                <a:uFillTx/>
                <a:latin typeface="Calibri"/>
              </a:defRPr>
            </a:lvl1pPr>
          </a:lstStyle>
          <a:p>
            <a:pPr lvl="0"/>
            <a:endParaRPr lang="en-US"/>
          </a:p>
        </p:txBody>
      </p:sp>
      <p:sp>
        <p:nvSpPr>
          <p:cNvPr id="6" name="Slide Number Placeholder 5">
            <a:extLst>
              <a:ext uri="{FF2B5EF4-FFF2-40B4-BE49-F238E27FC236}">
                <a16:creationId xmlns:a16="http://schemas.microsoft.com/office/drawing/2014/main" id="{2B84B10F-C4BA-27CE-B2D2-A397B9B92D2A}"/>
              </a:ext>
            </a:extLst>
          </p:cNvPr>
          <p:cNvSpPr txBox="1">
            <a:spLocks noGrp="1"/>
          </p:cNvSpPr>
          <p:nvPr>
            <p:ph type="sldNum" sz="quarter" idx="4"/>
          </p:nvPr>
        </p:nvSpPr>
        <p:spPr>
          <a:xfrm>
            <a:off x="8737604" y="6356351"/>
            <a:ext cx="2844798" cy="365129"/>
          </a:xfrm>
          <a:prstGeom prst="rect">
            <a:avLst/>
          </a:prstGeom>
          <a:noFill/>
          <a:ln>
            <a:noFill/>
          </a:ln>
        </p:spPr>
        <p:txBody>
          <a:bodyPr vert="horz" wrap="square" lIns="91440" tIns="45720" rIns="91440" bIns="45720" anchor="ctr" anchorCtr="0" compatLnSpc="1">
            <a:noAutofit/>
          </a:bodyPr>
          <a:lstStyle>
            <a:lvl1pPr marL="0" marR="0" lvl="0" indent="0" algn="r" defTabSz="914400" rtl="0" fontAlgn="auto" hangingPunct="1">
              <a:lnSpc>
                <a:spcPct val="100000"/>
              </a:lnSpc>
              <a:spcBef>
                <a:spcPts val="0"/>
              </a:spcBef>
              <a:spcAft>
                <a:spcPts val="0"/>
              </a:spcAft>
              <a:buNone/>
              <a:tabLst/>
              <a:defRPr lang="en-US" sz="1200" b="0" i="0" u="none" strike="noStrike" kern="1200" cap="none" spc="0" baseline="0">
                <a:solidFill>
                  <a:srgbClr val="898989"/>
                </a:solidFill>
                <a:uFillTx/>
                <a:latin typeface="Calibri"/>
              </a:defRPr>
            </a:lvl1pPr>
          </a:lstStyle>
          <a:p>
            <a:pPr lvl="0"/>
            <a:fld id="{7C0417AA-12A0-48A3-8BAE-748AB9373670}" type="slidenum">
              <a:t>‹#›</a:t>
            </a:fld>
            <a:endParaRPr lang="en-US"/>
          </a:p>
        </p:txBody>
      </p:sp>
    </p:spTree>
    <p:extLst>
      <p:ext uri="{BB962C8B-B14F-4D97-AF65-F5344CB8AC3E}">
        <p14:creationId xmlns:p14="http://schemas.microsoft.com/office/powerpoint/2010/main" val="1603405825"/>
      </p:ext>
    </p:extLst>
  </p:cSld>
  <p:clrMap bg1="lt1" tx1="dk1" bg2="lt2" tx2="dk2" accent1="accent1" accent2="accent2" accent3="accent3" accent4="accent4" accent5="accent5" accent6="accent6" hlink="hlink" folHlink="folHlink"/>
  <p:sldLayoutIdLst>
    <p:sldLayoutId id="2147483809" r:id="rId1"/>
    <p:sldLayoutId id="2147483810" r:id="rId2"/>
    <p:sldLayoutId id="2147483811" r:id="rId3"/>
    <p:sldLayoutId id="2147483812" r:id="rId4"/>
    <p:sldLayoutId id="2147483813" r:id="rId5"/>
    <p:sldLayoutId id="2147483814" r:id="rId6"/>
    <p:sldLayoutId id="2147483815" r:id="rId7"/>
    <p:sldLayoutId id="2147483816" r:id="rId8"/>
    <p:sldLayoutId id="2147483817" r:id="rId9"/>
    <p:sldLayoutId id="2147483818" r:id="rId10"/>
    <p:sldLayoutId id="2147483819" r:id="rId11"/>
    <p:sldLayoutId id="2147483820" r:id="rId12"/>
  </p:sldLayoutIdLst>
  <p:hf sldNum="0" hdr="0" ftr="0" dt="0"/>
  <p:txStyles>
    <p:titleStyle>
      <a:lvl1pPr marL="0" marR="0" lvl="0" indent="0" algn="ctr" defTabSz="914400" rtl="0" fontAlgn="auto" hangingPunct="1">
        <a:lnSpc>
          <a:spcPct val="100000"/>
        </a:lnSpc>
        <a:spcBef>
          <a:spcPts val="0"/>
        </a:spcBef>
        <a:spcAft>
          <a:spcPts val="0"/>
        </a:spcAft>
        <a:buNone/>
        <a:tabLst/>
        <a:defRPr lang="en-US" sz="4400" b="0" i="0" u="none" strike="noStrike" kern="1200" cap="none" spc="0" baseline="0">
          <a:solidFill>
            <a:srgbClr val="000000"/>
          </a:solidFill>
          <a:uFillTx/>
          <a:latin typeface="Calibri"/>
        </a:defRPr>
      </a:lvl1pPr>
    </p:titleStyle>
    <p:bodyStyle>
      <a:lvl1pPr marL="342900" marR="0" lvl="0" indent="-342900" algn="l" defTabSz="914400" rtl="0" fontAlgn="auto" hangingPunct="1">
        <a:lnSpc>
          <a:spcPct val="100000"/>
        </a:lnSpc>
        <a:spcBef>
          <a:spcPts val="800"/>
        </a:spcBef>
        <a:spcAft>
          <a:spcPts val="0"/>
        </a:spcAft>
        <a:buSzPct val="100000"/>
        <a:buFont typeface="Arial" pitchFamily="34"/>
        <a:buChar char="•"/>
        <a:tabLst/>
        <a:defRPr lang="en-US" sz="3200" b="0" i="0" u="none" strike="noStrike" kern="1200" cap="none" spc="0" baseline="0">
          <a:solidFill>
            <a:srgbClr val="000000"/>
          </a:solidFill>
          <a:uFillTx/>
          <a:latin typeface="Calibri"/>
        </a:defRPr>
      </a:lvl1pPr>
      <a:lvl2pPr marL="742950" marR="0" lvl="1" indent="-285750" algn="l" defTabSz="914400" rtl="0" fontAlgn="auto" hangingPunct="1">
        <a:lnSpc>
          <a:spcPct val="100000"/>
        </a:lnSpc>
        <a:spcBef>
          <a:spcPts val="700"/>
        </a:spcBef>
        <a:spcAft>
          <a:spcPts val="0"/>
        </a:spcAft>
        <a:buSzPct val="100000"/>
        <a:buFont typeface="Arial" pitchFamily="34"/>
        <a:buChar char="–"/>
        <a:tabLst/>
        <a:defRPr lang="en-US" sz="2800" b="0" i="0" u="none" strike="noStrike" kern="1200" cap="none" spc="0" baseline="0">
          <a:solidFill>
            <a:srgbClr val="000000"/>
          </a:solidFill>
          <a:uFillTx/>
          <a:latin typeface="Calibri"/>
        </a:defRPr>
      </a:lvl2pPr>
      <a:lvl3pPr marL="1143000" marR="0" lvl="2" indent="-228600" algn="l" defTabSz="914400" rtl="0" fontAlgn="auto" hangingPunct="1">
        <a:lnSpc>
          <a:spcPct val="100000"/>
        </a:lnSpc>
        <a:spcBef>
          <a:spcPts val="600"/>
        </a:spcBef>
        <a:spcAft>
          <a:spcPts val="0"/>
        </a:spcAft>
        <a:buSzPct val="100000"/>
        <a:buFont typeface="Arial" pitchFamily="34"/>
        <a:buChar char="•"/>
        <a:tabLst/>
        <a:defRPr lang="en-US" sz="2400" b="0" i="0" u="none" strike="noStrike" kern="1200" cap="none" spc="0" baseline="0">
          <a:solidFill>
            <a:srgbClr val="000000"/>
          </a:solidFill>
          <a:uFillTx/>
          <a:latin typeface="Calibri"/>
        </a:defRPr>
      </a:lvl3pPr>
      <a:lvl4pPr marL="1600200" marR="0" lvl="3" indent="-228600" algn="l" defTabSz="914400" rtl="0" fontAlgn="auto" hangingPunct="1">
        <a:lnSpc>
          <a:spcPct val="100000"/>
        </a:lnSpc>
        <a:spcBef>
          <a:spcPts val="500"/>
        </a:spcBef>
        <a:spcAft>
          <a:spcPts val="0"/>
        </a:spcAft>
        <a:buSzPct val="100000"/>
        <a:buFont typeface="Arial" pitchFamily="34"/>
        <a:buChar char="–"/>
        <a:tabLst/>
        <a:defRPr lang="en-US" sz="2000" b="0" i="0" u="none" strike="noStrike" kern="1200" cap="none" spc="0" baseline="0">
          <a:solidFill>
            <a:srgbClr val="000000"/>
          </a:solidFill>
          <a:uFillTx/>
          <a:latin typeface="Calibri"/>
        </a:defRPr>
      </a:lvl4pPr>
      <a:lvl5pPr marL="2057400" marR="0" lvl="4" indent="-228600" algn="l" defTabSz="914400" rtl="0" fontAlgn="auto" hangingPunct="1">
        <a:lnSpc>
          <a:spcPct val="100000"/>
        </a:lnSpc>
        <a:spcBef>
          <a:spcPts val="500"/>
        </a:spcBef>
        <a:spcAft>
          <a:spcPts val="0"/>
        </a:spcAft>
        <a:buSzPct val="100000"/>
        <a:buFont typeface="Arial" pitchFamily="34"/>
        <a:buChar char="»"/>
        <a:tabLst/>
        <a:defRPr lang="en-US" sz="2000" b="0" i="0" u="none" strike="noStrike" kern="1200" cap="none" spc="0" baseline="0">
          <a:solidFill>
            <a:srgbClr val="000000"/>
          </a:solidFill>
          <a:uFillTx/>
          <a:latin typeface="Calibri"/>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9.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D97F74F-2C97-CAAE-BFFE-4AB59C9B0CA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6E8AF5D8-44DC-3827-A81A-50B2DBA0222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3972394A-11AC-CA11-C367-46C0A3EB202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n-GB" dirty="0"/>
          </a:p>
        </p:txBody>
      </p:sp>
      <p:sp>
        <p:nvSpPr>
          <p:cNvPr id="5" name="Footer Placeholder 4">
            <a:extLst>
              <a:ext uri="{FF2B5EF4-FFF2-40B4-BE49-F238E27FC236}">
                <a16:creationId xmlns:a16="http://schemas.microsoft.com/office/drawing/2014/main" id="{B24EDFE8-6F24-013F-2D13-36B268B2DF4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dirty="0"/>
          </a:p>
        </p:txBody>
      </p:sp>
      <p:sp>
        <p:nvSpPr>
          <p:cNvPr id="6" name="Slide Number Placeholder 5">
            <a:extLst>
              <a:ext uri="{FF2B5EF4-FFF2-40B4-BE49-F238E27FC236}">
                <a16:creationId xmlns:a16="http://schemas.microsoft.com/office/drawing/2014/main" id="{2834227F-37C6-3D08-364F-3CB3C3C6ECA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543E3C9-646C-4166-9BF4-CF049967B668}" type="slidenum">
              <a:rPr lang="en-GB" smtClean="0"/>
              <a:t>‹#›</a:t>
            </a:fld>
            <a:endParaRPr lang="en-GB" dirty="0"/>
          </a:p>
        </p:txBody>
      </p:sp>
    </p:spTree>
    <p:extLst>
      <p:ext uri="{BB962C8B-B14F-4D97-AF65-F5344CB8AC3E}">
        <p14:creationId xmlns:p14="http://schemas.microsoft.com/office/powerpoint/2010/main" val="3556269617"/>
      </p:ext>
    </p:extLst>
  </p:cSld>
  <p:clrMap bg1="lt1" tx1="dk1" bg2="lt2" tx2="dk2" accent1="accent1" accent2="accent2" accent3="accent3" accent4="accent4" accent5="accent5" accent6="accent6" hlink="hlink" folHlink="folHlink"/>
  <p:sldLayoutIdLst>
    <p:sldLayoutId id="2147483822" r:id="rId1"/>
    <p:sldLayoutId id="2147483823" r:id="rId2"/>
    <p:sldLayoutId id="2147483824" r:id="rId3"/>
    <p:sldLayoutId id="2147483825" r:id="rId4"/>
    <p:sldLayoutId id="2147483826" r:id="rId5"/>
    <p:sldLayoutId id="2147483827" r:id="rId6"/>
    <p:sldLayoutId id="2147483828" r:id="rId7"/>
    <p:sldLayoutId id="2147483829" r:id="rId8"/>
    <p:sldLayoutId id="2147483830" r:id="rId9"/>
    <p:sldLayoutId id="2147483831" r:id="rId10"/>
    <p:sldLayoutId id="2147483832" r:id="rId11"/>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0.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849D475-7154-42DD-9067-ACE4D1B546FC}" type="slidenum">
              <a:rPr lang="en-US" smtClean="0"/>
              <a:pPr/>
              <a:t>‹#›</a:t>
            </a:fld>
            <a:endParaRPr lang="en-US"/>
          </a:p>
        </p:txBody>
      </p:sp>
    </p:spTree>
    <p:extLst>
      <p:ext uri="{BB962C8B-B14F-4D97-AF65-F5344CB8AC3E}">
        <p14:creationId xmlns:p14="http://schemas.microsoft.com/office/powerpoint/2010/main" val="1500920321"/>
      </p:ext>
    </p:extLst>
  </p:cSld>
  <p:clrMap bg1="lt1" tx1="dk1" bg2="lt2" tx2="dk2" accent1="accent1" accent2="accent2" accent3="accent3" accent4="accent4" accent5="accent5" accent6="accent6" hlink="hlink" folHlink="folHlink"/>
  <p:sldLayoutIdLst>
    <p:sldLayoutId id="2147483834" r:id="rId1"/>
    <p:sldLayoutId id="2147483835" r:id="rId2"/>
    <p:sldLayoutId id="2147483836" r:id="rId3"/>
    <p:sldLayoutId id="2147483837" r:id="rId4"/>
    <p:sldLayoutId id="2147483838" r:id="rId5"/>
    <p:sldLayoutId id="2147483839" r:id="rId6"/>
    <p:sldLayoutId id="2147483840" r:id="rId7"/>
    <p:sldLayoutId id="2147483841" r:id="rId8"/>
    <p:sldLayoutId id="2147483842" r:id="rId9"/>
    <p:sldLayoutId id="2147483843" r:id="rId10"/>
    <p:sldLayoutId id="2147483844" r:id="rId1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44.xml"/><Relationship Id="rId2" Type="http://schemas.openxmlformats.org/officeDocument/2006/relationships/notesSlide" Target="../notesSlides/notesSlide64.xml"/><Relationship Id="rId3" Type="http://schemas.openxmlformats.org/officeDocument/2006/relationships/image" Target="../media/image239.png"/><Relationship Id="rId4" Type="http://schemas.openxmlformats.org/officeDocument/2006/relationships/image" Target="../media/image183.png"/><Relationship Id="rId5" Type="http://schemas.openxmlformats.org/officeDocument/2006/relationships/image" Target="../media/image240.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44.xml"/><Relationship Id="rId2" Type="http://schemas.openxmlformats.org/officeDocument/2006/relationships/notesSlide" Target="../notesSlides/notesSlide65.xml"/><Relationship Id="rId3" Type="http://schemas.openxmlformats.org/officeDocument/2006/relationships/image" Target="../media/image241.png"/><Relationship Id="rId4" Type="http://schemas.openxmlformats.org/officeDocument/2006/relationships/image" Target="../media/image242.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44.xml"/><Relationship Id="rId2" Type="http://schemas.openxmlformats.org/officeDocument/2006/relationships/notesSlide" Target="../notesSlides/notesSlide66.xml"/><Relationship Id="rId3" Type="http://schemas.openxmlformats.org/officeDocument/2006/relationships/image" Target="../media/image184.png"/><Relationship Id="rId4" Type="http://schemas.openxmlformats.org/officeDocument/2006/relationships/image" Target="../media/image243.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44.xml"/><Relationship Id="rId2" Type="http://schemas.openxmlformats.org/officeDocument/2006/relationships/notesSlide" Target="../notesSlides/notesSlide67.xml"/><Relationship Id="rId3" Type="http://schemas.openxmlformats.org/officeDocument/2006/relationships/image" Target="../media/image244.png"/><Relationship Id="rId4" Type="http://schemas.openxmlformats.org/officeDocument/2006/relationships/image" Target="../media/image245.png"/><Relationship Id="rId5" Type="http://schemas.openxmlformats.org/officeDocument/2006/relationships/image" Target="../media/image246.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44.xml"/><Relationship Id="rId2" Type="http://schemas.openxmlformats.org/officeDocument/2006/relationships/notesSlide" Target="../notesSlides/notesSlide68.xml"/><Relationship Id="rId3" Type="http://schemas.openxmlformats.org/officeDocument/2006/relationships/image" Target="../media/image183.png"/><Relationship Id="rId4" Type="http://schemas.openxmlformats.org/officeDocument/2006/relationships/image" Target="../media/image247.png"/><Relationship Id="rId5" Type="http://schemas.openxmlformats.org/officeDocument/2006/relationships/image" Target="../media/image248.png"/><Relationship Id="rId6" Type="http://schemas.openxmlformats.org/officeDocument/2006/relationships/image" Target="../media/image195.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44.xml"/><Relationship Id="rId2" Type="http://schemas.openxmlformats.org/officeDocument/2006/relationships/notesSlide" Target="../notesSlides/notesSlide69.xml"/><Relationship Id="rId3" Type="http://schemas.openxmlformats.org/officeDocument/2006/relationships/image" Target="../media/image249.png"/><Relationship Id="rId4" Type="http://schemas.openxmlformats.org/officeDocument/2006/relationships/image" Target="../media/image250.png"/><Relationship Id="rId5" Type="http://schemas.openxmlformats.org/officeDocument/2006/relationships/image" Target="../media/image25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44.xml"/><Relationship Id="rId2" Type="http://schemas.openxmlformats.org/officeDocument/2006/relationships/notesSlide" Target="../notesSlides/notesSlide70.xml"/><Relationship Id="rId3" Type="http://schemas.openxmlformats.org/officeDocument/2006/relationships/image" Target="../media/image252.png"/><Relationship Id="rId4" Type="http://schemas.openxmlformats.org/officeDocument/2006/relationships/image" Target="../media/image253.png"/><Relationship Id="rId5" Type="http://schemas.openxmlformats.org/officeDocument/2006/relationships/image" Target="../media/image254.png"/><Relationship Id="rId6" Type="http://schemas.openxmlformats.org/officeDocument/2006/relationships/image" Target="../media/image255.png"/><Relationship Id="rId7" Type="http://schemas.openxmlformats.org/officeDocument/2006/relationships/image" Target="../media/image256.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image" Target="../media/image257.png"/><Relationship Id="rId3" Type="http://schemas.openxmlformats.org/officeDocument/2006/relationships/image" Target="../media/image258.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image" Target="../media/image259.png"/><Relationship Id="rId3" Type="http://schemas.openxmlformats.org/officeDocument/2006/relationships/image" Target="../media/image260.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46.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4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71.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48.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48.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16.xml"/><Relationship Id="rId3" Type="http://schemas.openxmlformats.org/officeDocument/2006/relationships/diagramLayout" Target="../diagrams/layout16.xml"/><Relationship Id="rId4" Type="http://schemas.openxmlformats.org/officeDocument/2006/relationships/diagramQuickStyle" Target="../diagrams/quickStyle16.xml"/><Relationship Id="rId5" Type="http://schemas.openxmlformats.org/officeDocument/2006/relationships/diagramColors" Target="../diagrams/colors16.xml"/><Relationship Id="rId6" Type="http://schemas.microsoft.com/office/2007/relationships/diagramDrawing" Target="../diagrams/drawing16.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17.xml"/><Relationship Id="rId3" Type="http://schemas.openxmlformats.org/officeDocument/2006/relationships/diagramLayout" Target="../diagrams/layout17.xml"/><Relationship Id="rId4" Type="http://schemas.openxmlformats.org/officeDocument/2006/relationships/diagramQuickStyle" Target="../diagrams/quickStyle17.xml"/><Relationship Id="rId5" Type="http://schemas.openxmlformats.org/officeDocument/2006/relationships/diagramColors" Target="../diagrams/colors17.xml"/><Relationship Id="rId6" Type="http://schemas.microsoft.com/office/2007/relationships/diagramDrawing" Target="../diagrams/drawing1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72.xml"/><Relationship Id="rId3" Type="http://schemas.openxmlformats.org/officeDocument/2006/relationships/diagramData" Target="../diagrams/data18.xml"/><Relationship Id="rId4" Type="http://schemas.openxmlformats.org/officeDocument/2006/relationships/diagramLayout" Target="../diagrams/layout18.xml"/><Relationship Id="rId5" Type="http://schemas.openxmlformats.org/officeDocument/2006/relationships/diagramQuickStyle" Target="../diagrams/quickStyle18.xml"/><Relationship Id="rId6" Type="http://schemas.openxmlformats.org/officeDocument/2006/relationships/diagramColors" Target="../diagrams/colors18.xml"/><Relationship Id="rId7" Type="http://schemas.microsoft.com/office/2007/relationships/diagramDrawing" Target="../diagrams/drawing18.xml"/></Relationships>
</file>

<file path=ppt/slides/slide273.xml><?xml version="1.0" encoding="utf-8"?>
<p:sld xmlns:a="http://schemas.openxmlformats.org/drawingml/2006/main" xmlns:r="http://schemas.openxmlformats.org/officeDocument/2006/relationships" xmlns:p="http://schemas.openxmlformats.org/presentationml/2006/main">
  <p:cSld>
    <p:bg>
      <p:bgPr>
        <a:solidFill>
          <a:srgbClr val="0070C0"/>
        </a:solidFill>
        <a:effectLst/>
      </p:bgPr>
    </p:bg>
    <p:spTree>
      <p:nvGrpSpPr>
        <p:cNvPr id="1" name=""/>
        <p:cNvGrpSpPr/>
        <p:nvPr/>
      </p:nvGrpSpPr>
      <p:grpSpPr>
        <a:xfrm>
          <a:off x="0" y="0"/>
          <a:ext cx="0" cy="0"/>
          <a:chOff x="0" y="0"/>
          <a:chExt cx="0" cy="0"/>
        </a:xfrm>
      </p:grpSpPr>
      <p:sp>
        <p:nvSpPr>
          <p:cNvPr id="4" name="Shape 2"/>
          <p:cNvSpPr/>
          <p:nvPr/>
        </p:nvSpPr>
        <p:spPr>
          <a:xfrm>
            <a:off x="640079" y="640080"/>
            <a:ext cx="7099663" cy="438912"/>
          </a:xfrm>
          <a:prstGeom prst="roundRect">
            <a:avLst>
              <a:gd name="adj" fmla="val 18750"/>
            </a:avLst>
          </a:prstGeom>
          <a:solidFill>
            <a:srgbClr val="0E7C8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p:nvPr/>
        </p:nvSpPr>
        <p:spPr>
          <a:xfrm>
            <a:off x="640080" y="640080"/>
            <a:ext cx="6228806" cy="43891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0" cap="none" spc="100" normalizeH="0" baseline="0" noProof="0" dirty="0">
                <a:ln>
                  <a:noFill/>
                </a:ln>
                <a:solidFill>
                  <a:srgbClr val="FFFFFF"/>
                </a:solidFill>
                <a:effectLst/>
                <a:uLnTx/>
                <a:uFillTx/>
                <a:latin typeface="Calibri" pitchFamily="34" charset="0"/>
                <a:ea typeface="Calibri" pitchFamily="34" charset="-122"/>
                <a:cs typeface="Calibri" pitchFamily="34" charset="-120"/>
              </a:rPr>
              <a:t>STANDARD OPERATING PROCEDURE</a:t>
            </a: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640080" y="2331720"/>
            <a:ext cx="10877006" cy="1695994"/>
          </a:xfrm>
          <a:prstGeom prst="rect">
            <a:avLst/>
          </a:prstGeom>
          <a:noFill/>
          <a:ln/>
        </p:spPr>
        <p:txBody>
          <a:bodyPr wrap="square" lIns="0" tIns="0" rIns="0" bIns="0" rtlCol="0" anchor="t"/>
          <a:lstStyle/>
          <a:p>
            <a:pPr marL="0" marR="0" lvl="0" indent="0" algn="l" defTabSz="914400" rtl="0" eaLnBrk="1" fontAlgn="auto" latinLnBrk="0" hangingPunct="1">
              <a:lnSpc>
                <a:spcPct val="108000"/>
              </a:lnSpc>
              <a:spcBef>
                <a:spcPts val="0"/>
              </a:spcBef>
              <a:spcAft>
                <a:spcPts val="0"/>
              </a:spcAft>
              <a:buClrTx/>
              <a:buSzTx/>
              <a:buFontTx/>
              <a:buNone/>
              <a:tabLst/>
              <a:defRPr/>
            </a:pPr>
            <a:r>
              <a:rPr kumimoji="0" lang="en-US" sz="40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TRANSPORTATION OF HIGH-RISK PREGNANCIES TO MCHs / FUNCTIONAL FRUs</a:t>
            </a:r>
            <a:endParaRPr kumimoji="0" lang="en-US" sz="4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5"/>
          <p:cNvSpPr/>
          <p:nvPr/>
        </p:nvSpPr>
        <p:spPr>
          <a:xfrm>
            <a:off x="640080" y="5257800"/>
            <a:ext cx="777240" cy="777240"/>
          </a:xfrm>
          <a:prstGeom prst="ellipse">
            <a:avLst/>
          </a:prstGeom>
          <a:solidFill>
            <a:srgbClr val="0E7C86"/>
          </a:solidFill>
          <a:ln w="15875">
            <a:solidFill>
              <a:srgbClr val="FFFFF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8" name="Image 0" descr="/home/claude/sop_deck/icons/ambulance_white.png"/>
          <p:cNvPicPr>
            <a:picLocks noChangeAspect="1"/>
          </p:cNvPicPr>
          <p:nvPr/>
        </p:nvPicPr>
        <p:blipFill>
          <a:blip r:embed="rId3"/>
          <a:stretch>
            <a:fillRect/>
          </a:stretch>
        </p:blipFill>
        <p:spPr>
          <a:xfrm>
            <a:off x="832104" y="5449824"/>
            <a:ext cx="393192" cy="393192"/>
          </a:xfrm>
          <a:prstGeom prst="rect">
            <a:avLst/>
          </a:prstGeom>
        </p:spPr>
      </p:pic>
      <p:sp>
        <p:nvSpPr>
          <p:cNvPr id="9" name="Shape 6"/>
          <p:cNvSpPr/>
          <p:nvPr/>
        </p:nvSpPr>
        <p:spPr>
          <a:xfrm>
            <a:off x="1691640" y="5257800"/>
            <a:ext cx="777240" cy="777240"/>
          </a:xfrm>
          <a:prstGeom prst="ellipse">
            <a:avLst/>
          </a:prstGeom>
          <a:solidFill>
            <a:srgbClr val="0E7C86"/>
          </a:solidFill>
          <a:ln w="15875">
            <a:solidFill>
              <a:srgbClr val="FFFFF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0" name="Image 1" descr="/home/claude/sop_deck/icons/hospital_white.png"/>
          <p:cNvPicPr>
            <a:picLocks noChangeAspect="1"/>
          </p:cNvPicPr>
          <p:nvPr/>
        </p:nvPicPr>
        <p:blipFill>
          <a:blip r:embed="rId4"/>
          <a:stretch>
            <a:fillRect/>
          </a:stretch>
        </p:blipFill>
        <p:spPr>
          <a:xfrm>
            <a:off x="1883664" y="5449824"/>
            <a:ext cx="393192" cy="393192"/>
          </a:xfrm>
          <a:prstGeom prst="rect">
            <a:avLst/>
          </a:prstGeom>
        </p:spPr>
      </p:pic>
      <p:sp>
        <p:nvSpPr>
          <p:cNvPr id="11" name="Shape 7"/>
          <p:cNvSpPr/>
          <p:nvPr/>
        </p:nvSpPr>
        <p:spPr>
          <a:xfrm>
            <a:off x="2743200" y="5257800"/>
            <a:ext cx="777240" cy="777240"/>
          </a:xfrm>
          <a:prstGeom prst="ellipse">
            <a:avLst/>
          </a:prstGeom>
          <a:solidFill>
            <a:srgbClr val="0E7C86"/>
          </a:solidFill>
          <a:ln w="15875">
            <a:solidFill>
              <a:srgbClr val="FFFFF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2" name="Image 2" descr="/home/claude/sop_deck/icons/heartbeat_white.png"/>
          <p:cNvPicPr>
            <a:picLocks noChangeAspect="1"/>
          </p:cNvPicPr>
          <p:nvPr/>
        </p:nvPicPr>
        <p:blipFill>
          <a:blip r:embed="rId5"/>
          <a:stretch>
            <a:fillRect/>
          </a:stretch>
        </p:blipFill>
        <p:spPr>
          <a:xfrm>
            <a:off x="2935224" y="5449824"/>
            <a:ext cx="393192" cy="393192"/>
          </a:xfrm>
          <a:prstGeom prst="rect">
            <a:avLst/>
          </a:prstGeom>
        </p:spPr>
      </p:pic>
      <p:sp>
        <p:nvSpPr>
          <p:cNvPr id="3" name="TextBox 2">
            <a:extLst>
              <a:ext uri="{FF2B5EF4-FFF2-40B4-BE49-F238E27FC236}">
                <a16:creationId xmlns:a16="http://schemas.microsoft.com/office/drawing/2014/main" id="{0372079B-F140-0E83-536A-9A3981DB6D3D}"/>
              </a:ext>
            </a:extLst>
          </p:cNvPr>
          <p:cNvSpPr txBox="1"/>
          <p:nvPr/>
        </p:nvSpPr>
        <p:spPr>
          <a:xfrm>
            <a:off x="9913999" y="5863422"/>
            <a:ext cx="1371600" cy="343235"/>
          </a:xfrm>
          <a:prstGeom prst="rect">
            <a:avLst/>
          </a:prstGeom>
          <a:noFill/>
        </p:spPr>
        <p:txBody>
          <a:bodyPr wrap="square">
            <a:spAutoFit/>
          </a:bodyPr>
          <a:lstStyle/>
          <a:p>
            <a:pPr marL="0" marR="0" lvl="0" indent="0" algn="l" defTabSz="914400" rtl="0" eaLnBrk="1" fontAlgn="auto" latinLnBrk="0" hangingPunct="1">
              <a:lnSpc>
                <a:spcPct val="90000"/>
              </a:lnSpc>
              <a:spcBef>
                <a:spcPts val="0"/>
              </a:spcBef>
              <a:spcAft>
                <a:spcPts val="0"/>
              </a:spcAft>
              <a:buClrTx/>
              <a:buSzTx/>
              <a:buFontTx/>
              <a:buNone/>
              <a:tabLst/>
              <a:defRPr sz="1800" b="0" i="0" u="none" strike="noStrike" kern="0" cap="none" spc="0" baseline="0">
                <a:solidFill>
                  <a:srgbClr val="000000"/>
                </a:solidFill>
                <a:uFillTx/>
              </a:defRPr>
            </a:pPr>
            <a:r>
              <a:rPr kumimoji="0" lang="en-IN" sz="1800" b="1" i="0" u="none" strike="noStrike" kern="0" cap="none" spc="0" normalizeH="0" baseline="0" noProof="0" dirty="0">
                <a:ln>
                  <a:noFill/>
                </a:ln>
                <a:solidFill>
                  <a:srgbClr val="FFFFFF"/>
                </a:solidFill>
                <a:effectLst/>
                <a:uLnTx/>
                <a:uFillTx/>
                <a:latin typeface="Aptos"/>
                <a:ea typeface="+mn-ea"/>
                <a:cs typeface="+mn-cs"/>
              </a:rPr>
              <a:t>Topic: 3</a:t>
            </a:r>
            <a:r>
              <a:rPr kumimoji="0" lang="en-IN" sz="1800" b="1" i="0" u="none" strike="noStrike" kern="1200" cap="none" spc="0" normalizeH="0" baseline="0" noProof="0" dirty="0">
                <a:ln>
                  <a:noFill/>
                </a:ln>
                <a:solidFill>
                  <a:srgbClr val="FFFFFF"/>
                </a:solidFill>
                <a:effectLst/>
                <a:uLnTx/>
                <a:uFillTx/>
                <a:latin typeface="Aptos"/>
                <a:ea typeface="+mn-ea"/>
                <a:cs typeface="+mn-cs"/>
              </a:rPr>
              <a:t> </a:t>
            </a:r>
            <a:endParaRPr kumimoji="0" lang="en-US" sz="1800" b="1" i="0" u="none" strike="noStrike" kern="1200" cap="none" spc="0" normalizeH="0" baseline="0" noProof="0" dirty="0">
              <a:ln>
                <a:noFill/>
              </a:ln>
              <a:solidFill>
                <a:srgbClr val="FFFFFF"/>
              </a:solidFill>
              <a:effectLst/>
              <a:uLnTx/>
              <a:uFillTx/>
              <a:latin typeface="Aptos Display"/>
              <a:ea typeface="+mn-ea"/>
              <a:cs typeface="+mn-cs"/>
            </a:endParaRPr>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02920" y="411480"/>
            <a:ext cx="2926080" cy="402336"/>
          </a:xfrm>
          <a:prstGeom prst="roundRect">
            <a:avLst>
              <a:gd name="adj" fmla="val 18182"/>
            </a:avLst>
          </a:prstGeom>
          <a:solidFill>
            <a:srgbClr val="FBEFDC"/>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 1"/>
          <p:cNvSpPr/>
          <p:nvPr/>
        </p:nvSpPr>
        <p:spPr>
          <a:xfrm>
            <a:off x="502920" y="411480"/>
            <a:ext cx="2926080" cy="40233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0" cap="none" spc="100" normalizeH="0" baseline="0" noProof="0" dirty="0">
                <a:ln>
                  <a:noFill/>
                </a:ln>
                <a:solidFill>
                  <a:srgbClr val="C8862B"/>
                </a:solidFill>
                <a:effectLst/>
                <a:uLnTx/>
                <a:uFillTx/>
                <a:latin typeface="Calibri" pitchFamily="34" charset="0"/>
                <a:ea typeface="Calibri" pitchFamily="34" charset="-122"/>
                <a:cs typeface="Calibri" pitchFamily="34" charset="-120"/>
              </a:rPr>
              <a:t>REFERRAL LINKAGE</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p:nvPr/>
        </p:nvSpPr>
        <p:spPr>
          <a:xfrm>
            <a:off x="502920" y="868680"/>
            <a:ext cx="10789920" cy="5943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C2B2E"/>
                </a:solidFill>
                <a:effectLst/>
                <a:uLnTx/>
                <a:uFillTx/>
                <a:latin typeface="Cambria" pitchFamily="34" charset="0"/>
                <a:ea typeface="Cambria" pitchFamily="34" charset="-122"/>
                <a:cs typeface="Cambria" pitchFamily="34" charset="-120"/>
              </a:rPr>
              <a:t>Tagging Calls to the Right FRU</a:t>
            </a: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Shape 3"/>
          <p:cNvSpPr/>
          <p:nvPr/>
        </p:nvSpPr>
        <p:spPr>
          <a:xfrm>
            <a:off x="502920" y="1783080"/>
            <a:ext cx="10881360" cy="1417320"/>
          </a:xfrm>
          <a:prstGeom prst="roundRect">
            <a:avLst>
              <a:gd name="adj" fmla="val 5806"/>
            </a:avLst>
          </a:prstGeom>
          <a:solidFill>
            <a:srgbClr val="EAF5F4"/>
          </a:solidFill>
          <a:ln/>
          <a:effectLst>
            <a:outerShdw blurRad="889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868680" y="1993392"/>
            <a:ext cx="731520" cy="731520"/>
          </a:xfrm>
          <a:prstGeom prst="ellipse">
            <a:avLst/>
          </a:prstGeom>
          <a:solidFill>
            <a:srgbClr val="0B5E6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7" name="Image 0" descr="/home/claude/sop_deck/icons/phone_white.png"/>
          <p:cNvPicPr>
            <a:picLocks noChangeAspect="1"/>
          </p:cNvPicPr>
          <p:nvPr/>
        </p:nvPicPr>
        <p:blipFill>
          <a:blip r:embed="rId3"/>
          <a:stretch>
            <a:fillRect/>
          </a:stretch>
        </p:blipFill>
        <p:spPr>
          <a:xfrm>
            <a:off x="1060704" y="2185416"/>
            <a:ext cx="347472" cy="347472"/>
          </a:xfrm>
          <a:prstGeom prst="rect">
            <a:avLst/>
          </a:prstGeom>
        </p:spPr>
      </p:pic>
      <p:sp>
        <p:nvSpPr>
          <p:cNvPr id="8" name="Text 5"/>
          <p:cNvSpPr/>
          <p:nvPr/>
        </p:nvSpPr>
        <p:spPr>
          <a:xfrm>
            <a:off x="1828800" y="1920240"/>
            <a:ext cx="9372600" cy="1188720"/>
          </a:xfrm>
          <a:prstGeom prst="rect">
            <a:avLst/>
          </a:prstGeom>
          <a:noFill/>
          <a:ln/>
        </p:spPr>
        <p:txBody>
          <a:bodyPr wrap="square" lIns="0" tIns="0" rIns="0" bIns="0" rtlCol="0" anchor="t"/>
          <a:lstStyle/>
          <a:p>
            <a:pPr marL="0" marR="0" lvl="0" indent="0" algn="l" defTabSz="914400" rtl="0" eaLnBrk="1" fontAlgn="auto" latinLnBrk="0" hangingPunct="1">
              <a:lnSpc>
                <a:spcPct val="118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0B5E66"/>
                </a:solidFill>
                <a:effectLst/>
                <a:uLnTx/>
                <a:uFillTx/>
                <a:latin typeface="Calibri" pitchFamily="34" charset="0"/>
                <a:ea typeface="Calibri" pitchFamily="34" charset="-122"/>
                <a:cs typeface="Calibri" pitchFamily="34" charset="-120"/>
              </a:rPr>
              <a:t>108 Emergency Call Centre</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18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1C2B2E"/>
                </a:solidFill>
                <a:effectLst/>
                <a:uLnTx/>
                <a:uFillTx/>
                <a:latin typeface="Calibri" pitchFamily="34" charset="0"/>
                <a:ea typeface="Calibri" pitchFamily="34" charset="-122"/>
                <a:cs typeface="Calibri" pitchFamily="34" charset="-120"/>
              </a:rPr>
              <a:t>The 108 Emergency Call Centre shall ensure that referral calls from the concerned blocks are linked to the respective tagged FRUs, as indicated in </a:t>
            </a:r>
            <a:r>
              <a:rPr kumimoji="0" lang="en-US" sz="2000" b="1" i="0" u="none" strike="noStrike" kern="1200" cap="none" spc="0" normalizeH="0" baseline="0" noProof="0" dirty="0">
                <a:ln>
                  <a:noFill/>
                </a:ln>
                <a:solidFill>
                  <a:srgbClr val="1C2B2E"/>
                </a:solidFill>
                <a:effectLst/>
                <a:uLnTx/>
                <a:uFillTx/>
                <a:latin typeface="Calibri" pitchFamily="34" charset="0"/>
                <a:ea typeface="Calibri" pitchFamily="34" charset="-122"/>
                <a:cs typeface="Calibri" pitchFamily="34" charset="-120"/>
              </a:rPr>
              <a:t>Annexure I</a:t>
            </a:r>
            <a:r>
              <a:rPr kumimoji="0" lang="en-US" sz="2000" b="0" i="0" u="none" strike="noStrike" kern="1200" cap="none" spc="0" normalizeH="0" baseline="0" noProof="0" dirty="0">
                <a:ln>
                  <a:noFill/>
                </a:ln>
                <a:solidFill>
                  <a:srgbClr val="1C2B2E"/>
                </a:solidFill>
                <a:effectLst/>
                <a:uLnTx/>
                <a:uFillTx/>
                <a:latin typeface="Calibri" pitchFamily="34" charset="0"/>
                <a:ea typeface="Calibri" pitchFamily="34" charset="-122"/>
                <a:cs typeface="Calibri" pitchFamily="34" charset="-120"/>
              </a:rPr>
              <a:t>.</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Shape 6"/>
          <p:cNvSpPr/>
          <p:nvPr/>
        </p:nvSpPr>
        <p:spPr>
          <a:xfrm>
            <a:off x="502920" y="3429000"/>
            <a:ext cx="10881360" cy="1691640"/>
          </a:xfrm>
          <a:prstGeom prst="roundRect">
            <a:avLst>
              <a:gd name="adj" fmla="val 4865"/>
            </a:avLst>
          </a:prstGeom>
          <a:solidFill>
            <a:srgbClr val="EAF5F4"/>
          </a:solidFill>
          <a:ln/>
          <a:effectLst>
            <a:outerShdw blurRad="889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 name="Shape 7"/>
          <p:cNvSpPr/>
          <p:nvPr/>
        </p:nvSpPr>
        <p:spPr>
          <a:xfrm>
            <a:off x="868680" y="3639312"/>
            <a:ext cx="731520" cy="731520"/>
          </a:xfrm>
          <a:prstGeom prst="ellipse">
            <a:avLst/>
          </a:prstGeom>
          <a:solidFill>
            <a:srgbClr val="0B5E6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1" name="Image 1" descr="/home/claude/sop_deck/icons/mapRoute_white.png"/>
          <p:cNvPicPr>
            <a:picLocks noChangeAspect="1"/>
          </p:cNvPicPr>
          <p:nvPr/>
        </p:nvPicPr>
        <p:blipFill>
          <a:blip r:embed="rId4"/>
          <a:stretch>
            <a:fillRect/>
          </a:stretch>
        </p:blipFill>
        <p:spPr>
          <a:xfrm>
            <a:off x="1060704" y="3831336"/>
            <a:ext cx="347472" cy="347472"/>
          </a:xfrm>
          <a:prstGeom prst="rect">
            <a:avLst/>
          </a:prstGeom>
        </p:spPr>
      </p:pic>
      <p:sp>
        <p:nvSpPr>
          <p:cNvPr id="12" name="Text 8"/>
          <p:cNvSpPr/>
          <p:nvPr/>
        </p:nvSpPr>
        <p:spPr>
          <a:xfrm>
            <a:off x="1828800" y="3566160"/>
            <a:ext cx="9372600" cy="1463040"/>
          </a:xfrm>
          <a:prstGeom prst="rect">
            <a:avLst/>
          </a:prstGeom>
          <a:noFill/>
          <a:ln/>
        </p:spPr>
        <p:txBody>
          <a:bodyPr wrap="square" lIns="0" tIns="0" rIns="0" bIns="0" rtlCol="0" anchor="t"/>
          <a:lstStyle/>
          <a:p>
            <a:pPr marL="0" marR="0" lvl="0" indent="0" algn="l" defTabSz="914400" rtl="0" eaLnBrk="1" fontAlgn="auto" latinLnBrk="0" hangingPunct="1">
              <a:lnSpc>
                <a:spcPct val="118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0B5E66"/>
                </a:solidFill>
                <a:effectLst/>
                <a:uLnTx/>
                <a:uFillTx/>
                <a:latin typeface="Calibri" pitchFamily="34" charset="0"/>
                <a:ea typeface="Calibri" pitchFamily="34" charset="-122"/>
                <a:cs typeface="Calibri" pitchFamily="34" charset="-120"/>
              </a:rPr>
              <a:t>Referring Facilities (Block Level)</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18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1C2B2E"/>
                </a:solidFill>
                <a:effectLst/>
                <a:uLnTx/>
                <a:uFillTx/>
                <a:latin typeface="Calibri" pitchFamily="34" charset="0"/>
                <a:ea typeface="Calibri" pitchFamily="34" charset="-122"/>
                <a:cs typeface="Calibri" pitchFamily="34" charset="-120"/>
              </a:rPr>
              <a:t>Referring facilities at the block level (</a:t>
            </a:r>
            <a:r>
              <a:rPr kumimoji="0" lang="en-US" sz="2000" b="1" i="0" u="none" strike="noStrike" kern="1200" cap="none" spc="0" normalizeH="0" baseline="0" noProof="0" dirty="0">
                <a:ln>
                  <a:noFill/>
                </a:ln>
                <a:solidFill>
                  <a:srgbClr val="1C2B2E"/>
                </a:solidFill>
                <a:effectLst/>
                <a:uLnTx/>
                <a:uFillTx/>
                <a:latin typeface="Calibri" pitchFamily="34" charset="0"/>
                <a:ea typeface="Calibri" pitchFamily="34" charset="-122"/>
                <a:cs typeface="Calibri" pitchFamily="34" charset="-120"/>
              </a:rPr>
              <a:t>SC/PHC/CHC/SDH</a:t>
            </a:r>
            <a:r>
              <a:rPr kumimoji="0" lang="en-US" sz="2000" b="0" i="0" u="none" strike="noStrike" kern="1200" cap="none" spc="0" normalizeH="0" baseline="0" noProof="0" dirty="0">
                <a:ln>
                  <a:noFill/>
                </a:ln>
                <a:solidFill>
                  <a:srgbClr val="1C2B2E"/>
                </a:solidFill>
                <a:effectLst/>
                <a:uLnTx/>
                <a:uFillTx/>
                <a:latin typeface="Calibri" pitchFamily="34" charset="0"/>
                <a:ea typeface="Calibri" pitchFamily="34" charset="-122"/>
                <a:cs typeface="Calibri" pitchFamily="34" charset="-120"/>
              </a:rPr>
              <a:t>) shall initiate referrals to the tagged FRU, unless diversion is required due to unavoidable circumstances.</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02920" y="411480"/>
            <a:ext cx="2926080" cy="402336"/>
          </a:xfrm>
          <a:prstGeom prst="roundRect">
            <a:avLst>
              <a:gd name="adj" fmla="val 18182"/>
            </a:avLst>
          </a:prstGeom>
          <a:solidFill>
            <a:srgbClr val="FBEFDC"/>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 1"/>
          <p:cNvSpPr/>
          <p:nvPr/>
        </p:nvSpPr>
        <p:spPr>
          <a:xfrm>
            <a:off x="502920" y="411480"/>
            <a:ext cx="2926080" cy="40233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0" cap="none" spc="100" normalizeH="0" baseline="0" noProof="0" dirty="0">
                <a:ln>
                  <a:noFill/>
                </a:ln>
                <a:solidFill>
                  <a:srgbClr val="C8862B"/>
                </a:solidFill>
                <a:effectLst/>
                <a:uLnTx/>
                <a:uFillTx/>
                <a:latin typeface="Calibri" pitchFamily="34" charset="0"/>
                <a:ea typeface="Calibri" pitchFamily="34" charset="-122"/>
                <a:cs typeface="Calibri" pitchFamily="34" charset="-120"/>
              </a:rPr>
              <a:t>CALL &amp; DISPATCH</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p:nvPr/>
        </p:nvSpPr>
        <p:spPr>
          <a:xfrm>
            <a:off x="502920" y="868680"/>
            <a:ext cx="10789920" cy="5943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dirty="0">
                <a:ln>
                  <a:noFill/>
                </a:ln>
                <a:solidFill>
                  <a:srgbClr val="1C2B2E"/>
                </a:solidFill>
                <a:effectLst/>
                <a:uLnTx/>
                <a:uFillTx/>
                <a:latin typeface="Cambria" pitchFamily="34" charset="0"/>
                <a:ea typeface="Cambria" pitchFamily="34" charset="-122"/>
                <a:cs typeface="Cambria" pitchFamily="34" charset="-120"/>
              </a:rPr>
              <a:t>Confirming High-Risk Status and Dispatch</a:t>
            </a:r>
            <a:endParaRPr kumimoji="0" lang="en-US" sz="2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Shape 3"/>
          <p:cNvSpPr/>
          <p:nvPr/>
        </p:nvSpPr>
        <p:spPr>
          <a:xfrm>
            <a:off x="502920" y="1691640"/>
            <a:ext cx="6537960" cy="4164874"/>
          </a:xfrm>
          <a:prstGeom prst="roundRect">
            <a:avLst>
              <a:gd name="adj" fmla="val 2535"/>
            </a:avLst>
          </a:prstGeom>
          <a:solidFill>
            <a:srgbClr val="EAF5F4"/>
          </a:solidFill>
          <a:ln/>
          <a:effectLst>
            <a:outerShdw blurRad="889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822960" y="1965960"/>
            <a:ext cx="640080" cy="640080"/>
          </a:xfrm>
          <a:prstGeom prst="ellipse">
            <a:avLst/>
          </a:prstGeom>
          <a:solidFill>
            <a:srgbClr val="0B5E6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7" name="Image 0" descr="/home/claude/sop_deck/icons/warning_white.png"/>
          <p:cNvPicPr>
            <a:picLocks noChangeAspect="1"/>
          </p:cNvPicPr>
          <p:nvPr/>
        </p:nvPicPr>
        <p:blipFill>
          <a:blip r:embed="rId3"/>
          <a:stretch>
            <a:fillRect/>
          </a:stretch>
        </p:blipFill>
        <p:spPr>
          <a:xfrm>
            <a:off x="987552" y="2130552"/>
            <a:ext cx="310896" cy="310896"/>
          </a:xfrm>
          <a:prstGeom prst="rect">
            <a:avLst/>
          </a:prstGeom>
        </p:spPr>
      </p:pic>
      <p:sp>
        <p:nvSpPr>
          <p:cNvPr id="8" name="Text 5"/>
          <p:cNvSpPr/>
          <p:nvPr/>
        </p:nvSpPr>
        <p:spPr>
          <a:xfrm>
            <a:off x="1627632" y="1993392"/>
            <a:ext cx="530352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B5E66"/>
                </a:solidFill>
                <a:effectLst/>
                <a:uLnTx/>
                <a:uFillTx/>
                <a:latin typeface="Calibri" pitchFamily="34" charset="0"/>
                <a:ea typeface="Calibri" pitchFamily="34" charset="-122"/>
                <a:cs typeface="Calibri" pitchFamily="34" charset="-120"/>
              </a:rPr>
              <a:t>Confirmation of High-Risk Status</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6"/>
          <p:cNvSpPr/>
          <p:nvPr/>
        </p:nvSpPr>
        <p:spPr>
          <a:xfrm>
            <a:off x="822960" y="2697480"/>
            <a:ext cx="5943600" cy="2194560"/>
          </a:xfrm>
          <a:prstGeom prst="rect">
            <a:avLst/>
          </a:prstGeom>
          <a:noFill/>
          <a:ln/>
        </p:spPr>
        <p:txBody>
          <a:bodyPr wrap="square" lIns="0" tIns="0" rIns="0" bIns="0" rtlCol="0" anchor="t"/>
          <a:lstStyle/>
          <a:p>
            <a:pPr marL="0" marR="0" lvl="0" indent="0" algn="l" defTabSz="914400" rtl="0" eaLnBrk="1" fontAlgn="auto" latinLnBrk="0" hangingPunct="1">
              <a:lnSpc>
                <a:spcPct val="118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1C2B2E"/>
                </a:solidFill>
                <a:effectLst/>
                <a:uLnTx/>
                <a:uFillTx/>
                <a:latin typeface="Calibri" pitchFamily="34" charset="0"/>
                <a:ea typeface="Calibri" pitchFamily="34" charset="-122"/>
                <a:cs typeface="Calibri" pitchFamily="34" charset="-120"/>
              </a:rPr>
              <a:t>If the call from HRP is given to 108 from home by ASHA/or attendant of pregnant women, then confirmation of high risk status will be made by ensuring the RED card availability with delivery case or by enquiring of any complicated condition/ danger sign condition. In such cases, the delivery case is to be referred to the functional FRU as per the tagged block list.</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Shape 7"/>
          <p:cNvSpPr/>
          <p:nvPr/>
        </p:nvSpPr>
        <p:spPr>
          <a:xfrm>
            <a:off x="7315200" y="1691640"/>
            <a:ext cx="4180114" cy="4643846"/>
          </a:xfrm>
          <a:prstGeom prst="roundRect">
            <a:avLst>
              <a:gd name="adj" fmla="val 2278"/>
            </a:avLst>
          </a:prstGeom>
          <a:solidFill>
            <a:srgbClr val="0B5E66"/>
          </a:solidFill>
          <a:ln/>
          <a:effectLst>
            <a:outerShdw blurRad="88900" dist="25400" dir="5400000" algn="bl" rotWithShape="0">
              <a:srgbClr val="000000">
                <a:alpha val="14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 name="Shape 8"/>
          <p:cNvSpPr/>
          <p:nvPr/>
        </p:nvSpPr>
        <p:spPr>
          <a:xfrm>
            <a:off x="7635240" y="1965960"/>
            <a:ext cx="640080" cy="640080"/>
          </a:xfrm>
          <a:prstGeom prst="ellipse">
            <a:avLst/>
          </a:prstGeom>
          <a:solidFill>
            <a:srgbClr val="FFFFF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2" name="Image 1" descr="/home/claude/sop_deck/icons/ambulance_teal.png"/>
          <p:cNvPicPr>
            <a:picLocks noChangeAspect="1"/>
          </p:cNvPicPr>
          <p:nvPr/>
        </p:nvPicPr>
        <p:blipFill>
          <a:blip r:embed="rId4"/>
          <a:stretch>
            <a:fillRect/>
          </a:stretch>
        </p:blipFill>
        <p:spPr>
          <a:xfrm>
            <a:off x="7799832" y="2130552"/>
            <a:ext cx="310896" cy="310896"/>
          </a:xfrm>
          <a:prstGeom prst="rect">
            <a:avLst/>
          </a:prstGeom>
        </p:spPr>
      </p:pic>
      <p:sp>
        <p:nvSpPr>
          <p:cNvPr id="13" name="Text 9"/>
          <p:cNvSpPr/>
          <p:nvPr/>
        </p:nvSpPr>
        <p:spPr>
          <a:xfrm>
            <a:off x="7589520" y="2743200"/>
            <a:ext cx="3520440"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Call Centre Action</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0"/>
          <p:cNvSpPr/>
          <p:nvPr/>
        </p:nvSpPr>
        <p:spPr>
          <a:xfrm>
            <a:off x="7589520" y="3246120"/>
            <a:ext cx="3520440" cy="1920240"/>
          </a:xfrm>
          <a:prstGeom prst="rect">
            <a:avLst/>
          </a:prstGeom>
          <a:noFill/>
          <a:ln/>
        </p:spPr>
        <p:txBody>
          <a:bodyPr wrap="square" lIns="0" tIns="0" rIns="0" bIns="0" rtlCol="0" anchor="t"/>
          <a:lstStyle/>
          <a:p>
            <a:pPr marL="0" marR="0" lvl="0" indent="0" algn="l" defTabSz="914400" rtl="0" eaLnBrk="1" fontAlgn="auto" latinLnBrk="0" hangingPunct="1">
              <a:lnSpc>
                <a:spcPct val="118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EAF5F4"/>
                </a:solidFill>
                <a:effectLst/>
                <a:uLnTx/>
                <a:uFillTx/>
                <a:latin typeface="Calibri" pitchFamily="34" charset="0"/>
                <a:ea typeface="Calibri" pitchFamily="34" charset="-122"/>
                <a:cs typeface="Calibri" pitchFamily="34" charset="-120"/>
              </a:rPr>
              <a:t>The call centre shall dispatch the ambulance and simultaneously send an SMS to the referral nodal officer of the tagged facility to ensure advance preparedness for receiving the patient.</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02920" y="411480"/>
            <a:ext cx="2926080" cy="402336"/>
          </a:xfrm>
          <a:prstGeom prst="roundRect">
            <a:avLst>
              <a:gd name="adj" fmla="val 18182"/>
            </a:avLst>
          </a:prstGeom>
          <a:solidFill>
            <a:srgbClr val="FBEFDC"/>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 1"/>
          <p:cNvSpPr/>
          <p:nvPr/>
        </p:nvSpPr>
        <p:spPr>
          <a:xfrm>
            <a:off x="502920" y="411480"/>
            <a:ext cx="2926080" cy="40233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0" cap="none" spc="100" normalizeH="0" baseline="0" noProof="0" dirty="0">
                <a:ln>
                  <a:noFill/>
                </a:ln>
                <a:solidFill>
                  <a:srgbClr val="C8862B"/>
                </a:solidFill>
                <a:effectLst/>
                <a:uLnTx/>
                <a:uFillTx/>
                <a:latin typeface="Calibri" pitchFamily="34" charset="0"/>
                <a:ea typeface="Calibri" pitchFamily="34" charset="-122"/>
                <a:cs typeface="Calibri" pitchFamily="34" charset="-120"/>
              </a:rPr>
              <a:t>REFERRAL SLIP</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p:nvPr/>
        </p:nvSpPr>
        <p:spPr>
          <a:xfrm>
            <a:off x="502920" y="868680"/>
            <a:ext cx="10789920" cy="5943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C2B2E"/>
                </a:solidFill>
                <a:effectLst/>
                <a:uLnTx/>
                <a:uFillTx/>
                <a:latin typeface="Cambria" pitchFamily="34" charset="0"/>
                <a:ea typeface="Cambria" pitchFamily="34" charset="-122"/>
                <a:cs typeface="Cambria" pitchFamily="34" charset="-120"/>
              </a:rPr>
              <a:t>Who Signs the Referral Slip</a:t>
            </a: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Shape 3"/>
          <p:cNvSpPr/>
          <p:nvPr/>
        </p:nvSpPr>
        <p:spPr>
          <a:xfrm>
            <a:off x="502920" y="1600200"/>
            <a:ext cx="10881360" cy="1280160"/>
          </a:xfrm>
          <a:prstGeom prst="roundRect">
            <a:avLst>
              <a:gd name="adj" fmla="val 5714"/>
            </a:avLst>
          </a:prstGeom>
          <a:solidFill>
            <a:srgbClr val="EAF5F4"/>
          </a:solidFill>
          <a:ln/>
          <a:effectLst>
            <a:outerShdw blurRad="76200" dist="25400" dir="5400000" algn="bl" rotWithShape="0">
              <a:srgbClr val="000000">
                <a:alpha val="8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777240" y="1847088"/>
            <a:ext cx="594360" cy="594360"/>
          </a:xfrm>
          <a:prstGeom prst="ellipse">
            <a:avLst/>
          </a:prstGeom>
          <a:solidFill>
            <a:srgbClr val="0B5E6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7" name="Image 0" descr="/home/claude/sop_deck/icons/fileSignature_white.png"/>
          <p:cNvPicPr>
            <a:picLocks noChangeAspect="1"/>
          </p:cNvPicPr>
          <p:nvPr/>
        </p:nvPicPr>
        <p:blipFill>
          <a:blip r:embed="rId3"/>
          <a:stretch>
            <a:fillRect/>
          </a:stretch>
        </p:blipFill>
        <p:spPr>
          <a:xfrm>
            <a:off x="914400" y="1984248"/>
            <a:ext cx="310896" cy="310896"/>
          </a:xfrm>
          <a:prstGeom prst="rect">
            <a:avLst/>
          </a:prstGeom>
        </p:spPr>
      </p:pic>
      <p:sp>
        <p:nvSpPr>
          <p:cNvPr id="8" name="Text 5"/>
          <p:cNvSpPr/>
          <p:nvPr/>
        </p:nvSpPr>
        <p:spPr>
          <a:xfrm>
            <a:off x="1600200" y="1719072"/>
            <a:ext cx="950976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B5E66"/>
                </a:solidFill>
                <a:effectLst/>
                <a:uLnTx/>
                <a:uFillTx/>
                <a:latin typeface="Calibri" pitchFamily="34" charset="0"/>
                <a:ea typeface="Calibri" pitchFamily="34" charset="-122"/>
                <a:cs typeface="Calibri" pitchFamily="34" charset="-120"/>
              </a:rPr>
              <a:t>Receiving the Patient</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6"/>
          <p:cNvSpPr/>
          <p:nvPr/>
        </p:nvSpPr>
        <p:spPr>
          <a:xfrm>
            <a:off x="1600200" y="2103120"/>
            <a:ext cx="9555480" cy="658368"/>
          </a:xfrm>
          <a:prstGeom prst="rect">
            <a:avLst/>
          </a:prstGeom>
          <a:noFill/>
          <a:ln/>
        </p:spPr>
        <p:txBody>
          <a:bodyPr wrap="square" lIns="0" tIns="0" rIns="0" bIns="0" rtlCol="0" anchor="t"/>
          <a:lstStyle/>
          <a:p>
            <a:pPr marL="0" marR="0" lvl="0" indent="0" algn="l" defTabSz="914400" rtl="0" eaLnBrk="1" fontAlgn="auto" latinLnBrk="0" hangingPunct="1">
              <a:lnSpc>
                <a:spcPct val="115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1C2B2E"/>
                </a:solidFill>
                <a:effectLst/>
                <a:uLnTx/>
                <a:uFillTx/>
                <a:latin typeface="Calibri" pitchFamily="34" charset="0"/>
                <a:ea typeface="Calibri" pitchFamily="34" charset="-122"/>
                <a:cs typeface="Calibri" pitchFamily="34" charset="-120"/>
              </a:rPr>
              <a:t>The 108 EMAS /Janani driver shall receive the patient along with a properly filled referral slip signed by the Medical Officer of the referring facility.</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Shape 7"/>
          <p:cNvSpPr/>
          <p:nvPr/>
        </p:nvSpPr>
        <p:spPr>
          <a:xfrm>
            <a:off x="502920" y="2971800"/>
            <a:ext cx="10881360" cy="1874520"/>
          </a:xfrm>
          <a:prstGeom prst="roundRect">
            <a:avLst>
              <a:gd name="adj" fmla="val 3902"/>
            </a:avLst>
          </a:prstGeom>
          <a:solidFill>
            <a:srgbClr val="EAF5F4"/>
          </a:solidFill>
          <a:ln/>
          <a:effectLst>
            <a:outerShdw blurRad="76200" dist="25400" dir="5400000" algn="bl" rotWithShape="0">
              <a:srgbClr val="000000">
                <a:alpha val="8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 name="Shape 8"/>
          <p:cNvSpPr/>
          <p:nvPr/>
        </p:nvSpPr>
        <p:spPr>
          <a:xfrm>
            <a:off x="777240" y="3218688"/>
            <a:ext cx="594360" cy="594360"/>
          </a:xfrm>
          <a:prstGeom prst="ellipse">
            <a:avLst/>
          </a:prstGeom>
          <a:solidFill>
            <a:srgbClr val="0B5E6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2" name="Image 1" descr="/home/claude/sop_deck/icons/doctor_white.png"/>
          <p:cNvPicPr>
            <a:picLocks noChangeAspect="1"/>
          </p:cNvPicPr>
          <p:nvPr/>
        </p:nvPicPr>
        <p:blipFill>
          <a:blip r:embed="rId4"/>
          <a:stretch>
            <a:fillRect/>
          </a:stretch>
        </p:blipFill>
        <p:spPr>
          <a:xfrm>
            <a:off x="914400" y="3355848"/>
            <a:ext cx="310896" cy="310896"/>
          </a:xfrm>
          <a:prstGeom prst="rect">
            <a:avLst/>
          </a:prstGeom>
        </p:spPr>
      </p:pic>
      <p:sp>
        <p:nvSpPr>
          <p:cNvPr id="13" name="Text 9"/>
          <p:cNvSpPr/>
          <p:nvPr/>
        </p:nvSpPr>
        <p:spPr>
          <a:xfrm>
            <a:off x="1600200" y="3090672"/>
            <a:ext cx="950976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B5E66"/>
                </a:solidFill>
                <a:effectLst/>
                <a:uLnTx/>
                <a:uFillTx/>
                <a:latin typeface="Calibri" pitchFamily="34" charset="0"/>
                <a:ea typeface="Calibri" pitchFamily="34" charset="-122"/>
                <a:cs typeface="Calibri" pitchFamily="34" charset="-120"/>
              </a:rPr>
              <a:t>Below CHC Level (PHC / Sub Centre)</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0"/>
          <p:cNvSpPr/>
          <p:nvPr/>
        </p:nvSpPr>
        <p:spPr>
          <a:xfrm>
            <a:off x="1600200" y="3474720"/>
            <a:ext cx="9555480" cy="1252728"/>
          </a:xfrm>
          <a:prstGeom prst="rect">
            <a:avLst/>
          </a:prstGeom>
          <a:noFill/>
          <a:ln/>
        </p:spPr>
        <p:txBody>
          <a:bodyPr wrap="square" lIns="0" tIns="0" rIns="0" bIns="0" rtlCol="0" anchor="t"/>
          <a:lstStyle/>
          <a:p>
            <a:pPr marL="0" marR="0" lvl="0" indent="0" algn="l" defTabSz="914400" rtl="0" eaLnBrk="1" fontAlgn="auto" latinLnBrk="0" hangingPunct="1">
              <a:lnSpc>
                <a:spcPct val="115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1C2B2E"/>
                </a:solidFill>
                <a:effectLst/>
                <a:uLnTx/>
                <a:uFillTx/>
                <a:latin typeface="Calibri" pitchFamily="34" charset="0"/>
                <a:ea typeface="Calibri" pitchFamily="34" charset="-122"/>
                <a:cs typeface="Calibri" pitchFamily="34" charset="-120"/>
              </a:rPr>
              <a:t>In facilities below CHC level, ie., PHC, the Medical Officer/AYUSH doctor who ever has treated the case, shall sign the referral slip. In case of non-availability of Medical Officer, senior nursing officer/ on duty nursing officer of the facility/and HW(F) in case of sub center shall sign the referral slip.</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1"/>
          <p:cNvSpPr/>
          <p:nvPr/>
        </p:nvSpPr>
        <p:spPr>
          <a:xfrm>
            <a:off x="502920" y="4937760"/>
            <a:ext cx="10881360" cy="1325880"/>
          </a:xfrm>
          <a:prstGeom prst="roundRect">
            <a:avLst>
              <a:gd name="adj" fmla="val 5517"/>
            </a:avLst>
          </a:prstGeom>
          <a:solidFill>
            <a:srgbClr val="EAF5F4"/>
          </a:solidFill>
          <a:ln/>
          <a:effectLst>
            <a:outerShdw blurRad="76200" dist="25400" dir="5400000" algn="bl" rotWithShape="0">
              <a:srgbClr val="000000">
                <a:alpha val="8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Shape 12"/>
          <p:cNvSpPr/>
          <p:nvPr/>
        </p:nvSpPr>
        <p:spPr>
          <a:xfrm>
            <a:off x="777240" y="5184648"/>
            <a:ext cx="594360" cy="594360"/>
          </a:xfrm>
          <a:prstGeom prst="ellipse">
            <a:avLst/>
          </a:prstGeom>
          <a:solidFill>
            <a:srgbClr val="0B5E6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7" name="Image 2" descr="/home/claude/sop_deck/icons/nurse_white.png"/>
          <p:cNvPicPr>
            <a:picLocks noChangeAspect="1"/>
          </p:cNvPicPr>
          <p:nvPr/>
        </p:nvPicPr>
        <p:blipFill>
          <a:blip r:embed="rId5"/>
          <a:stretch>
            <a:fillRect/>
          </a:stretch>
        </p:blipFill>
        <p:spPr>
          <a:xfrm>
            <a:off x="914400" y="5321808"/>
            <a:ext cx="310896" cy="310896"/>
          </a:xfrm>
          <a:prstGeom prst="rect">
            <a:avLst/>
          </a:prstGeom>
        </p:spPr>
      </p:pic>
      <p:sp>
        <p:nvSpPr>
          <p:cNvPr id="18" name="Text 13"/>
          <p:cNvSpPr/>
          <p:nvPr/>
        </p:nvSpPr>
        <p:spPr>
          <a:xfrm>
            <a:off x="1600200" y="5056632"/>
            <a:ext cx="950976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B5E66"/>
                </a:solidFill>
                <a:effectLst/>
                <a:uLnTx/>
                <a:uFillTx/>
                <a:latin typeface="Calibri" pitchFamily="34" charset="0"/>
                <a:ea typeface="Calibri" pitchFamily="34" charset="-122"/>
                <a:cs typeface="Calibri" pitchFamily="34" charset="-120"/>
              </a:rPr>
              <a:t>Night Hours</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Text 14"/>
          <p:cNvSpPr/>
          <p:nvPr/>
        </p:nvSpPr>
        <p:spPr>
          <a:xfrm>
            <a:off x="1600200" y="5440680"/>
            <a:ext cx="9555480" cy="704088"/>
          </a:xfrm>
          <a:prstGeom prst="rect">
            <a:avLst/>
          </a:prstGeom>
          <a:noFill/>
          <a:ln/>
        </p:spPr>
        <p:txBody>
          <a:bodyPr wrap="square" lIns="0" tIns="0" rIns="0" bIns="0" rtlCol="0" anchor="t"/>
          <a:lstStyle/>
          <a:p>
            <a:pPr marL="0" marR="0" lvl="0" indent="0" algn="l" defTabSz="914400" rtl="0" eaLnBrk="1" fontAlgn="auto" latinLnBrk="0" hangingPunct="1">
              <a:lnSpc>
                <a:spcPct val="115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1C2B2E"/>
                </a:solidFill>
                <a:effectLst/>
                <a:uLnTx/>
                <a:uFillTx/>
                <a:latin typeface="Calibri" pitchFamily="34" charset="0"/>
                <a:ea typeface="Calibri" pitchFamily="34" charset="-122"/>
                <a:cs typeface="Calibri" pitchFamily="34" charset="-120"/>
              </a:rPr>
              <a:t>If the referral is done during night hours the available MO /Nursing officer will give the referral slip to the maternity case while referring.</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02920" y="411480"/>
            <a:ext cx="2926080" cy="402336"/>
          </a:xfrm>
          <a:prstGeom prst="roundRect">
            <a:avLst>
              <a:gd name="adj" fmla="val 18182"/>
            </a:avLst>
          </a:prstGeom>
          <a:solidFill>
            <a:srgbClr val="FBEFDC"/>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 1"/>
          <p:cNvSpPr/>
          <p:nvPr/>
        </p:nvSpPr>
        <p:spPr>
          <a:xfrm>
            <a:off x="502920" y="411480"/>
            <a:ext cx="2926080" cy="40233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0" cap="none" spc="100" normalizeH="0" baseline="0" noProof="0" dirty="0">
                <a:ln>
                  <a:noFill/>
                </a:ln>
                <a:solidFill>
                  <a:srgbClr val="C8862B"/>
                </a:solidFill>
                <a:effectLst/>
                <a:uLnTx/>
                <a:uFillTx/>
                <a:latin typeface="Calibri" pitchFamily="34" charset="0"/>
                <a:ea typeface="Calibri" pitchFamily="34" charset="-122"/>
                <a:cs typeface="Calibri" pitchFamily="34" charset="-120"/>
              </a:rPr>
              <a:t>HANDOVER</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p:nvPr/>
        </p:nvSpPr>
        <p:spPr>
          <a:xfrm>
            <a:off x="502920" y="868680"/>
            <a:ext cx="10789920" cy="5943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dirty="0">
                <a:ln>
                  <a:noFill/>
                </a:ln>
                <a:solidFill>
                  <a:srgbClr val="1C2B2E"/>
                </a:solidFill>
                <a:effectLst/>
                <a:uLnTx/>
                <a:uFillTx/>
                <a:latin typeface="Cambria" pitchFamily="34" charset="0"/>
                <a:ea typeface="Cambria" pitchFamily="34" charset="-122"/>
                <a:cs typeface="Cambria" pitchFamily="34" charset="-120"/>
              </a:rPr>
              <a:t>Receiving the Patient at the Facility</a:t>
            </a:r>
            <a:endParaRPr kumimoji="0" lang="en-US" sz="2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Shape 3"/>
          <p:cNvSpPr/>
          <p:nvPr/>
        </p:nvSpPr>
        <p:spPr>
          <a:xfrm>
            <a:off x="502920" y="1645920"/>
            <a:ext cx="5349240" cy="2423160"/>
          </a:xfrm>
          <a:prstGeom prst="roundRect">
            <a:avLst>
              <a:gd name="adj" fmla="val 3396"/>
            </a:avLst>
          </a:prstGeom>
          <a:solidFill>
            <a:srgbClr val="EAF5F4"/>
          </a:solidFill>
          <a:ln/>
          <a:effectLst>
            <a:outerShdw blurRad="76200" dist="25400" dir="5400000" algn="bl" rotWithShape="0">
              <a:srgbClr val="000000">
                <a:alpha val="9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777240" y="1901952"/>
            <a:ext cx="548640" cy="548640"/>
          </a:xfrm>
          <a:prstGeom prst="ellipse">
            <a:avLst/>
          </a:prstGeom>
          <a:solidFill>
            <a:srgbClr val="0B5E6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7" name="Image 0" descr="/home/claude/sop_deck/icons/hospital_white.png"/>
          <p:cNvPicPr>
            <a:picLocks noChangeAspect="1"/>
          </p:cNvPicPr>
          <p:nvPr/>
        </p:nvPicPr>
        <p:blipFill>
          <a:blip r:embed="rId3"/>
          <a:stretch>
            <a:fillRect/>
          </a:stretch>
        </p:blipFill>
        <p:spPr>
          <a:xfrm>
            <a:off x="914400" y="2039112"/>
            <a:ext cx="274320" cy="274320"/>
          </a:xfrm>
          <a:prstGeom prst="rect">
            <a:avLst/>
          </a:prstGeom>
        </p:spPr>
      </p:pic>
      <p:sp>
        <p:nvSpPr>
          <p:cNvPr id="8" name="Text 5"/>
          <p:cNvSpPr/>
          <p:nvPr/>
        </p:nvSpPr>
        <p:spPr>
          <a:xfrm>
            <a:off x="1463040" y="1810512"/>
            <a:ext cx="4160520" cy="594360"/>
          </a:xfrm>
          <a:prstGeom prst="rect">
            <a:avLst/>
          </a:prstGeom>
          <a:noFill/>
          <a:ln/>
        </p:spPr>
        <p:txBody>
          <a:bodyPr wrap="square" lIns="0" tIns="0" rIns="0" bIns="0" rtlCol="0" anchor="t"/>
          <a:lstStyle/>
          <a:p>
            <a:pPr marL="0" marR="0" lvl="0" indent="0" algn="l" defTabSz="914400" rtl="0" eaLnBrk="1" fontAlgn="auto" latinLnBrk="0" hangingPunct="1">
              <a:lnSpc>
                <a:spcPct val="105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B5E66"/>
                </a:solidFill>
                <a:effectLst/>
                <a:uLnTx/>
                <a:uFillTx/>
                <a:latin typeface="Calibri" pitchFamily="34" charset="0"/>
                <a:ea typeface="Calibri" pitchFamily="34" charset="-122"/>
                <a:cs typeface="Calibri" pitchFamily="34" charset="-120"/>
              </a:rPr>
              <a:t>Receiving Facility Preparedness</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6"/>
          <p:cNvSpPr/>
          <p:nvPr/>
        </p:nvSpPr>
        <p:spPr>
          <a:xfrm>
            <a:off x="914400" y="2450592"/>
            <a:ext cx="4800600" cy="1417320"/>
          </a:xfrm>
          <a:prstGeom prst="rect">
            <a:avLst/>
          </a:prstGeom>
          <a:noFill/>
          <a:ln/>
        </p:spPr>
        <p:txBody>
          <a:bodyPr wrap="square" lIns="0" tIns="0" rIns="0" bIns="0" rtlCol="0" anchor="t"/>
          <a:lstStyle/>
          <a:p>
            <a:pPr marL="0" marR="0" lvl="0" indent="0" algn="l" defTabSz="914400" rtl="0" eaLnBrk="1" fontAlgn="auto" latinLnBrk="0" hangingPunct="1">
              <a:lnSpc>
                <a:spcPct val="11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1C2B2E"/>
                </a:solidFill>
                <a:effectLst/>
                <a:uLnTx/>
                <a:uFillTx/>
                <a:latin typeface="Calibri" pitchFamily="34" charset="0"/>
                <a:ea typeface="Calibri" pitchFamily="34" charset="-122"/>
                <a:cs typeface="Calibri" pitchFamily="34" charset="-120"/>
              </a:rPr>
              <a:t>The receiving MCHs/FRUs shall ensure preparedness for receiving referred high-risk pregnancy (HRP) cases and maintain effective communication with the referring facility and the 108 EMAS/Janani driver.</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Shape 7"/>
          <p:cNvSpPr/>
          <p:nvPr/>
        </p:nvSpPr>
        <p:spPr>
          <a:xfrm>
            <a:off x="5989320" y="1645920"/>
            <a:ext cx="5699760" cy="2423160"/>
          </a:xfrm>
          <a:prstGeom prst="roundRect">
            <a:avLst>
              <a:gd name="adj" fmla="val 3396"/>
            </a:avLst>
          </a:prstGeom>
          <a:solidFill>
            <a:srgbClr val="EAF5F4"/>
          </a:solidFill>
          <a:ln/>
          <a:effectLst>
            <a:outerShdw blurRad="76200" dist="25400" dir="5400000" algn="bl" rotWithShape="0">
              <a:srgbClr val="000000">
                <a:alpha val="9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 name="Shape 8"/>
          <p:cNvSpPr/>
          <p:nvPr/>
        </p:nvSpPr>
        <p:spPr>
          <a:xfrm>
            <a:off x="6263640" y="1901952"/>
            <a:ext cx="548640" cy="548640"/>
          </a:xfrm>
          <a:prstGeom prst="ellipse">
            <a:avLst/>
          </a:prstGeom>
          <a:solidFill>
            <a:srgbClr val="0B5E6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2" name="Image 1" descr="/home/claude/sop_deck/icons/exchange_white.png"/>
          <p:cNvPicPr>
            <a:picLocks noChangeAspect="1"/>
          </p:cNvPicPr>
          <p:nvPr/>
        </p:nvPicPr>
        <p:blipFill>
          <a:blip r:embed="rId4"/>
          <a:stretch>
            <a:fillRect/>
          </a:stretch>
        </p:blipFill>
        <p:spPr>
          <a:xfrm>
            <a:off x="6400800" y="2039112"/>
            <a:ext cx="274320" cy="274320"/>
          </a:xfrm>
          <a:prstGeom prst="rect">
            <a:avLst/>
          </a:prstGeom>
        </p:spPr>
      </p:pic>
      <p:sp>
        <p:nvSpPr>
          <p:cNvPr id="13" name="Text 9"/>
          <p:cNvSpPr/>
          <p:nvPr/>
        </p:nvSpPr>
        <p:spPr>
          <a:xfrm>
            <a:off x="6949440" y="1810512"/>
            <a:ext cx="4160520" cy="594360"/>
          </a:xfrm>
          <a:prstGeom prst="rect">
            <a:avLst/>
          </a:prstGeom>
          <a:noFill/>
          <a:ln/>
        </p:spPr>
        <p:txBody>
          <a:bodyPr wrap="square" lIns="0" tIns="0" rIns="0" bIns="0" rtlCol="0" anchor="t"/>
          <a:lstStyle/>
          <a:p>
            <a:pPr marL="0" marR="0" lvl="0" indent="0" algn="l" defTabSz="914400" rtl="0" eaLnBrk="1" fontAlgn="auto" latinLnBrk="0" hangingPunct="1">
              <a:lnSpc>
                <a:spcPct val="105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B5E66"/>
                </a:solidFill>
                <a:effectLst/>
                <a:uLnTx/>
                <a:uFillTx/>
                <a:latin typeface="Calibri" pitchFamily="34" charset="0"/>
                <a:ea typeface="Calibri" pitchFamily="34" charset="-122"/>
                <a:cs typeface="Calibri" pitchFamily="34" charset="-120"/>
              </a:rPr>
              <a:t>Recording the Handover</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0"/>
          <p:cNvSpPr/>
          <p:nvPr/>
        </p:nvSpPr>
        <p:spPr>
          <a:xfrm>
            <a:off x="6309360" y="2404872"/>
            <a:ext cx="5105400" cy="1417320"/>
          </a:xfrm>
          <a:prstGeom prst="rect">
            <a:avLst/>
          </a:prstGeom>
          <a:noFill/>
          <a:ln/>
        </p:spPr>
        <p:txBody>
          <a:bodyPr wrap="square" lIns="0" tIns="0" rIns="0" bIns="0" rtlCol="0" anchor="t"/>
          <a:lstStyle/>
          <a:p>
            <a:pPr marL="0" marR="0" lvl="0" indent="0" algn="l" defTabSz="914400" rtl="0" eaLnBrk="1" fontAlgn="auto" latinLnBrk="0" hangingPunct="1">
              <a:lnSpc>
                <a:spcPct val="11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1C2B2E"/>
                </a:solidFill>
                <a:effectLst/>
                <a:uLnTx/>
                <a:uFillTx/>
                <a:latin typeface="Calibri" pitchFamily="34" charset="0"/>
                <a:ea typeface="Calibri" pitchFamily="34" charset="-122"/>
                <a:cs typeface="Calibri" pitchFamily="34" charset="-120"/>
              </a:rPr>
              <a:t>The 108 Janani driver/EMAS shall hand over the patient at the referred facility along with the referral slip and handover the referral case to the facility and record the details in the handing over app by the 108 EMAS/Janani driver.</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1"/>
          <p:cNvSpPr/>
          <p:nvPr/>
        </p:nvSpPr>
        <p:spPr>
          <a:xfrm>
            <a:off x="502920" y="4251959"/>
            <a:ext cx="5349240" cy="2423159"/>
          </a:xfrm>
          <a:prstGeom prst="roundRect">
            <a:avLst>
              <a:gd name="adj" fmla="val 4186"/>
            </a:avLst>
          </a:prstGeom>
          <a:solidFill>
            <a:srgbClr val="EAF5F4"/>
          </a:solidFill>
          <a:ln/>
          <a:effectLst>
            <a:outerShdw blurRad="76200" dist="25400" dir="5400000" algn="bl" rotWithShape="0">
              <a:srgbClr val="000000">
                <a:alpha val="9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Shape 12"/>
          <p:cNvSpPr/>
          <p:nvPr/>
        </p:nvSpPr>
        <p:spPr>
          <a:xfrm>
            <a:off x="777240" y="4507992"/>
            <a:ext cx="548640" cy="548640"/>
          </a:xfrm>
          <a:prstGeom prst="ellipse">
            <a:avLst/>
          </a:prstGeom>
          <a:solidFill>
            <a:srgbClr val="0B5E6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7" name="Image 2" descr="/home/claude/sop_deck/icons/camera_white.png"/>
          <p:cNvPicPr>
            <a:picLocks noChangeAspect="1"/>
          </p:cNvPicPr>
          <p:nvPr/>
        </p:nvPicPr>
        <p:blipFill>
          <a:blip r:embed="rId5"/>
          <a:stretch>
            <a:fillRect/>
          </a:stretch>
        </p:blipFill>
        <p:spPr>
          <a:xfrm>
            <a:off x="914400" y="4645152"/>
            <a:ext cx="274320" cy="274320"/>
          </a:xfrm>
          <a:prstGeom prst="rect">
            <a:avLst/>
          </a:prstGeom>
        </p:spPr>
      </p:pic>
      <p:sp>
        <p:nvSpPr>
          <p:cNvPr id="18" name="Text 13"/>
          <p:cNvSpPr/>
          <p:nvPr/>
        </p:nvSpPr>
        <p:spPr>
          <a:xfrm>
            <a:off x="1463040" y="4416552"/>
            <a:ext cx="4160520" cy="594360"/>
          </a:xfrm>
          <a:prstGeom prst="rect">
            <a:avLst/>
          </a:prstGeom>
          <a:noFill/>
          <a:ln/>
        </p:spPr>
        <p:txBody>
          <a:bodyPr wrap="square" lIns="0" tIns="0" rIns="0" bIns="0" rtlCol="0" anchor="t"/>
          <a:lstStyle/>
          <a:p>
            <a:pPr marL="0" marR="0" lvl="0" indent="0" algn="l" defTabSz="914400" rtl="0" eaLnBrk="1" fontAlgn="auto" latinLnBrk="0" hangingPunct="1">
              <a:lnSpc>
                <a:spcPct val="105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0B5E66"/>
                </a:solidFill>
                <a:effectLst/>
                <a:uLnTx/>
                <a:uFillTx/>
                <a:latin typeface="Calibri" pitchFamily="34" charset="0"/>
                <a:ea typeface="Calibri" pitchFamily="34" charset="-122"/>
                <a:cs typeface="Calibri" pitchFamily="34" charset="-120"/>
              </a:rPr>
              <a:t>Photo &amp; Digital Signature</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Text 14"/>
          <p:cNvSpPr/>
          <p:nvPr/>
        </p:nvSpPr>
        <p:spPr>
          <a:xfrm>
            <a:off x="777240" y="5120640"/>
            <a:ext cx="4800600" cy="960120"/>
          </a:xfrm>
          <a:prstGeom prst="rect">
            <a:avLst/>
          </a:prstGeom>
          <a:noFill/>
          <a:ln/>
        </p:spPr>
        <p:txBody>
          <a:bodyPr wrap="square" lIns="0" tIns="0" rIns="0" bIns="0" rtlCol="0" anchor="t"/>
          <a:lstStyle/>
          <a:p>
            <a:pPr marL="0" marR="0" lvl="0" indent="0" algn="l" defTabSz="914400" rtl="0" eaLnBrk="1" fontAlgn="auto" latinLnBrk="0" hangingPunct="1">
              <a:lnSpc>
                <a:spcPct val="11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1C2B2E"/>
                </a:solidFill>
                <a:effectLst/>
                <a:uLnTx/>
                <a:uFillTx/>
                <a:latin typeface="Calibri" pitchFamily="34" charset="0"/>
                <a:ea typeface="Calibri" pitchFamily="34" charset="-122"/>
                <a:cs typeface="Calibri" pitchFamily="34" charset="-120"/>
              </a:rPr>
              <a:t>While handing over, both photograph and digital signature will be obtained through the app from the person to whom patient will be handed over at the facility level.</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Shape 15"/>
          <p:cNvSpPr/>
          <p:nvPr/>
        </p:nvSpPr>
        <p:spPr>
          <a:xfrm>
            <a:off x="5989320" y="4251960"/>
            <a:ext cx="5821680" cy="2301240"/>
          </a:xfrm>
          <a:prstGeom prst="roundRect">
            <a:avLst>
              <a:gd name="adj" fmla="val 4186"/>
            </a:avLst>
          </a:prstGeom>
          <a:solidFill>
            <a:srgbClr val="EAF5F4"/>
          </a:solidFill>
          <a:ln/>
          <a:effectLst>
            <a:outerShdw blurRad="76200" dist="25400" dir="5400000" algn="bl" rotWithShape="0">
              <a:srgbClr val="000000">
                <a:alpha val="9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 name="Shape 16"/>
          <p:cNvSpPr/>
          <p:nvPr/>
        </p:nvSpPr>
        <p:spPr>
          <a:xfrm>
            <a:off x="6263640" y="4507992"/>
            <a:ext cx="548640" cy="548640"/>
          </a:xfrm>
          <a:prstGeom prst="ellipse">
            <a:avLst/>
          </a:prstGeom>
          <a:solidFill>
            <a:srgbClr val="0B5E6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22" name="Image 3" descr="/home/claude/sop_deck/icons/clipboardCheck_white.png"/>
          <p:cNvPicPr>
            <a:picLocks noChangeAspect="1"/>
          </p:cNvPicPr>
          <p:nvPr/>
        </p:nvPicPr>
        <p:blipFill>
          <a:blip r:embed="rId6"/>
          <a:stretch>
            <a:fillRect/>
          </a:stretch>
        </p:blipFill>
        <p:spPr>
          <a:xfrm>
            <a:off x="6400800" y="4645152"/>
            <a:ext cx="274320" cy="274320"/>
          </a:xfrm>
          <a:prstGeom prst="rect">
            <a:avLst/>
          </a:prstGeom>
        </p:spPr>
      </p:pic>
      <p:sp>
        <p:nvSpPr>
          <p:cNvPr id="23" name="Text 17"/>
          <p:cNvSpPr/>
          <p:nvPr/>
        </p:nvSpPr>
        <p:spPr>
          <a:xfrm>
            <a:off x="6949440" y="4416552"/>
            <a:ext cx="4160520" cy="594360"/>
          </a:xfrm>
          <a:prstGeom prst="rect">
            <a:avLst/>
          </a:prstGeom>
          <a:noFill/>
          <a:ln/>
        </p:spPr>
        <p:txBody>
          <a:bodyPr wrap="square" lIns="0" tIns="0" rIns="0" bIns="0" rtlCol="0" anchor="t"/>
          <a:lstStyle/>
          <a:p>
            <a:pPr marL="0" marR="0" lvl="0" indent="0" algn="l" defTabSz="914400" rtl="0" eaLnBrk="1" fontAlgn="auto" latinLnBrk="0" hangingPunct="1">
              <a:lnSpc>
                <a:spcPct val="105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B5E66"/>
                </a:solidFill>
                <a:effectLst/>
                <a:uLnTx/>
                <a:uFillTx/>
                <a:latin typeface="Calibri" pitchFamily="34" charset="0"/>
                <a:ea typeface="Calibri" pitchFamily="34" charset="-122"/>
                <a:cs typeface="Calibri" pitchFamily="34" charset="-120"/>
              </a:rPr>
              <a:t>District Monitoring</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Text 18"/>
          <p:cNvSpPr/>
          <p:nvPr/>
        </p:nvSpPr>
        <p:spPr>
          <a:xfrm>
            <a:off x="6263640" y="5120640"/>
            <a:ext cx="4800600" cy="960120"/>
          </a:xfrm>
          <a:prstGeom prst="rect">
            <a:avLst/>
          </a:prstGeom>
          <a:noFill/>
          <a:ln/>
        </p:spPr>
        <p:txBody>
          <a:bodyPr wrap="square" lIns="0" tIns="0" rIns="0" bIns="0" rtlCol="0" anchor="t"/>
          <a:lstStyle/>
          <a:p>
            <a:pPr marL="0" marR="0" lvl="0" indent="0" algn="l" defTabSz="914400" rtl="0" eaLnBrk="1" fontAlgn="auto" latinLnBrk="0" hangingPunct="1">
              <a:lnSpc>
                <a:spcPct val="11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1C2B2E"/>
                </a:solidFill>
                <a:effectLst/>
                <a:uLnTx/>
                <a:uFillTx/>
                <a:latin typeface="Calibri" pitchFamily="34" charset="0"/>
                <a:ea typeface="Calibri" pitchFamily="34" charset="-122"/>
                <a:cs typeface="Calibri" pitchFamily="34" charset="-120"/>
              </a:rPr>
              <a:t>District authorities shall monitor adherence to the tagging mechanism and review referral patterns during routine review meetings.</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02920" y="411480"/>
            <a:ext cx="2926080" cy="402336"/>
          </a:xfrm>
          <a:prstGeom prst="roundRect">
            <a:avLst>
              <a:gd name="adj" fmla="val 18182"/>
            </a:avLst>
          </a:prstGeom>
          <a:solidFill>
            <a:srgbClr val="FBEFDC"/>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 1"/>
          <p:cNvSpPr/>
          <p:nvPr/>
        </p:nvSpPr>
        <p:spPr>
          <a:xfrm>
            <a:off x="502920" y="411480"/>
            <a:ext cx="2926080" cy="40233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0" cap="none" spc="100" normalizeH="0" baseline="0" noProof="0" dirty="0">
                <a:ln>
                  <a:noFill/>
                </a:ln>
                <a:solidFill>
                  <a:srgbClr val="C8862B"/>
                </a:solidFill>
                <a:effectLst/>
                <a:uLnTx/>
                <a:uFillTx/>
                <a:latin typeface="Calibri" pitchFamily="34" charset="0"/>
                <a:ea typeface="Calibri" pitchFamily="34" charset="-122"/>
                <a:cs typeface="Calibri" pitchFamily="34" charset="-120"/>
              </a:rPr>
              <a:t>SUSTAINING THE SOP</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p:nvPr/>
        </p:nvSpPr>
        <p:spPr>
          <a:xfrm>
            <a:off x="502920" y="868680"/>
            <a:ext cx="10789920" cy="5943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dirty="0">
                <a:ln>
                  <a:noFill/>
                </a:ln>
                <a:solidFill>
                  <a:srgbClr val="1C2B2E"/>
                </a:solidFill>
                <a:effectLst/>
                <a:uLnTx/>
                <a:uFillTx/>
                <a:latin typeface="Cambria" pitchFamily="34" charset="0"/>
                <a:ea typeface="Cambria" pitchFamily="34" charset="-122"/>
                <a:cs typeface="Cambria" pitchFamily="34" charset="-120"/>
              </a:rPr>
              <a:t>Sensitization, Retagging &amp; Reporting</a:t>
            </a:r>
            <a:endParaRPr kumimoji="0" lang="en-US" sz="2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Shape 3"/>
          <p:cNvSpPr/>
          <p:nvPr/>
        </p:nvSpPr>
        <p:spPr>
          <a:xfrm>
            <a:off x="502920" y="1691640"/>
            <a:ext cx="10881360" cy="1325880"/>
          </a:xfrm>
          <a:prstGeom prst="roundRect">
            <a:avLst>
              <a:gd name="adj" fmla="val 6207"/>
            </a:avLst>
          </a:prstGeom>
          <a:solidFill>
            <a:srgbClr val="EAF5F4"/>
          </a:solidFill>
          <a:ln/>
          <a:effectLst>
            <a:outerShdw blurRad="76200" dist="25400" dir="5400000" algn="bl" rotWithShape="0">
              <a:srgbClr val="000000">
                <a:alpha val="9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822960" y="1901952"/>
            <a:ext cx="640080" cy="640080"/>
          </a:xfrm>
          <a:prstGeom prst="ellipse">
            <a:avLst/>
          </a:prstGeom>
          <a:solidFill>
            <a:srgbClr val="0B5E6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7" name="Image 0" descr="/home/claude/sop_deck/icons/usersCog_white.png"/>
          <p:cNvPicPr>
            <a:picLocks noChangeAspect="1"/>
          </p:cNvPicPr>
          <p:nvPr/>
        </p:nvPicPr>
        <p:blipFill>
          <a:blip r:embed="rId3"/>
          <a:stretch>
            <a:fillRect/>
          </a:stretch>
        </p:blipFill>
        <p:spPr>
          <a:xfrm>
            <a:off x="987552" y="2066544"/>
            <a:ext cx="310896" cy="310896"/>
          </a:xfrm>
          <a:prstGeom prst="rect">
            <a:avLst/>
          </a:prstGeom>
        </p:spPr>
      </p:pic>
      <p:sp>
        <p:nvSpPr>
          <p:cNvPr id="8" name="Text 5"/>
          <p:cNvSpPr/>
          <p:nvPr/>
        </p:nvSpPr>
        <p:spPr>
          <a:xfrm>
            <a:off x="1627632" y="1737360"/>
            <a:ext cx="9601200" cy="1097280"/>
          </a:xfrm>
          <a:prstGeom prst="rect">
            <a:avLst/>
          </a:prstGeom>
          <a:noFill/>
          <a:ln/>
        </p:spPr>
        <p:txBody>
          <a:bodyPr wrap="square" lIns="0" tIns="0" rIns="0" bIns="0" rtlCol="0" anchor="t"/>
          <a:lstStyle/>
          <a:p>
            <a:pPr marL="0" marR="0" lvl="0" indent="0" algn="l" defTabSz="914400" rtl="0" eaLnBrk="1" fontAlgn="auto" latinLnBrk="0" hangingPunct="1">
              <a:lnSpc>
                <a:spcPct val="116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B5E66"/>
                </a:solidFill>
                <a:effectLst/>
                <a:uLnTx/>
                <a:uFillTx/>
                <a:latin typeface="Calibri" pitchFamily="34" charset="0"/>
                <a:ea typeface="Calibri" pitchFamily="34" charset="-122"/>
                <a:cs typeface="Calibri" pitchFamily="34" charset="-120"/>
              </a:rPr>
              <a:t>Sensitization of Field Staff</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16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1C2B2E"/>
                </a:solidFill>
                <a:effectLst/>
                <a:uLnTx/>
                <a:uFillTx/>
                <a:latin typeface="Calibri" pitchFamily="34" charset="0"/>
                <a:ea typeface="Calibri" pitchFamily="34" charset="-122"/>
                <a:cs typeface="Calibri" pitchFamily="34" charset="-120"/>
              </a:rPr>
              <a:t>All </a:t>
            </a:r>
            <a:r>
              <a:rPr kumimoji="0" lang="en-US" sz="2000" b="1" i="0" u="none" strike="noStrike" kern="1200" cap="none" spc="0" normalizeH="0" baseline="0" noProof="0" dirty="0">
                <a:ln>
                  <a:noFill/>
                </a:ln>
                <a:solidFill>
                  <a:srgbClr val="1C2B2E"/>
                </a:solidFill>
                <a:effectLst/>
                <a:uLnTx/>
                <a:uFillTx/>
                <a:latin typeface="Calibri" pitchFamily="34" charset="0"/>
                <a:ea typeface="Calibri" pitchFamily="34" charset="-122"/>
                <a:cs typeface="Calibri" pitchFamily="34" charset="-120"/>
              </a:rPr>
              <a:t>108 Janani drivers/EMAS/ Service providers / NHM PMU staff</a:t>
            </a:r>
            <a:r>
              <a:rPr kumimoji="0" lang="en-US" sz="2000" b="0" i="0" u="none" strike="noStrike" kern="1200" cap="none" spc="0" normalizeH="0" baseline="0" noProof="0" dirty="0">
                <a:ln>
                  <a:noFill/>
                </a:ln>
                <a:solidFill>
                  <a:srgbClr val="1C2B2E"/>
                </a:solidFill>
                <a:effectLst/>
                <a:uLnTx/>
                <a:uFillTx/>
                <a:latin typeface="Calibri" pitchFamily="34" charset="0"/>
                <a:ea typeface="Calibri" pitchFamily="34" charset="-122"/>
                <a:cs typeface="Calibri" pitchFamily="34" charset="-120"/>
              </a:rPr>
              <a:t> shall be sensitized on the SOP for referral of high-risk pregnancies at district and block level</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Shape 6"/>
          <p:cNvSpPr/>
          <p:nvPr/>
        </p:nvSpPr>
        <p:spPr>
          <a:xfrm>
            <a:off x="502920" y="3200400"/>
            <a:ext cx="5349240" cy="2926080"/>
          </a:xfrm>
          <a:prstGeom prst="roundRect">
            <a:avLst>
              <a:gd name="adj" fmla="val 2813"/>
            </a:avLst>
          </a:prstGeom>
          <a:solidFill>
            <a:srgbClr val="EAF5F4"/>
          </a:solidFill>
          <a:ln/>
          <a:effectLst>
            <a:outerShdw blurRad="76200" dist="25400" dir="5400000" algn="bl" rotWithShape="0">
              <a:srgbClr val="000000">
                <a:alpha val="9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 name="Shape 7"/>
          <p:cNvSpPr/>
          <p:nvPr/>
        </p:nvSpPr>
        <p:spPr>
          <a:xfrm>
            <a:off x="822960" y="3474720"/>
            <a:ext cx="594360" cy="594360"/>
          </a:xfrm>
          <a:prstGeom prst="ellipse">
            <a:avLst/>
          </a:prstGeom>
          <a:solidFill>
            <a:srgbClr val="0B5E6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1" name="Image 1" descr="/home/claude/sop_deck/icons/sync_white.png"/>
          <p:cNvPicPr>
            <a:picLocks noChangeAspect="1"/>
          </p:cNvPicPr>
          <p:nvPr/>
        </p:nvPicPr>
        <p:blipFill>
          <a:blip r:embed="rId4"/>
          <a:stretch>
            <a:fillRect/>
          </a:stretch>
        </p:blipFill>
        <p:spPr>
          <a:xfrm>
            <a:off x="969264" y="3621024"/>
            <a:ext cx="301752" cy="301752"/>
          </a:xfrm>
          <a:prstGeom prst="rect">
            <a:avLst/>
          </a:prstGeom>
        </p:spPr>
      </p:pic>
      <p:sp>
        <p:nvSpPr>
          <p:cNvPr id="12" name="Text 8"/>
          <p:cNvSpPr/>
          <p:nvPr/>
        </p:nvSpPr>
        <p:spPr>
          <a:xfrm>
            <a:off x="1600200" y="3493008"/>
            <a:ext cx="402336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B5E66"/>
                </a:solidFill>
                <a:effectLst/>
                <a:uLnTx/>
                <a:uFillTx/>
                <a:latin typeface="Calibri" pitchFamily="34" charset="0"/>
                <a:ea typeface="Calibri" pitchFamily="34" charset="-122"/>
                <a:cs typeface="Calibri" pitchFamily="34" charset="-120"/>
              </a:rPr>
              <a:t>Retagging of Facilities</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Text 9"/>
          <p:cNvSpPr/>
          <p:nvPr/>
        </p:nvSpPr>
        <p:spPr>
          <a:xfrm>
            <a:off x="822960" y="4096512"/>
            <a:ext cx="4754880" cy="1920240"/>
          </a:xfrm>
          <a:prstGeom prst="rect">
            <a:avLst/>
          </a:prstGeom>
          <a:noFill/>
          <a:ln/>
        </p:spPr>
        <p:txBody>
          <a:bodyPr wrap="square" lIns="0" tIns="0" rIns="0" bIns="0" rtlCol="0" anchor="t"/>
          <a:lstStyle/>
          <a:p>
            <a:pPr marL="0" marR="0" lvl="0" indent="0" algn="l" defTabSz="914400" rtl="0" eaLnBrk="1" fontAlgn="auto" latinLnBrk="0" hangingPunct="1">
              <a:lnSpc>
                <a:spcPct val="115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1C2B2E"/>
                </a:solidFill>
                <a:effectLst/>
                <a:uLnTx/>
                <a:uFillTx/>
                <a:latin typeface="Calibri" pitchFamily="34" charset="0"/>
                <a:ea typeface="Calibri" pitchFamily="34" charset="-122"/>
                <a:cs typeface="Calibri" pitchFamily="34" charset="-120"/>
              </a:rPr>
              <a:t>In case of any change in the functionality status of FRU, transfer of specialist manpower, any infrastructural related issues OT or Labour Room, the district will inform to State for retagging of the facilities.</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Shape 10"/>
          <p:cNvSpPr/>
          <p:nvPr/>
        </p:nvSpPr>
        <p:spPr>
          <a:xfrm>
            <a:off x="6035040" y="3200400"/>
            <a:ext cx="5349240" cy="2926080"/>
          </a:xfrm>
          <a:prstGeom prst="roundRect">
            <a:avLst>
              <a:gd name="adj" fmla="val 2813"/>
            </a:avLst>
          </a:prstGeom>
          <a:solidFill>
            <a:srgbClr val="0B5E66"/>
          </a:solidFill>
          <a:ln/>
          <a:effectLst>
            <a:outerShdw blurRad="76200" dist="25400" dir="5400000" algn="bl" rotWithShape="0">
              <a:srgbClr val="000000">
                <a:alpha val="13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 name="Shape 11"/>
          <p:cNvSpPr/>
          <p:nvPr/>
        </p:nvSpPr>
        <p:spPr>
          <a:xfrm>
            <a:off x="6355080" y="3474720"/>
            <a:ext cx="594360" cy="594360"/>
          </a:xfrm>
          <a:prstGeom prst="ellipse">
            <a:avLst/>
          </a:prstGeom>
          <a:solidFill>
            <a:srgbClr val="FFFFF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6" name="Image 2" descr="/home/claude/sop_deck/icons/calendarCheck_teal.png"/>
          <p:cNvPicPr>
            <a:picLocks noChangeAspect="1"/>
          </p:cNvPicPr>
          <p:nvPr/>
        </p:nvPicPr>
        <p:blipFill>
          <a:blip r:embed="rId5"/>
          <a:stretch>
            <a:fillRect/>
          </a:stretch>
        </p:blipFill>
        <p:spPr>
          <a:xfrm>
            <a:off x="6501384" y="3621024"/>
            <a:ext cx="301752" cy="301752"/>
          </a:xfrm>
          <a:prstGeom prst="rect">
            <a:avLst/>
          </a:prstGeom>
        </p:spPr>
      </p:pic>
      <p:sp>
        <p:nvSpPr>
          <p:cNvPr id="17" name="Text 12"/>
          <p:cNvSpPr/>
          <p:nvPr/>
        </p:nvSpPr>
        <p:spPr>
          <a:xfrm>
            <a:off x="7132320" y="3493008"/>
            <a:ext cx="402336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Monthly Status Update</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Text 13"/>
          <p:cNvSpPr/>
          <p:nvPr/>
        </p:nvSpPr>
        <p:spPr>
          <a:xfrm>
            <a:off x="6355080" y="4096512"/>
            <a:ext cx="4754880" cy="1920240"/>
          </a:xfrm>
          <a:prstGeom prst="rect">
            <a:avLst/>
          </a:prstGeom>
          <a:noFill/>
          <a:ln/>
        </p:spPr>
        <p:txBody>
          <a:bodyPr wrap="square" lIns="0" tIns="0" rIns="0" bIns="0" rtlCol="0" anchor="t"/>
          <a:lstStyle/>
          <a:p>
            <a:pPr marL="0" marR="0" lvl="0" indent="0" algn="l" defTabSz="914400" rtl="0" eaLnBrk="1" fontAlgn="auto" latinLnBrk="0" hangingPunct="1">
              <a:lnSpc>
                <a:spcPct val="115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EAF5F4"/>
                </a:solidFill>
                <a:effectLst/>
                <a:uLnTx/>
                <a:uFillTx/>
                <a:latin typeface="Calibri" pitchFamily="34" charset="0"/>
                <a:ea typeface="Calibri" pitchFamily="34" charset="-122"/>
                <a:cs typeface="Calibri" pitchFamily="34" charset="-120"/>
              </a:rPr>
              <a:t>The update on the FRU status is to be given to State on the monthly basis by CDM&amp; PHO.</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02920" y="411480"/>
            <a:ext cx="2926080" cy="402336"/>
          </a:xfrm>
          <a:prstGeom prst="roundRect">
            <a:avLst>
              <a:gd name="adj" fmla="val 18182"/>
            </a:avLst>
          </a:prstGeom>
          <a:solidFill>
            <a:srgbClr val="FBEFDC"/>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 1"/>
          <p:cNvSpPr/>
          <p:nvPr/>
        </p:nvSpPr>
        <p:spPr>
          <a:xfrm>
            <a:off x="502920" y="411480"/>
            <a:ext cx="2926080" cy="40233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0" cap="none" spc="100" normalizeH="0" baseline="0" noProof="0" dirty="0">
                <a:ln>
                  <a:noFill/>
                </a:ln>
                <a:solidFill>
                  <a:srgbClr val="C8862B"/>
                </a:solidFill>
                <a:effectLst/>
                <a:uLnTx/>
                <a:uFillTx/>
                <a:latin typeface="Calibri" pitchFamily="34" charset="0"/>
                <a:ea typeface="Calibri" pitchFamily="34" charset="-122"/>
                <a:cs typeface="Calibri" pitchFamily="34" charset="-120"/>
              </a:rPr>
              <a:t>PROCESS AT A GLANCE</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p:nvPr/>
        </p:nvSpPr>
        <p:spPr>
          <a:xfrm>
            <a:off x="502920" y="868680"/>
            <a:ext cx="10789920" cy="5943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dirty="0">
                <a:ln>
                  <a:noFill/>
                </a:ln>
                <a:solidFill>
                  <a:srgbClr val="1C2B2E"/>
                </a:solidFill>
                <a:effectLst/>
                <a:uLnTx/>
                <a:uFillTx/>
                <a:latin typeface="Cambria" pitchFamily="34" charset="0"/>
                <a:ea typeface="Cambria" pitchFamily="34" charset="-122"/>
                <a:cs typeface="Cambria" pitchFamily="34" charset="-120"/>
              </a:rPr>
              <a:t>Referral Flow: Call to Handover</a:t>
            </a:r>
            <a:endParaRPr kumimoji="0" lang="en-US" sz="2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Shape 3"/>
          <p:cNvSpPr/>
          <p:nvPr/>
        </p:nvSpPr>
        <p:spPr>
          <a:xfrm>
            <a:off x="502920" y="1572768"/>
            <a:ext cx="10881360" cy="804672"/>
          </a:xfrm>
          <a:prstGeom prst="roundRect">
            <a:avLst>
              <a:gd name="adj" fmla="val 10227"/>
            </a:avLst>
          </a:prstGeom>
          <a:solidFill>
            <a:srgbClr val="EAF5F4"/>
          </a:solidFill>
          <a:ln/>
          <a:effectLst>
            <a:outerShdw blurRad="76200" dist="25400" dir="5400000" algn="bl" rotWithShape="0">
              <a:srgbClr val="000000">
                <a:alpha val="9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2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777240" y="1655064"/>
            <a:ext cx="640080" cy="640080"/>
          </a:xfrm>
          <a:prstGeom prst="ellipse">
            <a:avLst/>
          </a:prstGeom>
          <a:solidFill>
            <a:srgbClr val="0B5E6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Text 5"/>
          <p:cNvSpPr/>
          <p:nvPr/>
        </p:nvSpPr>
        <p:spPr>
          <a:xfrm>
            <a:off x="777240" y="1655064"/>
            <a:ext cx="640080" cy="64008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1</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Shape 6"/>
          <p:cNvSpPr/>
          <p:nvPr/>
        </p:nvSpPr>
        <p:spPr>
          <a:xfrm>
            <a:off x="1645920" y="1673352"/>
            <a:ext cx="603504" cy="603504"/>
          </a:xfrm>
          <a:prstGeom prst="ellipse">
            <a:avLst/>
          </a:prstGeom>
          <a:solidFill>
            <a:srgbClr val="FFFFF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9" name="Image 0" descr="/home/claude/sop_deck/icons/phone_gold.png"/>
          <p:cNvPicPr>
            <a:picLocks noChangeAspect="1"/>
          </p:cNvPicPr>
          <p:nvPr/>
        </p:nvPicPr>
        <p:blipFill>
          <a:blip r:embed="rId3"/>
          <a:stretch>
            <a:fillRect/>
          </a:stretch>
        </p:blipFill>
        <p:spPr>
          <a:xfrm>
            <a:off x="1801368" y="1824228"/>
            <a:ext cx="301752" cy="301752"/>
          </a:xfrm>
          <a:prstGeom prst="rect">
            <a:avLst/>
          </a:prstGeom>
        </p:spPr>
      </p:pic>
      <p:sp>
        <p:nvSpPr>
          <p:cNvPr id="10" name="Text 7"/>
          <p:cNvSpPr/>
          <p:nvPr/>
        </p:nvSpPr>
        <p:spPr>
          <a:xfrm>
            <a:off x="2560320" y="1572768"/>
            <a:ext cx="3749040" cy="80467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0B5E66"/>
                </a:solidFill>
                <a:effectLst/>
                <a:uLnTx/>
                <a:uFillTx/>
                <a:latin typeface="Calibri" pitchFamily="34" charset="0"/>
                <a:ea typeface="Calibri" pitchFamily="34" charset="-122"/>
                <a:cs typeface="Calibri" pitchFamily="34" charset="-120"/>
              </a:rPr>
              <a:t>108 Call Received</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 8"/>
          <p:cNvSpPr/>
          <p:nvPr/>
        </p:nvSpPr>
        <p:spPr>
          <a:xfrm>
            <a:off x="6446520" y="1572768"/>
            <a:ext cx="4663440" cy="80467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dirty="0">
                <a:ln>
                  <a:noFill/>
                </a:ln>
                <a:solidFill>
                  <a:srgbClr val="5B6B6E"/>
                </a:solidFill>
                <a:effectLst/>
                <a:uLnTx/>
                <a:uFillTx/>
                <a:latin typeface="Calibri" pitchFamily="34" charset="0"/>
                <a:ea typeface="Calibri" pitchFamily="34" charset="-122"/>
                <a:cs typeface="Calibri" pitchFamily="34" charset="-120"/>
              </a:rPr>
              <a:t>Referral linked to tagged FRU</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 9"/>
          <p:cNvSpPr/>
          <p:nvPr/>
        </p:nvSpPr>
        <p:spPr>
          <a:xfrm>
            <a:off x="777240" y="2377440"/>
            <a:ext cx="640080" cy="6400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C8862B"/>
                </a:solidFill>
                <a:effectLst/>
                <a:uLnTx/>
                <a:uFillTx/>
                <a:latin typeface="Calibri" pitchFamily="34" charset="0"/>
                <a:ea typeface="Calibri" pitchFamily="34" charset="-122"/>
                <a:cs typeface="Calibri" pitchFamily="34" charset="-120"/>
              </a:rPr>
              <a: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Shape 10"/>
          <p:cNvSpPr/>
          <p:nvPr/>
        </p:nvSpPr>
        <p:spPr>
          <a:xfrm>
            <a:off x="502920" y="2423160"/>
            <a:ext cx="10881360" cy="804672"/>
          </a:xfrm>
          <a:prstGeom prst="roundRect">
            <a:avLst>
              <a:gd name="adj" fmla="val 10227"/>
            </a:avLst>
          </a:prstGeom>
          <a:solidFill>
            <a:srgbClr val="DCEEEC"/>
          </a:solidFill>
          <a:ln/>
          <a:effectLst>
            <a:outerShdw blurRad="76200" dist="25400" dir="5400000" algn="bl" rotWithShape="0">
              <a:srgbClr val="000000">
                <a:alpha val="9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2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Shape 11"/>
          <p:cNvSpPr/>
          <p:nvPr/>
        </p:nvSpPr>
        <p:spPr>
          <a:xfrm>
            <a:off x="777240" y="2505456"/>
            <a:ext cx="640080" cy="640080"/>
          </a:xfrm>
          <a:prstGeom prst="ellipse">
            <a:avLst/>
          </a:prstGeom>
          <a:solidFill>
            <a:srgbClr val="0B5E6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 name="Text 12"/>
          <p:cNvSpPr/>
          <p:nvPr/>
        </p:nvSpPr>
        <p:spPr>
          <a:xfrm>
            <a:off x="777240" y="2505456"/>
            <a:ext cx="640080" cy="64008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2</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Shape 13"/>
          <p:cNvSpPr/>
          <p:nvPr/>
        </p:nvSpPr>
        <p:spPr>
          <a:xfrm>
            <a:off x="1645920" y="2523744"/>
            <a:ext cx="603504" cy="603504"/>
          </a:xfrm>
          <a:prstGeom prst="ellipse">
            <a:avLst/>
          </a:prstGeom>
          <a:solidFill>
            <a:srgbClr val="FFFFF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7" name="Image 1" descr="/home/claude/sop_deck/icons/clipboardCheck_gold.png"/>
          <p:cNvPicPr>
            <a:picLocks noChangeAspect="1"/>
          </p:cNvPicPr>
          <p:nvPr/>
        </p:nvPicPr>
        <p:blipFill>
          <a:blip r:embed="rId4"/>
          <a:stretch>
            <a:fillRect/>
          </a:stretch>
        </p:blipFill>
        <p:spPr>
          <a:xfrm>
            <a:off x="1801368" y="2674620"/>
            <a:ext cx="301752" cy="301752"/>
          </a:xfrm>
          <a:prstGeom prst="rect">
            <a:avLst/>
          </a:prstGeom>
        </p:spPr>
      </p:pic>
      <p:sp>
        <p:nvSpPr>
          <p:cNvPr id="18" name="Text 14"/>
          <p:cNvSpPr/>
          <p:nvPr/>
        </p:nvSpPr>
        <p:spPr>
          <a:xfrm>
            <a:off x="2560320" y="2423160"/>
            <a:ext cx="3749040" cy="80467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0B5E66"/>
                </a:solidFill>
                <a:effectLst/>
                <a:uLnTx/>
                <a:uFillTx/>
                <a:latin typeface="Calibri" pitchFamily="34" charset="0"/>
                <a:ea typeface="Calibri" pitchFamily="34" charset="-122"/>
                <a:cs typeface="Calibri" pitchFamily="34" charset="-120"/>
              </a:rPr>
              <a:t>HRP Status Confirmed</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Text 15"/>
          <p:cNvSpPr/>
          <p:nvPr/>
        </p:nvSpPr>
        <p:spPr>
          <a:xfrm>
            <a:off x="6446520" y="2423160"/>
            <a:ext cx="4663440" cy="80467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dirty="0">
                <a:ln>
                  <a:noFill/>
                </a:ln>
                <a:solidFill>
                  <a:srgbClr val="5B6B6E"/>
                </a:solidFill>
                <a:effectLst/>
                <a:uLnTx/>
                <a:uFillTx/>
                <a:latin typeface="Calibri" pitchFamily="34" charset="0"/>
                <a:ea typeface="Calibri" pitchFamily="34" charset="-122"/>
                <a:cs typeface="Calibri" pitchFamily="34" charset="-120"/>
              </a:rPr>
              <a:t>RED card / danger signs checked</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6"/>
          <p:cNvSpPr/>
          <p:nvPr/>
        </p:nvSpPr>
        <p:spPr>
          <a:xfrm>
            <a:off x="777240" y="3227832"/>
            <a:ext cx="640080" cy="6400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C8862B"/>
                </a:solidFill>
                <a:effectLst/>
                <a:uLnTx/>
                <a:uFillTx/>
                <a:latin typeface="Calibri" pitchFamily="34" charset="0"/>
                <a:ea typeface="Calibri" pitchFamily="34" charset="-122"/>
                <a:cs typeface="Calibri" pitchFamily="34" charset="-120"/>
              </a:rPr>
              <a: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7"/>
          <p:cNvSpPr/>
          <p:nvPr/>
        </p:nvSpPr>
        <p:spPr>
          <a:xfrm>
            <a:off x="502920" y="3273552"/>
            <a:ext cx="10881360" cy="804672"/>
          </a:xfrm>
          <a:prstGeom prst="roundRect">
            <a:avLst>
              <a:gd name="adj" fmla="val 10227"/>
            </a:avLst>
          </a:prstGeom>
          <a:solidFill>
            <a:srgbClr val="EAF5F4"/>
          </a:solidFill>
          <a:ln/>
          <a:effectLst>
            <a:outerShdw blurRad="76200" dist="25400" dir="5400000" algn="bl" rotWithShape="0">
              <a:srgbClr val="000000">
                <a:alpha val="9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2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Shape 18"/>
          <p:cNvSpPr/>
          <p:nvPr/>
        </p:nvSpPr>
        <p:spPr>
          <a:xfrm>
            <a:off x="777240" y="3355848"/>
            <a:ext cx="640080" cy="640080"/>
          </a:xfrm>
          <a:prstGeom prst="ellipse">
            <a:avLst/>
          </a:prstGeom>
          <a:solidFill>
            <a:srgbClr val="0B5E6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Text 19"/>
          <p:cNvSpPr/>
          <p:nvPr/>
        </p:nvSpPr>
        <p:spPr>
          <a:xfrm>
            <a:off x="777240" y="3355848"/>
            <a:ext cx="640080" cy="64008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3</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0"/>
          <p:cNvSpPr/>
          <p:nvPr/>
        </p:nvSpPr>
        <p:spPr>
          <a:xfrm>
            <a:off x="1645920" y="3374136"/>
            <a:ext cx="603504" cy="603504"/>
          </a:xfrm>
          <a:prstGeom prst="ellipse">
            <a:avLst/>
          </a:prstGeom>
          <a:solidFill>
            <a:srgbClr val="FFFFF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25" name="Image 2" descr="/home/claude/sop_deck/icons/ambulance_gold.png"/>
          <p:cNvPicPr>
            <a:picLocks noChangeAspect="1"/>
          </p:cNvPicPr>
          <p:nvPr/>
        </p:nvPicPr>
        <p:blipFill>
          <a:blip r:embed="rId5"/>
          <a:stretch>
            <a:fillRect/>
          </a:stretch>
        </p:blipFill>
        <p:spPr>
          <a:xfrm>
            <a:off x="1801368" y="3525012"/>
            <a:ext cx="301752" cy="301752"/>
          </a:xfrm>
          <a:prstGeom prst="rect">
            <a:avLst/>
          </a:prstGeom>
        </p:spPr>
      </p:pic>
      <p:sp>
        <p:nvSpPr>
          <p:cNvPr id="26" name="Text 21"/>
          <p:cNvSpPr/>
          <p:nvPr/>
        </p:nvSpPr>
        <p:spPr>
          <a:xfrm>
            <a:off x="2560320" y="3273552"/>
            <a:ext cx="3749040" cy="80467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0B5E66"/>
                </a:solidFill>
                <a:effectLst/>
                <a:uLnTx/>
                <a:uFillTx/>
                <a:latin typeface="Calibri" pitchFamily="34" charset="0"/>
                <a:ea typeface="Calibri" pitchFamily="34" charset="-122"/>
                <a:cs typeface="Calibri" pitchFamily="34" charset="-120"/>
              </a:rPr>
              <a:t>Ambulance Dispatched</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2"/>
          <p:cNvSpPr/>
          <p:nvPr/>
        </p:nvSpPr>
        <p:spPr>
          <a:xfrm>
            <a:off x="6446520" y="3273552"/>
            <a:ext cx="4663440" cy="80467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dirty="0">
                <a:ln>
                  <a:noFill/>
                </a:ln>
                <a:solidFill>
                  <a:srgbClr val="5B6B6E"/>
                </a:solidFill>
                <a:effectLst/>
                <a:uLnTx/>
                <a:uFillTx/>
                <a:latin typeface="Calibri" pitchFamily="34" charset="0"/>
                <a:ea typeface="Calibri" pitchFamily="34" charset="-122"/>
                <a:cs typeface="Calibri" pitchFamily="34" charset="-120"/>
              </a:rPr>
              <a:t>SMS sent to referral nodal officer</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23"/>
          <p:cNvSpPr/>
          <p:nvPr/>
        </p:nvSpPr>
        <p:spPr>
          <a:xfrm>
            <a:off x="777240" y="4078224"/>
            <a:ext cx="640080" cy="6400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C8862B"/>
                </a:solidFill>
                <a:effectLst/>
                <a:uLnTx/>
                <a:uFillTx/>
                <a:latin typeface="Calibri" pitchFamily="34" charset="0"/>
                <a:ea typeface="Calibri" pitchFamily="34" charset="-122"/>
                <a:cs typeface="Calibri" pitchFamily="34" charset="-120"/>
              </a:rPr>
              <a: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Shape 24"/>
          <p:cNvSpPr/>
          <p:nvPr/>
        </p:nvSpPr>
        <p:spPr>
          <a:xfrm>
            <a:off x="502920" y="4123944"/>
            <a:ext cx="10881360" cy="804672"/>
          </a:xfrm>
          <a:prstGeom prst="roundRect">
            <a:avLst>
              <a:gd name="adj" fmla="val 10227"/>
            </a:avLst>
          </a:prstGeom>
          <a:solidFill>
            <a:srgbClr val="DCEEEC"/>
          </a:solidFill>
          <a:ln/>
          <a:effectLst>
            <a:outerShdw blurRad="76200" dist="25400" dir="5400000" algn="bl" rotWithShape="0">
              <a:srgbClr val="000000">
                <a:alpha val="9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2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Shape 25"/>
          <p:cNvSpPr/>
          <p:nvPr/>
        </p:nvSpPr>
        <p:spPr>
          <a:xfrm>
            <a:off x="777240" y="4206240"/>
            <a:ext cx="640080" cy="640080"/>
          </a:xfrm>
          <a:prstGeom prst="ellipse">
            <a:avLst/>
          </a:prstGeom>
          <a:solidFill>
            <a:srgbClr val="0B5E6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 name="Text 26"/>
          <p:cNvSpPr/>
          <p:nvPr/>
        </p:nvSpPr>
        <p:spPr>
          <a:xfrm>
            <a:off x="777240" y="4206240"/>
            <a:ext cx="640080" cy="64008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4</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Shape 27"/>
          <p:cNvSpPr/>
          <p:nvPr/>
        </p:nvSpPr>
        <p:spPr>
          <a:xfrm>
            <a:off x="1645920" y="4224528"/>
            <a:ext cx="603504" cy="603504"/>
          </a:xfrm>
          <a:prstGeom prst="ellipse">
            <a:avLst/>
          </a:prstGeom>
          <a:solidFill>
            <a:srgbClr val="FFFFF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33" name="Image 3" descr="/home/claude/sop_deck/icons/fileSignature_gold.png"/>
          <p:cNvPicPr>
            <a:picLocks noChangeAspect="1"/>
          </p:cNvPicPr>
          <p:nvPr/>
        </p:nvPicPr>
        <p:blipFill>
          <a:blip r:embed="rId6"/>
          <a:stretch>
            <a:fillRect/>
          </a:stretch>
        </p:blipFill>
        <p:spPr>
          <a:xfrm>
            <a:off x="1801368" y="4375404"/>
            <a:ext cx="301752" cy="301752"/>
          </a:xfrm>
          <a:prstGeom prst="rect">
            <a:avLst/>
          </a:prstGeom>
        </p:spPr>
      </p:pic>
      <p:sp>
        <p:nvSpPr>
          <p:cNvPr id="34" name="Text 28"/>
          <p:cNvSpPr/>
          <p:nvPr/>
        </p:nvSpPr>
        <p:spPr>
          <a:xfrm>
            <a:off x="2560320" y="4123944"/>
            <a:ext cx="3749040" cy="80467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0B5E66"/>
                </a:solidFill>
                <a:effectLst/>
                <a:uLnTx/>
                <a:uFillTx/>
                <a:latin typeface="Calibri" pitchFamily="34" charset="0"/>
                <a:ea typeface="Calibri" pitchFamily="34" charset="-122"/>
                <a:cs typeface="Calibri" pitchFamily="34" charset="-120"/>
              </a:rPr>
              <a:t>Referral Slip Signed</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 29"/>
          <p:cNvSpPr/>
          <p:nvPr/>
        </p:nvSpPr>
        <p:spPr>
          <a:xfrm>
            <a:off x="6446520" y="4123944"/>
            <a:ext cx="4663440" cy="80467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dirty="0">
                <a:ln>
                  <a:noFill/>
                </a:ln>
                <a:solidFill>
                  <a:srgbClr val="5B6B6E"/>
                </a:solidFill>
                <a:effectLst/>
                <a:uLnTx/>
                <a:uFillTx/>
                <a:latin typeface="Calibri" pitchFamily="34" charset="0"/>
                <a:ea typeface="Calibri" pitchFamily="34" charset="-122"/>
                <a:cs typeface="Calibri" pitchFamily="34" charset="-120"/>
              </a:rPr>
              <a:t>By MO / AYUSH / Nursing Officer</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Text 30"/>
          <p:cNvSpPr/>
          <p:nvPr/>
        </p:nvSpPr>
        <p:spPr>
          <a:xfrm>
            <a:off x="777240" y="4928616"/>
            <a:ext cx="640080" cy="6400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C8862B"/>
                </a:solidFill>
                <a:effectLst/>
                <a:uLnTx/>
                <a:uFillTx/>
                <a:latin typeface="Calibri" pitchFamily="34" charset="0"/>
                <a:ea typeface="Calibri" pitchFamily="34" charset="-122"/>
                <a:cs typeface="Calibri" pitchFamily="34" charset="-120"/>
              </a:rPr>
              <a: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Shape 31"/>
          <p:cNvSpPr/>
          <p:nvPr/>
        </p:nvSpPr>
        <p:spPr>
          <a:xfrm>
            <a:off x="502920" y="4974336"/>
            <a:ext cx="10881360" cy="804672"/>
          </a:xfrm>
          <a:prstGeom prst="roundRect">
            <a:avLst>
              <a:gd name="adj" fmla="val 10227"/>
            </a:avLst>
          </a:prstGeom>
          <a:solidFill>
            <a:srgbClr val="EAF5F4"/>
          </a:solidFill>
          <a:ln/>
          <a:effectLst>
            <a:outerShdw blurRad="76200" dist="25400" dir="5400000" algn="bl" rotWithShape="0">
              <a:srgbClr val="000000">
                <a:alpha val="9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2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 name="Shape 32"/>
          <p:cNvSpPr/>
          <p:nvPr/>
        </p:nvSpPr>
        <p:spPr>
          <a:xfrm>
            <a:off x="777240" y="5056632"/>
            <a:ext cx="640080" cy="640080"/>
          </a:xfrm>
          <a:prstGeom prst="ellipse">
            <a:avLst/>
          </a:prstGeom>
          <a:solidFill>
            <a:srgbClr val="0B5E6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9" name="Text 33"/>
          <p:cNvSpPr/>
          <p:nvPr/>
        </p:nvSpPr>
        <p:spPr>
          <a:xfrm>
            <a:off x="777240" y="5056632"/>
            <a:ext cx="640080" cy="64008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5</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Shape 34"/>
          <p:cNvSpPr/>
          <p:nvPr/>
        </p:nvSpPr>
        <p:spPr>
          <a:xfrm>
            <a:off x="1645920" y="5074920"/>
            <a:ext cx="603504" cy="603504"/>
          </a:xfrm>
          <a:prstGeom prst="ellipse">
            <a:avLst/>
          </a:prstGeom>
          <a:solidFill>
            <a:srgbClr val="FFFFF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41" name="Image 4" descr="/home/claude/sop_deck/icons/hospital_gold.png"/>
          <p:cNvPicPr>
            <a:picLocks noChangeAspect="1"/>
          </p:cNvPicPr>
          <p:nvPr/>
        </p:nvPicPr>
        <p:blipFill>
          <a:blip r:embed="rId7"/>
          <a:stretch>
            <a:fillRect/>
          </a:stretch>
        </p:blipFill>
        <p:spPr>
          <a:xfrm>
            <a:off x="1801368" y="5225796"/>
            <a:ext cx="301752" cy="301752"/>
          </a:xfrm>
          <a:prstGeom prst="rect">
            <a:avLst/>
          </a:prstGeom>
        </p:spPr>
      </p:pic>
      <p:sp>
        <p:nvSpPr>
          <p:cNvPr id="42" name="Text 35"/>
          <p:cNvSpPr/>
          <p:nvPr/>
        </p:nvSpPr>
        <p:spPr>
          <a:xfrm>
            <a:off x="2560320" y="4974336"/>
            <a:ext cx="3749040" cy="80467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0B5E66"/>
                </a:solidFill>
                <a:effectLst/>
                <a:uLnTx/>
                <a:uFillTx/>
                <a:latin typeface="Calibri" pitchFamily="34" charset="0"/>
                <a:ea typeface="Calibri" pitchFamily="34" charset="-122"/>
                <a:cs typeface="Calibri" pitchFamily="34" charset="-120"/>
              </a:rPr>
              <a:t>Patient Handed Over</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3" name="Text 36"/>
          <p:cNvSpPr/>
          <p:nvPr/>
        </p:nvSpPr>
        <p:spPr>
          <a:xfrm>
            <a:off x="6446520" y="4974336"/>
            <a:ext cx="4663440" cy="80467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dirty="0">
                <a:ln>
                  <a:noFill/>
                </a:ln>
                <a:solidFill>
                  <a:srgbClr val="5B6B6E"/>
                </a:solidFill>
                <a:effectLst/>
                <a:uLnTx/>
                <a:uFillTx/>
                <a:latin typeface="Calibri" pitchFamily="34" charset="0"/>
                <a:ea typeface="Calibri" pitchFamily="34" charset="-122"/>
                <a:cs typeface="Calibri" pitchFamily="34" charset="-120"/>
              </a:rPr>
              <a:t>Photo &amp; digital signature recorded</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85A39610-A48E-E56A-6D49-DB7F9032AD53}"/>
              </a:ext>
            </a:extLst>
          </p:cNvPr>
          <p:cNvPicPr>
            <a:picLocks noChangeAspect="1"/>
          </p:cNvPicPr>
          <p:nvPr/>
        </p:nvPicPr>
        <p:blipFill>
          <a:blip r:embed="rId2"/>
          <a:stretch>
            <a:fillRect/>
          </a:stretch>
        </p:blipFill>
        <p:spPr>
          <a:xfrm>
            <a:off x="43542" y="0"/>
            <a:ext cx="6466115" cy="5725886"/>
          </a:xfrm>
          <a:prstGeom prst="rect">
            <a:avLst/>
          </a:prstGeom>
        </p:spPr>
      </p:pic>
      <p:pic>
        <p:nvPicPr>
          <p:cNvPr id="11" name="Picture 10">
            <a:extLst>
              <a:ext uri="{FF2B5EF4-FFF2-40B4-BE49-F238E27FC236}">
                <a16:creationId xmlns:a16="http://schemas.microsoft.com/office/drawing/2014/main" id="{F54C979F-F315-8703-E5FD-B5774BC7A7AF}"/>
              </a:ext>
            </a:extLst>
          </p:cNvPr>
          <p:cNvPicPr>
            <a:picLocks noChangeAspect="1"/>
          </p:cNvPicPr>
          <p:nvPr/>
        </p:nvPicPr>
        <p:blipFill>
          <a:blip r:embed="rId3"/>
          <a:stretch>
            <a:fillRect/>
          </a:stretch>
        </p:blipFill>
        <p:spPr>
          <a:xfrm>
            <a:off x="6509658" y="1"/>
            <a:ext cx="5725886" cy="5725886"/>
          </a:xfrm>
          <a:prstGeom prst="rect">
            <a:avLst/>
          </a:prstGeom>
        </p:spPr>
      </p:pic>
      <p:sp>
        <p:nvSpPr>
          <p:cNvPr id="12" name="TextBox 11">
            <a:extLst>
              <a:ext uri="{FF2B5EF4-FFF2-40B4-BE49-F238E27FC236}">
                <a16:creationId xmlns:a16="http://schemas.microsoft.com/office/drawing/2014/main" id="{ED0189EA-9D5C-39F5-973B-B06D86961929}"/>
              </a:ext>
            </a:extLst>
          </p:cNvPr>
          <p:cNvSpPr txBox="1"/>
          <p:nvPr/>
        </p:nvSpPr>
        <p:spPr>
          <a:xfrm>
            <a:off x="7970322" y="5822744"/>
            <a:ext cx="4130634" cy="52322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a:ln>
                  <a:noFill/>
                </a:ln>
                <a:solidFill>
                  <a:prstClr val="black"/>
                </a:solidFill>
                <a:effectLst/>
                <a:uLnTx/>
                <a:uFillTx/>
                <a:latin typeface="Aptos" panose="02110004020202020204"/>
                <a:ea typeface="+mn-ea"/>
                <a:cs typeface="+mn-cs"/>
              </a:rPr>
              <a:t>Topic:4</a:t>
            </a:r>
            <a:endParaRPr kumimoji="0" lang="en-IN" sz="2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748677724"/>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6BF254-D179-7463-949D-C3A48B18D523}"/>
              </a:ext>
            </a:extLst>
          </p:cNvPr>
          <p:cNvSpPr>
            <a:spLocks noGrp="1"/>
          </p:cNvSpPr>
          <p:nvPr>
            <p:ph type="title"/>
          </p:nvPr>
        </p:nvSpPr>
        <p:spPr>
          <a:xfrm>
            <a:off x="1480457" y="147410"/>
            <a:ext cx="10515600" cy="614589"/>
          </a:xfrm>
        </p:spPr>
        <p:txBody>
          <a:bodyPr>
            <a:normAutofit fontScale="90000"/>
          </a:bodyPr>
          <a:lstStyle/>
          <a:p>
            <a:r>
              <a:rPr lang="en-US" b="1" dirty="0"/>
              <a:t>HRP condition in MCP card</a:t>
            </a:r>
            <a:endParaRPr lang="en-IN" b="1" dirty="0"/>
          </a:p>
        </p:txBody>
      </p:sp>
      <p:pic>
        <p:nvPicPr>
          <p:cNvPr id="5" name="Content Placeholder 4">
            <a:extLst>
              <a:ext uri="{FF2B5EF4-FFF2-40B4-BE49-F238E27FC236}">
                <a16:creationId xmlns:a16="http://schemas.microsoft.com/office/drawing/2014/main" id="{45C9301C-7BF6-374F-92D8-8DFD6C7DFEF7}"/>
              </a:ext>
            </a:extLst>
          </p:cNvPr>
          <p:cNvPicPr>
            <a:picLocks noGrp="1" noChangeAspect="1"/>
          </p:cNvPicPr>
          <p:nvPr>
            <p:ph sz="half" idx="1"/>
          </p:nvPr>
        </p:nvPicPr>
        <p:blipFill>
          <a:blip r:embed="rId2"/>
          <a:stretch>
            <a:fillRect/>
          </a:stretch>
        </p:blipFill>
        <p:spPr>
          <a:xfrm>
            <a:off x="652798" y="761998"/>
            <a:ext cx="4528801" cy="6020385"/>
          </a:xfrm>
          <a:prstGeom prst="rect">
            <a:avLst/>
          </a:prstGeom>
        </p:spPr>
      </p:pic>
      <p:pic>
        <p:nvPicPr>
          <p:cNvPr id="6" name="Content Placeholder 5">
            <a:extLst>
              <a:ext uri="{FF2B5EF4-FFF2-40B4-BE49-F238E27FC236}">
                <a16:creationId xmlns:a16="http://schemas.microsoft.com/office/drawing/2014/main" id="{84721637-7112-0F51-8AB6-CEB474F86ED4}"/>
              </a:ext>
            </a:extLst>
          </p:cNvPr>
          <p:cNvPicPr>
            <a:picLocks noGrp="1" noChangeAspect="1"/>
          </p:cNvPicPr>
          <p:nvPr>
            <p:ph sz="half" idx="2"/>
          </p:nvPr>
        </p:nvPicPr>
        <p:blipFill>
          <a:blip r:embed="rId3"/>
          <a:stretch>
            <a:fillRect/>
          </a:stretch>
        </p:blipFill>
        <p:spPr>
          <a:xfrm>
            <a:off x="5603758" y="1787263"/>
            <a:ext cx="6128361" cy="3283474"/>
          </a:xfrm>
          <a:prstGeom prst="rect">
            <a:avLst/>
          </a:prstGeom>
        </p:spPr>
      </p:pic>
    </p:spTree>
    <p:extLst>
      <p:ext uri="{BB962C8B-B14F-4D97-AF65-F5344CB8AC3E}">
        <p14:creationId xmlns:p14="http://schemas.microsoft.com/office/powerpoint/2010/main" val="3956479148"/>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F441D65F-ACB0-35BC-36D6-9A1592A0F532}"/>
              </a:ext>
            </a:extLst>
          </p:cNvPr>
          <p:cNvGraphicFramePr>
            <a:graphicFrameLocks noGrp="1"/>
          </p:cNvGraphicFramePr>
          <p:nvPr/>
        </p:nvGraphicFramePr>
        <p:xfrm>
          <a:off x="0" y="0"/>
          <a:ext cx="12192000" cy="6815628"/>
        </p:xfrm>
        <a:graphic>
          <a:graphicData uri="http://schemas.openxmlformats.org/drawingml/2006/table">
            <a:tbl>
              <a:tblPr firstRow="1" bandRow="1">
                <a:tableStyleId>{69012ECD-51FC-41F1-AA8D-1B2483CD663E}</a:tableStyleId>
              </a:tblPr>
              <a:tblGrid>
                <a:gridCol w="695115">
                  <a:extLst>
                    <a:ext uri="{9D8B030D-6E8A-4147-A177-3AD203B41FA5}">
                      <a16:colId xmlns:a16="http://schemas.microsoft.com/office/drawing/2014/main" val="2127011319"/>
                    </a:ext>
                  </a:extLst>
                </a:gridCol>
                <a:gridCol w="4048916">
                  <a:extLst>
                    <a:ext uri="{9D8B030D-6E8A-4147-A177-3AD203B41FA5}">
                      <a16:colId xmlns:a16="http://schemas.microsoft.com/office/drawing/2014/main" val="1484828145"/>
                    </a:ext>
                  </a:extLst>
                </a:gridCol>
                <a:gridCol w="534312">
                  <a:extLst>
                    <a:ext uri="{9D8B030D-6E8A-4147-A177-3AD203B41FA5}">
                      <a16:colId xmlns:a16="http://schemas.microsoft.com/office/drawing/2014/main" val="1936339147"/>
                    </a:ext>
                  </a:extLst>
                </a:gridCol>
                <a:gridCol w="6913657">
                  <a:extLst>
                    <a:ext uri="{9D8B030D-6E8A-4147-A177-3AD203B41FA5}">
                      <a16:colId xmlns:a16="http://schemas.microsoft.com/office/drawing/2014/main" val="3194696302"/>
                    </a:ext>
                  </a:extLst>
                </a:gridCol>
              </a:tblGrid>
              <a:tr h="403761">
                <a:tc>
                  <a:txBody>
                    <a:bodyPr/>
                    <a:lstStyle/>
                    <a:p>
                      <a:pPr algn="ctr" fontAlgn="b">
                        <a:buNone/>
                      </a:pPr>
                      <a:r>
                        <a:rPr lang="en-IN" sz="1600" b="1" u="none" strike="noStrike" dirty="0">
                          <a:solidFill>
                            <a:schemeClr val="bg1"/>
                          </a:solidFill>
                          <a:effectLst/>
                        </a:rPr>
                        <a:t>S.L. No</a:t>
                      </a:r>
                      <a:endParaRPr lang="en-IN" sz="1600" b="1" i="0" u="none" strike="noStrike" dirty="0">
                        <a:solidFill>
                          <a:schemeClr val="bg1"/>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IN" sz="1600" b="1" u="none" strike="noStrike" dirty="0">
                          <a:solidFill>
                            <a:schemeClr val="bg1"/>
                          </a:solidFill>
                          <a:effectLst/>
                        </a:rPr>
                        <a:t>High risk </a:t>
                      </a:r>
                      <a:r>
                        <a:rPr lang="en-IN" sz="1600" b="1" kern="1200" dirty="0">
                          <a:solidFill>
                            <a:schemeClr val="bg1"/>
                          </a:solidFill>
                        </a:rPr>
                        <a:t>Condition</a:t>
                      </a:r>
                      <a:r>
                        <a:rPr lang="en-IN" sz="1600" b="1" u="none" strike="noStrike" dirty="0">
                          <a:solidFill>
                            <a:schemeClr val="bg1"/>
                          </a:solidFill>
                          <a:effectLst/>
                        </a:rPr>
                        <a:t> (History)</a:t>
                      </a:r>
                      <a:endParaRPr lang="en-IN" sz="1600" b="1" i="0" u="none" strike="noStrike" dirty="0">
                        <a:solidFill>
                          <a:schemeClr val="bg1"/>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IN" sz="1600" b="1" u="none" strike="noStrike" dirty="0">
                          <a:solidFill>
                            <a:schemeClr val="bg1"/>
                          </a:solidFill>
                          <a:effectLst/>
                        </a:rPr>
                        <a:t>S.L. No</a:t>
                      </a:r>
                      <a:endParaRPr lang="en-IN" sz="1600" b="1" i="0" u="none" strike="noStrike" dirty="0">
                        <a:solidFill>
                          <a:schemeClr val="bg1"/>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IN" sz="1600" b="1" u="none" strike="noStrike" dirty="0">
                          <a:solidFill>
                            <a:schemeClr val="bg1"/>
                          </a:solidFill>
                          <a:effectLst/>
                        </a:rPr>
                        <a:t>High risk Condition (Current pregnancy)</a:t>
                      </a:r>
                      <a:endParaRPr lang="en-IN" sz="1600" b="1" i="0" u="none" strike="noStrike" dirty="0">
                        <a:solidFill>
                          <a:schemeClr val="bg1"/>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0888522"/>
                  </a:ext>
                </a:extLst>
              </a:tr>
              <a:tr h="213150">
                <a:tc>
                  <a:txBody>
                    <a:bodyPr/>
                    <a:lstStyle/>
                    <a:p>
                      <a:pPr algn="ctr" fontAlgn="b">
                        <a:buNone/>
                      </a:pPr>
                      <a:r>
                        <a:rPr lang="en-IN" sz="1200" u="none" strike="noStrike" dirty="0">
                          <a:effectLst/>
                        </a:rPr>
                        <a:t>1</a:t>
                      </a:r>
                      <a:endParaRPr lang="en-IN" sz="1200" b="0" i="0" u="none" strike="noStrike" dirty="0">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IN" sz="1200" u="none" strike="noStrike" dirty="0">
                          <a:effectLst/>
                        </a:rPr>
                        <a:t>Previous LSCS</a:t>
                      </a:r>
                      <a:endParaRPr lang="en-IN" sz="1200" b="0" i="0" u="none" strike="noStrike" dirty="0">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IN" sz="1200" u="none" strike="noStrike" dirty="0">
                          <a:effectLst/>
                        </a:rPr>
                        <a:t>19</a:t>
                      </a:r>
                      <a:endParaRPr lang="en-IN" sz="1200" b="0" i="0" u="none" strike="noStrike" dirty="0">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US" sz="1200" u="none" strike="noStrike" dirty="0">
                          <a:effectLst/>
                        </a:rPr>
                        <a:t>Geographically hard to reach area</a:t>
                      </a:r>
                      <a:endParaRPr lang="en-US" sz="1200" b="0" i="0" u="none" strike="noStrike" dirty="0">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55336008"/>
                  </a:ext>
                </a:extLst>
              </a:tr>
              <a:tr h="213150">
                <a:tc>
                  <a:txBody>
                    <a:bodyPr/>
                    <a:lstStyle/>
                    <a:p>
                      <a:pPr algn="ctr" fontAlgn="b">
                        <a:buNone/>
                      </a:pPr>
                      <a:r>
                        <a:rPr lang="en-IN" sz="1200" u="none" strike="noStrike" dirty="0">
                          <a:effectLst/>
                        </a:rPr>
                        <a:t>2</a:t>
                      </a:r>
                      <a:endParaRPr lang="en-IN" sz="1200" b="0" i="0" u="none" strike="noStrike" dirty="0">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US" sz="1200" u="none" strike="noStrike">
                          <a:effectLst/>
                        </a:rPr>
                        <a:t>Any other Surgery involving Uterus </a:t>
                      </a:r>
                      <a:endParaRPr lang="en-US" sz="1200" b="0" i="0" u="none" strike="noStrike">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IN" sz="1200" u="none" strike="noStrike" dirty="0">
                          <a:effectLst/>
                        </a:rPr>
                        <a:t>20</a:t>
                      </a:r>
                      <a:endParaRPr lang="en-IN" sz="1200" b="0" i="0" u="none" strike="noStrike" dirty="0">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US" sz="1200" u="none" strike="noStrike" dirty="0">
                          <a:effectLst/>
                        </a:rPr>
                        <a:t>Grand Multi ( </a:t>
                      </a:r>
                      <a:r>
                        <a:rPr lang="en-US" sz="1200" u="none" strike="noStrike" dirty="0" err="1">
                          <a:effectLst/>
                        </a:rPr>
                        <a:t>Morethan</a:t>
                      </a:r>
                      <a:r>
                        <a:rPr lang="en-US" sz="1200" u="none" strike="noStrike" dirty="0">
                          <a:effectLst/>
                        </a:rPr>
                        <a:t> 4 </a:t>
                      </a:r>
                      <a:r>
                        <a:rPr lang="en-US" sz="1200" u="none" strike="noStrike" dirty="0" err="1">
                          <a:effectLst/>
                        </a:rPr>
                        <a:t>Preganancy</a:t>
                      </a:r>
                      <a:r>
                        <a:rPr lang="en-US" sz="1200" u="none" strike="noStrike" dirty="0">
                          <a:effectLst/>
                        </a:rPr>
                        <a:t>)</a:t>
                      </a:r>
                      <a:endParaRPr lang="en-US" sz="1200" b="0" i="0" u="none" strike="noStrike" dirty="0">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80844610"/>
                  </a:ext>
                </a:extLst>
              </a:tr>
              <a:tr h="213150">
                <a:tc>
                  <a:txBody>
                    <a:bodyPr/>
                    <a:lstStyle/>
                    <a:p>
                      <a:pPr algn="ctr" fontAlgn="b">
                        <a:buNone/>
                      </a:pPr>
                      <a:r>
                        <a:rPr lang="en-IN" sz="1200" u="none" strike="noStrike">
                          <a:effectLst/>
                        </a:rPr>
                        <a:t>3</a:t>
                      </a:r>
                      <a:endParaRPr lang="en-IN" sz="1200" b="0" i="0" u="none" strike="noStrike">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IN" sz="1200" u="none" strike="noStrike" dirty="0">
                          <a:effectLst/>
                        </a:rPr>
                        <a:t>Previous H/O LBW</a:t>
                      </a:r>
                      <a:endParaRPr lang="en-IN" sz="1200" b="0" i="0" u="none" strike="noStrike" dirty="0">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IN" sz="1200" u="none" strike="noStrike">
                          <a:effectLst/>
                        </a:rPr>
                        <a:t>21</a:t>
                      </a:r>
                      <a:endParaRPr lang="en-IN" sz="1200" b="0" i="0" u="none" strike="noStrike">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US" sz="1200" u="none" strike="noStrike">
                          <a:effectLst/>
                        </a:rPr>
                        <a:t>Age less than 18 years</a:t>
                      </a:r>
                      <a:endParaRPr lang="en-US" sz="1200" b="0" i="0" u="none" strike="noStrike">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97798735"/>
                  </a:ext>
                </a:extLst>
              </a:tr>
              <a:tr h="213150">
                <a:tc>
                  <a:txBody>
                    <a:bodyPr/>
                    <a:lstStyle/>
                    <a:p>
                      <a:pPr algn="ctr" fontAlgn="b">
                        <a:buNone/>
                      </a:pPr>
                      <a:r>
                        <a:rPr lang="en-IN" sz="1200" u="none" strike="noStrike" dirty="0">
                          <a:effectLst/>
                        </a:rPr>
                        <a:t>4</a:t>
                      </a:r>
                      <a:endParaRPr lang="en-IN" sz="1200" b="0" i="0" u="none" strike="noStrike" dirty="0">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IN" sz="1200" u="none" strike="noStrike">
                          <a:effectLst/>
                        </a:rPr>
                        <a:t>Previous H/Opreterm</a:t>
                      </a:r>
                      <a:endParaRPr lang="en-IN" sz="1200" b="0" i="0" u="none" strike="noStrike">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IN" sz="1200" u="none" strike="noStrike">
                          <a:effectLst/>
                        </a:rPr>
                        <a:t>22</a:t>
                      </a:r>
                      <a:endParaRPr lang="en-IN" sz="1200" b="0" i="0" u="none" strike="noStrike">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IN" sz="1200" u="none" strike="noStrike">
                          <a:effectLst/>
                        </a:rPr>
                        <a:t>Age morethan 35 years</a:t>
                      </a:r>
                      <a:endParaRPr lang="en-IN" sz="1200" b="0" i="0" u="none" strike="noStrike">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9747660"/>
                  </a:ext>
                </a:extLst>
              </a:tr>
              <a:tr h="213150">
                <a:tc>
                  <a:txBody>
                    <a:bodyPr/>
                    <a:lstStyle/>
                    <a:p>
                      <a:pPr algn="ctr" fontAlgn="b">
                        <a:buNone/>
                      </a:pPr>
                      <a:r>
                        <a:rPr lang="en-IN" sz="1200" u="none" strike="noStrike">
                          <a:effectLst/>
                        </a:rPr>
                        <a:t>5</a:t>
                      </a:r>
                      <a:endParaRPr lang="en-IN" sz="1200" b="0" i="0" u="none" strike="noStrike">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IN" sz="1200" u="none" strike="noStrike">
                          <a:effectLst/>
                        </a:rPr>
                        <a:t>Previous H/O IUGR</a:t>
                      </a:r>
                      <a:endParaRPr lang="en-IN" sz="1200" b="0" i="0" u="none" strike="noStrike">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IN" sz="1200" u="none" strike="noStrike">
                          <a:effectLst/>
                        </a:rPr>
                        <a:t>23</a:t>
                      </a:r>
                      <a:endParaRPr lang="en-IN" sz="1200" b="0" i="0" u="none" strike="noStrike">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IN" sz="1200" u="none" strike="noStrike" dirty="0" err="1">
                          <a:effectLst/>
                        </a:rPr>
                        <a:t>Thallassemia</a:t>
                      </a:r>
                      <a:endParaRPr lang="en-IN" sz="1200" b="0" i="0" u="none" strike="noStrike" dirty="0">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07352339"/>
                  </a:ext>
                </a:extLst>
              </a:tr>
              <a:tr h="213150">
                <a:tc>
                  <a:txBody>
                    <a:bodyPr/>
                    <a:lstStyle/>
                    <a:p>
                      <a:pPr algn="ctr" fontAlgn="b">
                        <a:buNone/>
                      </a:pPr>
                      <a:r>
                        <a:rPr lang="en-IN" sz="1200" u="none" strike="noStrike">
                          <a:effectLst/>
                        </a:rPr>
                        <a:t>6</a:t>
                      </a:r>
                      <a:endParaRPr lang="en-IN" sz="1200" b="0" i="0" u="none" strike="noStrike">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IN" sz="1200" u="none" strike="noStrike" dirty="0">
                          <a:effectLst/>
                        </a:rPr>
                        <a:t>H/O Newborn Death</a:t>
                      </a:r>
                      <a:endParaRPr lang="en-IN" sz="1200" b="0" i="0" u="none" strike="noStrike" dirty="0">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IN" sz="1200" u="none" strike="noStrike">
                          <a:effectLst/>
                        </a:rPr>
                        <a:t>24</a:t>
                      </a:r>
                      <a:endParaRPr lang="en-IN" sz="1200" b="0" i="0" u="none" strike="noStrike">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IN" sz="1200" u="none" strike="noStrike">
                          <a:effectLst/>
                        </a:rPr>
                        <a:t>Sickle cell Disease</a:t>
                      </a:r>
                      <a:endParaRPr lang="en-IN" sz="1200" b="0" i="0" u="none" strike="noStrike">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95237938"/>
                  </a:ext>
                </a:extLst>
              </a:tr>
              <a:tr h="213150">
                <a:tc>
                  <a:txBody>
                    <a:bodyPr/>
                    <a:lstStyle/>
                    <a:p>
                      <a:pPr algn="ctr" fontAlgn="b">
                        <a:buNone/>
                      </a:pPr>
                      <a:r>
                        <a:rPr lang="en-IN" sz="1200" u="none" strike="noStrike">
                          <a:effectLst/>
                        </a:rPr>
                        <a:t>7</a:t>
                      </a:r>
                      <a:endParaRPr lang="en-IN" sz="1200" b="0" i="0" u="none" strike="noStrike">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IN" sz="1200" u="none" strike="noStrike" dirty="0">
                          <a:effectLst/>
                        </a:rPr>
                        <a:t>H/O Still Birth</a:t>
                      </a:r>
                      <a:endParaRPr lang="en-IN" sz="1200" b="0" i="0" u="none" strike="noStrike" dirty="0">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IN" sz="1200" u="none" strike="noStrike">
                          <a:effectLst/>
                        </a:rPr>
                        <a:t>25</a:t>
                      </a:r>
                      <a:endParaRPr lang="en-IN" sz="1200" b="0" i="0" u="none" strike="noStrike">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IN" sz="1200" u="none" strike="noStrike">
                          <a:effectLst/>
                        </a:rPr>
                        <a:t>Hypothyroidism</a:t>
                      </a:r>
                      <a:endParaRPr lang="en-IN" sz="1200" b="0" i="0" u="none" strike="noStrike">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31536964"/>
                  </a:ext>
                </a:extLst>
              </a:tr>
              <a:tr h="213150">
                <a:tc>
                  <a:txBody>
                    <a:bodyPr/>
                    <a:lstStyle/>
                    <a:p>
                      <a:pPr algn="ctr" fontAlgn="b">
                        <a:buNone/>
                      </a:pPr>
                      <a:r>
                        <a:rPr lang="en-IN" sz="1200" u="none" strike="noStrike" dirty="0">
                          <a:effectLst/>
                        </a:rPr>
                        <a:t>8</a:t>
                      </a:r>
                      <a:endParaRPr lang="en-IN" sz="1200" b="0" i="0" u="none" strike="noStrike" dirty="0">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US" sz="1200" u="none" strike="noStrike" dirty="0">
                          <a:effectLst/>
                        </a:rPr>
                        <a:t>H/O Birth asphyxia related death</a:t>
                      </a:r>
                      <a:endParaRPr lang="en-US" sz="1200" b="0" i="0" u="none" strike="noStrike" dirty="0">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IN" sz="1200" u="none" strike="noStrike">
                          <a:effectLst/>
                        </a:rPr>
                        <a:t>26</a:t>
                      </a:r>
                      <a:endParaRPr lang="en-IN" sz="1200" b="0" i="0" u="none" strike="noStrike">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IN" sz="1200" u="none" strike="noStrike" dirty="0">
                          <a:effectLst/>
                        </a:rPr>
                        <a:t>Rh(-</a:t>
                      </a:r>
                      <a:r>
                        <a:rPr lang="en-IN" sz="1200" u="none" strike="noStrike" dirty="0" err="1">
                          <a:effectLst/>
                        </a:rPr>
                        <a:t>ve</a:t>
                      </a:r>
                      <a:r>
                        <a:rPr lang="en-IN" sz="1200" u="none" strike="noStrike" dirty="0">
                          <a:effectLst/>
                        </a:rPr>
                        <a:t>)</a:t>
                      </a:r>
                      <a:endParaRPr lang="en-IN" sz="1200" b="0" i="0" u="none" strike="noStrike" dirty="0">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84646353"/>
                  </a:ext>
                </a:extLst>
              </a:tr>
              <a:tr h="213150">
                <a:tc>
                  <a:txBody>
                    <a:bodyPr/>
                    <a:lstStyle/>
                    <a:p>
                      <a:pPr algn="ctr" fontAlgn="b">
                        <a:buNone/>
                      </a:pPr>
                      <a:r>
                        <a:rPr lang="en-IN" sz="1200" u="none" strike="noStrike">
                          <a:effectLst/>
                        </a:rPr>
                        <a:t>9</a:t>
                      </a:r>
                      <a:endParaRPr lang="en-IN" sz="1200" b="0" i="0" u="none" strike="noStrike">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IN" sz="1200" u="none" strike="noStrike" dirty="0">
                          <a:effectLst/>
                        </a:rPr>
                        <a:t>H/O APH in previous Pregnancy</a:t>
                      </a:r>
                      <a:endParaRPr lang="en-IN" sz="1200" b="0" i="0" u="none" strike="noStrike" dirty="0">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IN" sz="1200" u="none" strike="noStrike">
                          <a:effectLst/>
                        </a:rPr>
                        <a:t>27</a:t>
                      </a:r>
                      <a:endParaRPr lang="en-IN" sz="1200" b="0" i="0" u="none" strike="noStrike">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US" sz="1200" u="none" strike="noStrike" dirty="0">
                          <a:effectLst/>
                        </a:rPr>
                        <a:t>Height less than 140 </a:t>
                      </a:r>
                      <a:r>
                        <a:rPr lang="en-US" sz="1200" u="none" strike="noStrike" dirty="0" err="1">
                          <a:effectLst/>
                        </a:rPr>
                        <a:t>cms</a:t>
                      </a:r>
                      <a:endParaRPr lang="en-US" sz="1200" b="0" i="0" u="none" strike="noStrike" dirty="0">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70809006"/>
                  </a:ext>
                </a:extLst>
              </a:tr>
              <a:tr h="213150">
                <a:tc>
                  <a:txBody>
                    <a:bodyPr/>
                    <a:lstStyle/>
                    <a:p>
                      <a:pPr algn="ctr" fontAlgn="b">
                        <a:buNone/>
                      </a:pPr>
                      <a:r>
                        <a:rPr lang="en-IN" sz="1200" u="none" strike="noStrike">
                          <a:effectLst/>
                        </a:rPr>
                        <a:t>10</a:t>
                      </a:r>
                      <a:endParaRPr lang="en-IN" sz="1200" b="0" i="0" u="none" strike="noStrike">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US" sz="1200" u="none" strike="noStrike" dirty="0">
                          <a:effectLst/>
                        </a:rPr>
                        <a:t>H/O PPH in previous Pregnancy</a:t>
                      </a:r>
                      <a:endParaRPr lang="en-US" sz="1200" b="0" i="0" u="none" strike="noStrike" dirty="0">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IN" sz="1200" u="none" strike="noStrike">
                          <a:effectLst/>
                        </a:rPr>
                        <a:t>28</a:t>
                      </a:r>
                      <a:endParaRPr lang="en-IN" sz="1200" b="0" i="0" u="none" strike="noStrike">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US" sz="1200" u="none" strike="noStrike">
                          <a:effectLst/>
                        </a:rPr>
                        <a:t>Weight less than 40 kgs </a:t>
                      </a:r>
                      <a:endParaRPr lang="en-US" sz="1200" b="0" i="0" u="none" strike="noStrike">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62556304"/>
                  </a:ext>
                </a:extLst>
              </a:tr>
              <a:tr h="213150">
                <a:tc>
                  <a:txBody>
                    <a:bodyPr/>
                    <a:lstStyle/>
                    <a:p>
                      <a:pPr algn="ctr" fontAlgn="b">
                        <a:buNone/>
                      </a:pPr>
                      <a:r>
                        <a:rPr lang="en-IN" sz="1200" u="none" strike="noStrike" dirty="0">
                          <a:effectLst/>
                        </a:rPr>
                        <a:t>11</a:t>
                      </a:r>
                      <a:endParaRPr lang="en-IN" sz="1200" b="0" i="0" u="none" strike="noStrike" dirty="0">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IN" sz="1200" u="none" strike="noStrike">
                          <a:effectLst/>
                        </a:rPr>
                        <a:t>H/O Diabetes</a:t>
                      </a:r>
                      <a:endParaRPr lang="en-IN" sz="1200" b="0" i="0" u="none" strike="noStrike">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IN" sz="1200" u="none" strike="noStrike">
                          <a:effectLst/>
                        </a:rPr>
                        <a:t>29</a:t>
                      </a:r>
                      <a:endParaRPr lang="en-IN" sz="1200" b="0" i="0" u="none" strike="noStrike">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IN" sz="1200" u="none" strike="noStrike" dirty="0">
                          <a:effectLst/>
                        </a:rPr>
                        <a:t>Severe </a:t>
                      </a:r>
                      <a:r>
                        <a:rPr lang="en-IN" sz="1200" u="none" strike="noStrike" dirty="0" err="1">
                          <a:effectLst/>
                        </a:rPr>
                        <a:t>Aneamia</a:t>
                      </a:r>
                      <a:endParaRPr lang="en-IN" sz="1200" b="0" i="0" u="none" strike="noStrike" dirty="0">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83056953"/>
                  </a:ext>
                </a:extLst>
              </a:tr>
              <a:tr h="213150">
                <a:tc>
                  <a:txBody>
                    <a:bodyPr/>
                    <a:lstStyle/>
                    <a:p>
                      <a:pPr algn="ctr" fontAlgn="b">
                        <a:buNone/>
                      </a:pPr>
                      <a:r>
                        <a:rPr lang="en-IN" sz="1200" u="none" strike="noStrike">
                          <a:effectLst/>
                        </a:rPr>
                        <a:t>12</a:t>
                      </a:r>
                      <a:endParaRPr lang="en-IN" sz="1200" b="0" i="0" u="none" strike="noStrike">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IN" sz="1200" u="none" strike="noStrike" dirty="0">
                          <a:effectLst/>
                        </a:rPr>
                        <a:t>H/O Hypertension</a:t>
                      </a:r>
                      <a:endParaRPr lang="en-IN" sz="1200" b="0" i="0" u="none" strike="noStrike" dirty="0">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IN" sz="1200" u="none" strike="noStrike">
                          <a:effectLst/>
                        </a:rPr>
                        <a:t>30</a:t>
                      </a:r>
                      <a:endParaRPr lang="en-IN" sz="1200" b="0" i="0" u="none" strike="noStrike">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IN" sz="1200" u="none" strike="noStrike" dirty="0">
                          <a:effectLst/>
                        </a:rPr>
                        <a:t>Hypertensive disorder of pregnancy</a:t>
                      </a:r>
                      <a:endParaRPr lang="en-IN" sz="1200" b="0" i="0" u="none" strike="noStrike" dirty="0">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9476208"/>
                  </a:ext>
                </a:extLst>
              </a:tr>
              <a:tr h="213150">
                <a:tc>
                  <a:txBody>
                    <a:bodyPr/>
                    <a:lstStyle/>
                    <a:p>
                      <a:pPr algn="ctr" fontAlgn="b">
                        <a:buNone/>
                      </a:pPr>
                      <a:r>
                        <a:rPr lang="en-IN" sz="1200" u="none" strike="noStrike">
                          <a:effectLst/>
                        </a:rPr>
                        <a:t>13</a:t>
                      </a:r>
                      <a:endParaRPr lang="en-IN" sz="1200" b="0" i="0" u="none" strike="noStrike">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IN" sz="1200" u="none" strike="noStrike">
                          <a:effectLst/>
                        </a:rPr>
                        <a:t>H/O Kidney disease</a:t>
                      </a:r>
                      <a:endParaRPr lang="en-IN" sz="1200" b="0" i="0" u="none" strike="noStrike">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IN" sz="1200" u="none" strike="noStrike" dirty="0">
                          <a:effectLst/>
                        </a:rPr>
                        <a:t>31</a:t>
                      </a:r>
                      <a:endParaRPr lang="en-IN" sz="1200" b="0" i="0" u="none" strike="noStrike" dirty="0">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IN" sz="1200" u="none" strike="noStrike" dirty="0">
                          <a:effectLst/>
                        </a:rPr>
                        <a:t>Gestational Diabetes Mellitus</a:t>
                      </a:r>
                      <a:endParaRPr lang="en-IN" sz="1200" b="0" i="0" u="none" strike="noStrike" dirty="0">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33732533"/>
                  </a:ext>
                </a:extLst>
              </a:tr>
              <a:tr h="401333">
                <a:tc>
                  <a:txBody>
                    <a:bodyPr/>
                    <a:lstStyle/>
                    <a:p>
                      <a:pPr algn="ctr" fontAlgn="b">
                        <a:buNone/>
                      </a:pPr>
                      <a:r>
                        <a:rPr lang="en-IN" sz="1200" u="none" strike="noStrike" dirty="0">
                          <a:effectLst/>
                        </a:rPr>
                        <a:t>14</a:t>
                      </a:r>
                      <a:endParaRPr lang="en-IN" sz="1200" b="0" i="0" u="none" strike="noStrike" dirty="0">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US" sz="1200" u="none" strike="noStrike">
                          <a:effectLst/>
                        </a:rPr>
                        <a:t>H/O Hypertensive disorder of pregnancy in previous pregnancy</a:t>
                      </a:r>
                      <a:endParaRPr lang="en-US" sz="1200" b="0" i="0" u="none" strike="noStrike">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IN" sz="1200" u="none" strike="noStrike">
                          <a:effectLst/>
                        </a:rPr>
                        <a:t>32</a:t>
                      </a:r>
                      <a:endParaRPr lang="en-IN" sz="1200" b="0" i="0" u="none" strike="noStrike">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IN" sz="1200" u="none" strike="noStrike" dirty="0">
                          <a:effectLst/>
                        </a:rPr>
                        <a:t>Asymptomatic Bacteriuria</a:t>
                      </a:r>
                      <a:endParaRPr lang="en-IN" sz="1200" b="0" i="0" u="none" strike="noStrike" dirty="0">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09271693"/>
                  </a:ext>
                </a:extLst>
              </a:tr>
              <a:tr h="213150">
                <a:tc>
                  <a:txBody>
                    <a:bodyPr/>
                    <a:lstStyle/>
                    <a:p>
                      <a:pPr algn="ctr" fontAlgn="b">
                        <a:buNone/>
                      </a:pPr>
                      <a:r>
                        <a:rPr lang="en-IN" sz="1200" u="none" strike="noStrike" dirty="0">
                          <a:effectLst/>
                        </a:rPr>
                        <a:t>15</a:t>
                      </a:r>
                      <a:endParaRPr lang="en-IN" sz="1200" b="0" i="0" u="none" strike="noStrike" dirty="0">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pt-BR" sz="1200" u="none" strike="noStrike" dirty="0">
                          <a:effectLst/>
                        </a:rPr>
                        <a:t>H/O Minimum 3 spontaneous Abortion</a:t>
                      </a:r>
                      <a:endParaRPr lang="pt-BR" sz="1200" b="0" i="0" u="none" strike="noStrike" dirty="0">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IN" sz="1200" u="none" strike="noStrike">
                          <a:effectLst/>
                        </a:rPr>
                        <a:t>33</a:t>
                      </a:r>
                      <a:endParaRPr lang="en-IN" sz="1200" b="0" i="0" u="none" strike="noStrike">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IN" sz="1200" u="none" strike="noStrike" dirty="0">
                          <a:effectLst/>
                        </a:rPr>
                        <a:t>Malaria</a:t>
                      </a:r>
                      <a:endParaRPr lang="en-IN" sz="1200" b="0" i="0" u="none" strike="noStrike" dirty="0">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08748284"/>
                  </a:ext>
                </a:extLst>
              </a:tr>
              <a:tr h="380989">
                <a:tc>
                  <a:txBody>
                    <a:bodyPr/>
                    <a:lstStyle/>
                    <a:p>
                      <a:pPr algn="ctr" fontAlgn="b">
                        <a:buNone/>
                      </a:pPr>
                      <a:r>
                        <a:rPr lang="en-IN" sz="1200" u="none" strike="noStrike" dirty="0">
                          <a:effectLst/>
                        </a:rPr>
                        <a:t>16</a:t>
                      </a:r>
                      <a:endParaRPr lang="en-IN" sz="1200" b="0" i="0" u="none" strike="noStrike" dirty="0">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pt-BR" sz="1200" u="none" strike="noStrike" dirty="0">
                          <a:effectLst/>
                        </a:rPr>
                        <a:t>H/O TB or Leprosy</a:t>
                      </a:r>
                      <a:endParaRPr lang="pt-BR" sz="1200" b="0" i="0" u="none" strike="noStrike" dirty="0">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IN" sz="1200" u="none" strike="noStrike">
                          <a:effectLst/>
                        </a:rPr>
                        <a:t>34</a:t>
                      </a:r>
                      <a:endParaRPr lang="en-IN" sz="1200" b="0" i="0" u="none" strike="noStrike">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US" sz="1200" u="none" strike="noStrike" dirty="0">
                          <a:effectLst/>
                        </a:rPr>
                        <a:t>Weight gain less than 500gms or more than 3 kgs in a month after 1st trimester</a:t>
                      </a:r>
                      <a:endParaRPr lang="en-US" sz="1200" b="0" i="0" u="none" strike="noStrike" dirty="0">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0824195"/>
                  </a:ext>
                </a:extLst>
              </a:tr>
              <a:tr h="213150">
                <a:tc>
                  <a:txBody>
                    <a:bodyPr/>
                    <a:lstStyle/>
                    <a:p>
                      <a:pPr algn="ctr" fontAlgn="b">
                        <a:buNone/>
                      </a:pPr>
                      <a:r>
                        <a:rPr lang="en-IN" sz="1200" u="none" strike="noStrike">
                          <a:effectLst/>
                        </a:rPr>
                        <a:t>17</a:t>
                      </a:r>
                      <a:endParaRPr lang="en-IN" sz="1200" b="0" i="0" u="none" strike="noStrike">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US" sz="1200" u="none" strike="noStrike" dirty="0">
                          <a:effectLst/>
                        </a:rPr>
                        <a:t>H/O conceive after long period/ IVF</a:t>
                      </a:r>
                      <a:endParaRPr lang="en-US" sz="1200" b="0" i="0" u="none" strike="noStrike" dirty="0">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IN" sz="1200" u="none" strike="noStrike">
                          <a:effectLst/>
                        </a:rPr>
                        <a:t>35</a:t>
                      </a:r>
                      <a:endParaRPr lang="en-IN" sz="1200" b="0" i="0" u="none" strike="noStrike">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IN" sz="1200" u="none" strike="noStrike" dirty="0">
                          <a:effectLst/>
                        </a:rPr>
                        <a:t>Hepatitis B</a:t>
                      </a:r>
                      <a:endParaRPr lang="en-IN" sz="1200" b="0" i="0" u="none" strike="noStrike" dirty="0">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97631771"/>
                  </a:ext>
                </a:extLst>
              </a:tr>
              <a:tr h="213150">
                <a:tc>
                  <a:txBody>
                    <a:bodyPr/>
                    <a:lstStyle/>
                    <a:p>
                      <a:pPr algn="ctr" fontAlgn="b">
                        <a:buNone/>
                      </a:pPr>
                      <a:r>
                        <a:rPr lang="en-IN" sz="1200" u="none" strike="noStrike" dirty="0">
                          <a:effectLst/>
                        </a:rPr>
                        <a:t>18</a:t>
                      </a:r>
                      <a:endParaRPr lang="en-IN" sz="1200" b="0" i="0" u="none" strike="noStrike" dirty="0">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US" sz="1200" u="none" strike="noStrike" dirty="0">
                          <a:effectLst/>
                        </a:rPr>
                        <a:t>H/O High risk during previous pregnancy</a:t>
                      </a:r>
                      <a:endParaRPr lang="en-US" sz="1200" b="0" i="0" u="none" strike="noStrike" dirty="0">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IN" sz="1200" u="none" strike="noStrike">
                          <a:effectLst/>
                        </a:rPr>
                        <a:t>36</a:t>
                      </a:r>
                      <a:endParaRPr lang="en-IN" sz="1200" b="0" i="0" u="none" strike="noStrike">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IN" sz="1200" u="none" strike="noStrike" dirty="0">
                          <a:effectLst/>
                        </a:rPr>
                        <a:t>HIV (+</a:t>
                      </a:r>
                      <a:r>
                        <a:rPr lang="en-IN" sz="1200" u="none" strike="noStrike" dirty="0" err="1">
                          <a:effectLst/>
                        </a:rPr>
                        <a:t>ve</a:t>
                      </a:r>
                      <a:r>
                        <a:rPr lang="en-IN" sz="1200" u="none" strike="noStrike" dirty="0">
                          <a:effectLst/>
                        </a:rPr>
                        <a:t>)</a:t>
                      </a:r>
                      <a:endParaRPr lang="en-IN" sz="1200" b="0" i="0" u="none" strike="noStrike" dirty="0">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5906757"/>
                  </a:ext>
                </a:extLst>
              </a:tr>
              <a:tr h="213150">
                <a:tc>
                  <a:txBody>
                    <a:bodyPr/>
                    <a:lstStyle/>
                    <a:p>
                      <a:pPr algn="l" fontAlgn="b">
                        <a:buNone/>
                      </a:pPr>
                      <a:endParaRPr lang="en-IN" sz="1200" b="0" i="0" u="none" strike="noStrike">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endParaRPr lang="en-IN" sz="1200" b="0" i="0" u="none" strike="noStrike" dirty="0">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IN" sz="1200" u="none" strike="noStrike">
                          <a:effectLst/>
                        </a:rPr>
                        <a:t>37</a:t>
                      </a:r>
                      <a:endParaRPr lang="en-IN" sz="1200" b="0" i="0" u="none" strike="noStrike">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IN" sz="1200" u="none" strike="noStrike" dirty="0">
                          <a:effectLst/>
                        </a:rPr>
                        <a:t>STI/RTI</a:t>
                      </a:r>
                      <a:endParaRPr lang="en-IN" sz="1200" b="0" i="0" u="none" strike="noStrike" dirty="0">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97611347"/>
                  </a:ext>
                </a:extLst>
              </a:tr>
              <a:tr h="213150">
                <a:tc>
                  <a:txBody>
                    <a:bodyPr/>
                    <a:lstStyle/>
                    <a:p>
                      <a:pPr algn="l" fontAlgn="b">
                        <a:buNone/>
                      </a:pPr>
                      <a:endParaRPr lang="en-IN" sz="1200" b="0" i="0" u="none" strike="noStrike">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endParaRPr lang="en-IN" sz="1200" b="0" i="0" u="none" strike="noStrike">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IN" sz="1200" u="none" strike="noStrike">
                          <a:effectLst/>
                        </a:rPr>
                        <a:t>38</a:t>
                      </a:r>
                      <a:endParaRPr lang="en-IN" sz="1200" b="0" i="0" u="none" strike="noStrike">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US" sz="1200" b="0" u="none" strike="noStrike" dirty="0">
                          <a:solidFill>
                            <a:srgbClr val="000000"/>
                          </a:solidFill>
                          <a:effectLst/>
                        </a:rPr>
                        <a:t>V</a:t>
                      </a:r>
                      <a:r>
                        <a:rPr lang="en-IN" sz="1200" b="0" u="none" strike="noStrike" dirty="0" err="1">
                          <a:solidFill>
                            <a:srgbClr val="000000"/>
                          </a:solidFill>
                          <a:effectLst/>
                        </a:rPr>
                        <a:t>aginal</a:t>
                      </a:r>
                      <a:r>
                        <a:rPr lang="en-IN" sz="1200" b="0" u="none" strike="noStrike" dirty="0">
                          <a:solidFill>
                            <a:srgbClr val="000000"/>
                          </a:solidFill>
                          <a:effectLst/>
                        </a:rPr>
                        <a:t> Bleeding</a:t>
                      </a:r>
                      <a:endParaRPr lang="en-IN" sz="1200" b="0" i="0" u="none" strike="noStrike" dirty="0">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98747053"/>
                  </a:ext>
                </a:extLst>
              </a:tr>
              <a:tr h="213150">
                <a:tc>
                  <a:txBody>
                    <a:bodyPr/>
                    <a:lstStyle/>
                    <a:p>
                      <a:pPr algn="l" fontAlgn="b">
                        <a:buNone/>
                      </a:pPr>
                      <a:endParaRPr lang="en-IN" sz="1200" b="0" i="0" u="none" strike="noStrike">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endParaRPr lang="en-IN" sz="1200" b="0" i="0" u="none" strike="noStrike">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IN" sz="1200" u="none" strike="noStrike">
                          <a:effectLst/>
                        </a:rPr>
                        <a:t>39</a:t>
                      </a:r>
                      <a:endParaRPr lang="en-IN" sz="1200" b="0" i="0" u="none" strike="noStrike">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US" sz="1200" u="none" strike="noStrike">
                          <a:effectLst/>
                        </a:rPr>
                        <a:t>Adult MUAc less than 23 cms</a:t>
                      </a:r>
                      <a:endParaRPr lang="en-US" sz="1200" b="0" i="0" u="none" strike="noStrike">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83118088"/>
                  </a:ext>
                </a:extLst>
              </a:tr>
              <a:tr h="213150">
                <a:tc>
                  <a:txBody>
                    <a:bodyPr/>
                    <a:lstStyle/>
                    <a:p>
                      <a:pPr algn="l" fontAlgn="b">
                        <a:buNone/>
                      </a:pPr>
                      <a:endParaRPr lang="en-IN" sz="1200" b="0" i="0" u="none" strike="noStrike">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endParaRPr lang="en-IN" sz="1200" b="0" i="0" u="none" strike="noStrike">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IN" sz="1200" u="none" strike="noStrike">
                          <a:effectLst/>
                        </a:rPr>
                        <a:t>40</a:t>
                      </a:r>
                      <a:endParaRPr lang="en-IN" sz="1200" b="0" i="0" u="none" strike="noStrike">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IN" sz="1200" u="none" strike="noStrike" dirty="0">
                          <a:effectLst/>
                        </a:rPr>
                        <a:t>PROM/ Leaking</a:t>
                      </a:r>
                      <a:endParaRPr lang="en-IN" sz="1200" b="0" i="0" u="none" strike="noStrike" dirty="0">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62877919"/>
                  </a:ext>
                </a:extLst>
              </a:tr>
              <a:tr h="213150">
                <a:tc>
                  <a:txBody>
                    <a:bodyPr/>
                    <a:lstStyle/>
                    <a:p>
                      <a:pPr algn="l" fontAlgn="b">
                        <a:buNone/>
                      </a:pPr>
                      <a:endParaRPr lang="en-IN" sz="1200" b="0" i="0" u="none" strike="noStrike">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endParaRPr lang="en-IN" sz="1200" b="0" i="0" u="none" strike="noStrike">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IN" sz="1200" u="none" strike="noStrike">
                          <a:effectLst/>
                        </a:rPr>
                        <a:t>41</a:t>
                      </a:r>
                      <a:endParaRPr lang="en-IN" sz="1200" b="0" i="0" u="none" strike="noStrike">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IN" sz="1200" u="none" strike="noStrike" dirty="0">
                          <a:effectLst/>
                        </a:rPr>
                        <a:t>Foul smelling Vaginal Discharge</a:t>
                      </a:r>
                      <a:endParaRPr lang="en-IN" sz="1200" b="0" i="0" u="none" strike="noStrike" dirty="0">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81484293"/>
                  </a:ext>
                </a:extLst>
              </a:tr>
              <a:tr h="213150">
                <a:tc>
                  <a:txBody>
                    <a:bodyPr/>
                    <a:lstStyle/>
                    <a:p>
                      <a:pPr algn="l" fontAlgn="b">
                        <a:buNone/>
                      </a:pPr>
                      <a:endParaRPr lang="en-IN" sz="1200" b="0" i="0" u="none" strike="noStrike">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endParaRPr lang="en-IN" sz="1200" b="0" i="0" u="none" strike="noStrike">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IN" sz="1200" u="none" strike="noStrike">
                          <a:effectLst/>
                        </a:rPr>
                        <a:t>42</a:t>
                      </a:r>
                      <a:endParaRPr lang="en-IN" sz="1200" b="0" i="0" u="none" strike="noStrike">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IN" sz="1200" u="none" strike="noStrike" dirty="0">
                          <a:effectLst/>
                        </a:rPr>
                        <a:t>Decrease </a:t>
                      </a:r>
                      <a:r>
                        <a:rPr lang="en-IN" sz="1200" u="none" strike="noStrike" dirty="0" err="1">
                          <a:effectLst/>
                        </a:rPr>
                        <a:t>Fetal</a:t>
                      </a:r>
                      <a:r>
                        <a:rPr lang="en-IN" sz="1200" u="none" strike="noStrike" dirty="0">
                          <a:effectLst/>
                        </a:rPr>
                        <a:t> Movement</a:t>
                      </a:r>
                      <a:endParaRPr lang="en-IN" sz="1200" b="0" i="0" u="none" strike="noStrike" dirty="0">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27232906"/>
                  </a:ext>
                </a:extLst>
              </a:tr>
              <a:tr h="213150">
                <a:tc>
                  <a:txBody>
                    <a:bodyPr/>
                    <a:lstStyle/>
                    <a:p>
                      <a:pPr algn="l" fontAlgn="b">
                        <a:buNone/>
                      </a:pPr>
                      <a:endParaRPr lang="en-IN" sz="1200" b="0" i="0" u="none" strike="noStrike">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endParaRPr lang="en-IN" sz="1200" b="0" i="0" u="none" strike="noStrike" dirty="0">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IN" sz="1200" u="none" strike="noStrike">
                          <a:effectLst/>
                        </a:rPr>
                        <a:t>43</a:t>
                      </a:r>
                      <a:endParaRPr lang="en-IN" sz="1200" b="0" i="0" u="none" strike="noStrike">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IN" sz="1200" u="none" strike="noStrike" dirty="0">
                          <a:effectLst/>
                        </a:rPr>
                        <a:t>Irregular preterm contraction</a:t>
                      </a:r>
                      <a:endParaRPr lang="en-IN" sz="1200" b="0" i="0" u="none" strike="noStrike" dirty="0">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0567452"/>
                  </a:ext>
                </a:extLst>
              </a:tr>
              <a:tr h="213150">
                <a:tc>
                  <a:txBody>
                    <a:bodyPr/>
                    <a:lstStyle/>
                    <a:p>
                      <a:pPr algn="l" fontAlgn="b">
                        <a:buNone/>
                      </a:pPr>
                      <a:endParaRPr lang="en-IN" sz="1200" b="0" i="0" u="none" strike="noStrike">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endParaRPr lang="en-IN" sz="1200" b="0" i="0" u="none" strike="noStrike" dirty="0">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IN" sz="1200" u="none" strike="noStrike" dirty="0">
                          <a:effectLst/>
                        </a:rPr>
                        <a:t>44</a:t>
                      </a:r>
                      <a:endParaRPr lang="en-IN" sz="1200" b="0" i="0" u="none" strike="noStrike" dirty="0">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US" sz="1200" u="none" strike="noStrike" dirty="0">
                          <a:effectLst/>
                        </a:rPr>
                        <a:t>Abnormal Fundal height ( </a:t>
                      </a:r>
                      <a:r>
                        <a:rPr lang="en-US" sz="1200" u="none" strike="noStrike" dirty="0" err="1">
                          <a:effectLst/>
                        </a:rPr>
                        <a:t>morethan</a:t>
                      </a:r>
                      <a:r>
                        <a:rPr lang="en-US" sz="1200" u="none" strike="noStrike" dirty="0">
                          <a:effectLst/>
                        </a:rPr>
                        <a:t> 3 from estimated </a:t>
                      </a:r>
                      <a:r>
                        <a:rPr lang="en-US" sz="1200" u="none" strike="noStrike" dirty="0" err="1">
                          <a:effectLst/>
                        </a:rPr>
                        <a:t>Gesttaional</a:t>
                      </a:r>
                      <a:r>
                        <a:rPr lang="en-US" sz="1200" u="none" strike="noStrike" dirty="0">
                          <a:effectLst/>
                        </a:rPr>
                        <a:t> age)</a:t>
                      </a:r>
                      <a:endParaRPr lang="en-US" sz="1200" b="0" i="0" u="none" strike="noStrike" dirty="0">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43745035"/>
                  </a:ext>
                </a:extLst>
              </a:tr>
              <a:tr h="213150">
                <a:tc>
                  <a:txBody>
                    <a:bodyPr/>
                    <a:lstStyle/>
                    <a:p>
                      <a:pPr algn="l" fontAlgn="b">
                        <a:buNone/>
                      </a:pPr>
                      <a:endParaRPr lang="en-IN" sz="1200" b="0" i="0" u="none" strike="noStrike">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endParaRPr lang="en-IN" sz="1200" b="0" i="0" u="none" strike="noStrike">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IN" sz="1200" u="none" strike="noStrike" dirty="0">
                          <a:effectLst/>
                        </a:rPr>
                        <a:t>45</a:t>
                      </a:r>
                      <a:endParaRPr lang="en-IN" sz="1200" b="0" i="0" u="none" strike="noStrike" dirty="0">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US" sz="1200" u="none" strike="noStrike" dirty="0">
                          <a:effectLst/>
                        </a:rPr>
                        <a:t>extreme pain in lower abdomen during 1st trimester</a:t>
                      </a:r>
                      <a:endParaRPr lang="en-US" sz="1200" b="0" i="0" u="none" strike="noStrike" dirty="0">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43124827"/>
                  </a:ext>
                </a:extLst>
              </a:tr>
              <a:tr h="213150">
                <a:tc>
                  <a:txBody>
                    <a:bodyPr/>
                    <a:lstStyle/>
                    <a:p>
                      <a:pPr algn="l" fontAlgn="b">
                        <a:buNone/>
                      </a:pPr>
                      <a:endParaRPr lang="en-IN" sz="1200" b="0" i="0" u="none" strike="noStrike">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endParaRPr lang="en-IN" sz="1200" b="0" i="0" u="none" strike="noStrike">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IN" sz="1200" u="none" strike="noStrike" dirty="0">
                          <a:effectLst/>
                        </a:rPr>
                        <a:t>46</a:t>
                      </a:r>
                      <a:endParaRPr lang="en-IN" sz="1200" b="0" i="0" u="none" strike="noStrike" dirty="0">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US" sz="1200" u="none" strike="noStrike" dirty="0">
                          <a:effectLst/>
                        </a:rPr>
                        <a:t>Post term ( more than 7 days from EDD)</a:t>
                      </a:r>
                      <a:endParaRPr lang="en-US" sz="1200" b="0" i="0" u="none" strike="noStrike" dirty="0">
                        <a:solidFill>
                          <a:srgbClr val="000000"/>
                        </a:solidFill>
                        <a:effectLst/>
                        <a:latin typeface="Aptos Narrow" panose="020B0004020202020204" pitchFamily="34" charset="0"/>
                      </a:endParaRPr>
                    </a:p>
                  </a:txBody>
                  <a:tcPr marL="3726" marR="3726" marT="372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1122619"/>
                  </a:ext>
                </a:extLst>
              </a:tr>
            </a:tbl>
          </a:graphicData>
        </a:graphic>
      </p:graphicFrame>
    </p:spTree>
    <p:extLst>
      <p:ext uri="{BB962C8B-B14F-4D97-AF65-F5344CB8AC3E}">
        <p14:creationId xmlns:p14="http://schemas.microsoft.com/office/powerpoint/2010/main" val="2162858257"/>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041DD7-12E4-E185-E0E2-0B9D4E41F982}"/>
              </a:ext>
            </a:extLst>
          </p:cNvPr>
          <p:cNvSpPr>
            <a:spLocks noGrp="1"/>
          </p:cNvSpPr>
          <p:nvPr>
            <p:ph type="title"/>
          </p:nvPr>
        </p:nvSpPr>
        <p:spPr>
          <a:xfrm>
            <a:off x="368300" y="228602"/>
            <a:ext cx="11455400" cy="838199"/>
          </a:xfrm>
        </p:spPr>
        <p:txBody>
          <a:bodyPr anchor="b">
            <a:normAutofit/>
          </a:bodyPr>
          <a:lstStyle/>
          <a:p>
            <a:r>
              <a:rPr lang="en-US" b="1" dirty="0"/>
              <a:t>HRP Condition to be evaluate in 1</a:t>
            </a:r>
            <a:r>
              <a:rPr lang="en-US" b="1" baseline="30000" dirty="0"/>
              <a:t>st</a:t>
            </a:r>
            <a:r>
              <a:rPr lang="en-US" b="1" dirty="0"/>
              <a:t> visit</a:t>
            </a:r>
            <a:endParaRPr lang="en-IN" b="1" dirty="0"/>
          </a:p>
        </p:txBody>
      </p:sp>
      <p:graphicFrame>
        <p:nvGraphicFramePr>
          <p:cNvPr id="4" name="Content Placeholder 3">
            <a:extLst>
              <a:ext uri="{FF2B5EF4-FFF2-40B4-BE49-F238E27FC236}">
                <a16:creationId xmlns:a16="http://schemas.microsoft.com/office/drawing/2014/main" id="{88ADAC1C-268E-7A4E-0EFD-8F79B7D02476}"/>
              </a:ext>
            </a:extLst>
          </p:cNvPr>
          <p:cNvGraphicFramePr>
            <a:graphicFrameLocks noGrp="1"/>
          </p:cNvGraphicFramePr>
          <p:nvPr>
            <p:ph sz="quarter" idx="13"/>
          </p:nvPr>
        </p:nvGraphicFramePr>
        <p:xfrm>
          <a:off x="598054" y="1250947"/>
          <a:ext cx="11277055" cy="5215998"/>
        </p:xfrm>
        <a:graphic>
          <a:graphicData uri="http://schemas.openxmlformats.org/drawingml/2006/table">
            <a:tbl>
              <a:tblPr firstRow="1" bandRow="1">
                <a:tableStyleId>{69012ECD-51FC-41F1-AA8D-1B2483CD663E}</a:tableStyleId>
              </a:tblPr>
              <a:tblGrid>
                <a:gridCol w="738303">
                  <a:extLst>
                    <a:ext uri="{9D8B030D-6E8A-4147-A177-3AD203B41FA5}">
                      <a16:colId xmlns:a16="http://schemas.microsoft.com/office/drawing/2014/main" val="2127011319"/>
                    </a:ext>
                  </a:extLst>
                </a:gridCol>
                <a:gridCol w="4235063">
                  <a:extLst>
                    <a:ext uri="{9D8B030D-6E8A-4147-A177-3AD203B41FA5}">
                      <a16:colId xmlns:a16="http://schemas.microsoft.com/office/drawing/2014/main" val="1484828145"/>
                    </a:ext>
                  </a:extLst>
                </a:gridCol>
                <a:gridCol w="738303">
                  <a:extLst>
                    <a:ext uri="{9D8B030D-6E8A-4147-A177-3AD203B41FA5}">
                      <a16:colId xmlns:a16="http://schemas.microsoft.com/office/drawing/2014/main" val="1936339147"/>
                    </a:ext>
                  </a:extLst>
                </a:gridCol>
                <a:gridCol w="5565386">
                  <a:extLst>
                    <a:ext uri="{9D8B030D-6E8A-4147-A177-3AD203B41FA5}">
                      <a16:colId xmlns:a16="http://schemas.microsoft.com/office/drawing/2014/main" val="3194696302"/>
                    </a:ext>
                  </a:extLst>
                </a:gridCol>
              </a:tblGrid>
              <a:tr h="527922">
                <a:tc>
                  <a:txBody>
                    <a:bodyPr/>
                    <a:lstStyle/>
                    <a:p>
                      <a:pPr algn="ctr" fontAlgn="b">
                        <a:buNone/>
                      </a:pPr>
                      <a:r>
                        <a:rPr lang="en-IN" sz="1600" b="1" u="none" strike="noStrike">
                          <a:solidFill>
                            <a:schemeClr val="bg1"/>
                          </a:solidFill>
                          <a:effectLst/>
                        </a:rPr>
                        <a:t>S.L. No</a:t>
                      </a:r>
                      <a:endParaRPr lang="en-IN" sz="1600" b="1" i="0" u="none" strike="noStrike">
                        <a:solidFill>
                          <a:schemeClr val="bg1"/>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IN" sz="1600" b="1" u="none" strike="noStrike">
                          <a:solidFill>
                            <a:schemeClr val="bg1"/>
                          </a:solidFill>
                          <a:effectLst/>
                        </a:rPr>
                        <a:t>High risk </a:t>
                      </a:r>
                      <a:r>
                        <a:rPr lang="en-IN" sz="1600" b="1" kern="1200">
                          <a:solidFill>
                            <a:schemeClr val="bg1"/>
                          </a:solidFill>
                        </a:rPr>
                        <a:t>Condition</a:t>
                      </a:r>
                      <a:r>
                        <a:rPr lang="en-IN" sz="1600" b="1" u="none" strike="noStrike">
                          <a:solidFill>
                            <a:schemeClr val="bg1"/>
                          </a:solidFill>
                          <a:effectLst/>
                        </a:rPr>
                        <a:t> (History)</a:t>
                      </a:r>
                      <a:endParaRPr lang="en-IN" sz="1600" b="1" i="0" u="none" strike="noStrike">
                        <a:solidFill>
                          <a:schemeClr val="bg1"/>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IN" sz="1600" b="1" u="none" strike="noStrike">
                          <a:solidFill>
                            <a:schemeClr val="bg1"/>
                          </a:solidFill>
                          <a:effectLst/>
                        </a:rPr>
                        <a:t>S.L. No</a:t>
                      </a:r>
                      <a:endParaRPr lang="en-IN" sz="1600" b="1" i="0" u="none" strike="noStrike">
                        <a:solidFill>
                          <a:schemeClr val="bg1"/>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IN" sz="1600" b="1" u="none" strike="noStrike">
                          <a:solidFill>
                            <a:schemeClr val="bg1"/>
                          </a:solidFill>
                          <a:effectLst/>
                        </a:rPr>
                        <a:t>High risk Condition (Current pregnancy)</a:t>
                      </a:r>
                      <a:endParaRPr lang="en-IN" sz="1600" b="1" i="0" u="none" strike="noStrike">
                        <a:solidFill>
                          <a:schemeClr val="bg1"/>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0888522"/>
                  </a:ext>
                </a:extLst>
              </a:tr>
              <a:tr h="244044">
                <a:tc>
                  <a:txBody>
                    <a:bodyPr/>
                    <a:lstStyle/>
                    <a:p>
                      <a:pPr algn="ctr" fontAlgn="b">
                        <a:buNone/>
                      </a:pPr>
                      <a:r>
                        <a:rPr lang="en-IN" sz="1600" u="none" strike="noStrike" dirty="0">
                          <a:effectLst/>
                        </a:rPr>
                        <a:t>1</a:t>
                      </a:r>
                      <a:endParaRPr lang="en-IN" sz="1600" b="0" i="0" u="none" strike="noStrike" dirty="0">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IN" sz="1600" u="none" strike="noStrike">
                          <a:effectLst/>
                        </a:rPr>
                        <a:t>Previous LSCS</a:t>
                      </a:r>
                      <a:endParaRPr lang="en-IN" sz="1600" b="0" i="0" u="none" strike="noStrike">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IN" sz="1600" u="none" strike="noStrike">
                          <a:effectLst/>
                        </a:rPr>
                        <a:t>19</a:t>
                      </a:r>
                      <a:endParaRPr lang="en-IN" sz="1600" b="0" i="0" u="none" strike="noStrike">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US" sz="1600" u="none" strike="noStrike">
                          <a:solidFill>
                            <a:schemeClr val="tx1"/>
                          </a:solidFill>
                          <a:effectLst/>
                        </a:rPr>
                        <a:t>Geographically hard to reach area</a:t>
                      </a:r>
                      <a:endParaRPr lang="en-US" sz="1600" b="0" i="0" u="none" strike="noStrike">
                        <a:solidFill>
                          <a:schemeClr val="tx1"/>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55336008"/>
                  </a:ext>
                </a:extLst>
              </a:tr>
              <a:tr h="244044">
                <a:tc>
                  <a:txBody>
                    <a:bodyPr/>
                    <a:lstStyle/>
                    <a:p>
                      <a:pPr algn="ctr" fontAlgn="b">
                        <a:buNone/>
                      </a:pPr>
                      <a:r>
                        <a:rPr lang="en-IN" sz="1600" u="none" strike="noStrike">
                          <a:effectLst/>
                        </a:rPr>
                        <a:t>2</a:t>
                      </a:r>
                      <a:endParaRPr lang="en-IN" sz="1600" b="0" i="0" u="none" strike="noStrike">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US" sz="1600" u="none" strike="noStrike" dirty="0">
                          <a:effectLst/>
                        </a:rPr>
                        <a:t>Any other Surgery involving Uterus </a:t>
                      </a:r>
                      <a:endParaRPr lang="en-US" sz="1600" b="0" i="0" u="none" strike="noStrike" dirty="0">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IN" sz="1600" u="none" strike="noStrike">
                          <a:effectLst/>
                        </a:rPr>
                        <a:t>20</a:t>
                      </a:r>
                      <a:endParaRPr lang="en-IN" sz="1600" b="0" i="0" u="none" strike="noStrike">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US" sz="1600" u="none" strike="noStrike">
                          <a:solidFill>
                            <a:schemeClr val="tx1"/>
                          </a:solidFill>
                          <a:effectLst/>
                        </a:rPr>
                        <a:t>Grand Multi ( Morethan 4 Preganancy)</a:t>
                      </a:r>
                      <a:endParaRPr lang="en-US" sz="1600" b="0" i="0" u="none" strike="noStrike">
                        <a:solidFill>
                          <a:schemeClr val="tx1"/>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80844610"/>
                  </a:ext>
                </a:extLst>
              </a:tr>
              <a:tr h="244044">
                <a:tc>
                  <a:txBody>
                    <a:bodyPr/>
                    <a:lstStyle/>
                    <a:p>
                      <a:pPr algn="ctr" fontAlgn="b">
                        <a:buNone/>
                      </a:pPr>
                      <a:r>
                        <a:rPr lang="en-IN" sz="1600" u="none" strike="noStrike">
                          <a:effectLst/>
                        </a:rPr>
                        <a:t>3</a:t>
                      </a:r>
                      <a:endParaRPr lang="en-IN" sz="1600" b="0" i="0" u="none" strike="noStrike">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IN" sz="1600" u="none" strike="noStrike">
                          <a:effectLst/>
                        </a:rPr>
                        <a:t>Previous H/O LBW</a:t>
                      </a:r>
                      <a:endParaRPr lang="en-IN" sz="1600" b="0" i="0" u="none" strike="noStrike">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IN" sz="1600" u="none" strike="noStrike">
                          <a:effectLst/>
                        </a:rPr>
                        <a:t>21</a:t>
                      </a:r>
                      <a:endParaRPr lang="en-IN" sz="1600" b="0" i="0" u="none" strike="noStrike">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US" sz="1600" u="none" strike="noStrike">
                          <a:effectLst/>
                        </a:rPr>
                        <a:t>Age less than 18 years</a:t>
                      </a:r>
                      <a:endParaRPr lang="en-US" sz="1600" b="0" i="0" u="none" strike="noStrike">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97798735"/>
                  </a:ext>
                </a:extLst>
              </a:tr>
              <a:tr h="244044">
                <a:tc>
                  <a:txBody>
                    <a:bodyPr/>
                    <a:lstStyle/>
                    <a:p>
                      <a:pPr algn="ctr" fontAlgn="b">
                        <a:buNone/>
                      </a:pPr>
                      <a:r>
                        <a:rPr lang="en-IN" sz="1600" u="none" strike="noStrike">
                          <a:effectLst/>
                        </a:rPr>
                        <a:t>4</a:t>
                      </a:r>
                      <a:endParaRPr lang="en-IN" sz="1600" b="0" i="0" u="none" strike="noStrike">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IN" sz="1600" u="none" strike="noStrike">
                          <a:effectLst/>
                        </a:rPr>
                        <a:t>Previous H/Opreterm</a:t>
                      </a:r>
                      <a:endParaRPr lang="en-IN" sz="1600" b="0" i="0" u="none" strike="noStrike">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IN" sz="1600" u="none" strike="noStrike">
                          <a:effectLst/>
                        </a:rPr>
                        <a:t>22</a:t>
                      </a:r>
                      <a:endParaRPr lang="en-IN" sz="1600" b="0" i="0" u="none" strike="noStrike">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IN" sz="1600" u="none" strike="noStrike">
                          <a:effectLst/>
                        </a:rPr>
                        <a:t>Age morethan 35 years</a:t>
                      </a:r>
                      <a:endParaRPr lang="en-IN" sz="1600" b="0" i="0" u="none" strike="noStrike">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9747660"/>
                  </a:ext>
                </a:extLst>
              </a:tr>
              <a:tr h="244044">
                <a:tc>
                  <a:txBody>
                    <a:bodyPr/>
                    <a:lstStyle/>
                    <a:p>
                      <a:pPr algn="ctr" fontAlgn="b">
                        <a:buNone/>
                      </a:pPr>
                      <a:r>
                        <a:rPr lang="en-IN" sz="1600" u="none" strike="noStrike">
                          <a:effectLst/>
                        </a:rPr>
                        <a:t>5</a:t>
                      </a:r>
                      <a:endParaRPr lang="en-IN" sz="1600" b="0" i="0" u="none" strike="noStrike">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IN" sz="1600" u="none" strike="noStrike" dirty="0">
                          <a:effectLst/>
                        </a:rPr>
                        <a:t>Previous H/O IUGR</a:t>
                      </a:r>
                      <a:endParaRPr lang="en-IN" sz="1600" b="0" i="0" u="none" strike="noStrike" dirty="0">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IN" sz="1600" u="none" strike="noStrike">
                          <a:effectLst/>
                        </a:rPr>
                        <a:t>23</a:t>
                      </a:r>
                      <a:endParaRPr lang="en-IN" sz="1600" b="0" i="0" u="none" strike="noStrike">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IN" sz="1600" u="none" strike="noStrike">
                          <a:effectLst/>
                        </a:rPr>
                        <a:t>Thallassemia</a:t>
                      </a:r>
                      <a:endParaRPr lang="en-IN" sz="1600" b="0" i="0" u="none" strike="noStrike">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07352339"/>
                  </a:ext>
                </a:extLst>
              </a:tr>
              <a:tr h="244044">
                <a:tc>
                  <a:txBody>
                    <a:bodyPr/>
                    <a:lstStyle/>
                    <a:p>
                      <a:pPr algn="ctr" fontAlgn="b">
                        <a:buNone/>
                      </a:pPr>
                      <a:r>
                        <a:rPr lang="en-IN" sz="1600" u="none" strike="noStrike">
                          <a:effectLst/>
                        </a:rPr>
                        <a:t>6</a:t>
                      </a:r>
                      <a:endParaRPr lang="en-IN" sz="1600" b="0" i="0" u="none" strike="noStrike">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IN" sz="1600" u="none" strike="noStrike">
                          <a:effectLst/>
                        </a:rPr>
                        <a:t>H/O Newborn Death</a:t>
                      </a:r>
                      <a:endParaRPr lang="en-IN" sz="1600" b="0" i="0" u="none" strike="noStrike">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IN" sz="1600" u="none" strike="noStrike">
                          <a:effectLst/>
                        </a:rPr>
                        <a:t>24</a:t>
                      </a:r>
                      <a:endParaRPr lang="en-IN" sz="1600" b="0" i="0" u="none" strike="noStrike">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IN" sz="1600" u="none" strike="noStrike">
                          <a:effectLst/>
                        </a:rPr>
                        <a:t>Sickle cell Disease</a:t>
                      </a:r>
                      <a:endParaRPr lang="en-IN" sz="1600" b="0" i="0" u="none" strike="noStrike">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95237938"/>
                  </a:ext>
                </a:extLst>
              </a:tr>
              <a:tr h="244044">
                <a:tc>
                  <a:txBody>
                    <a:bodyPr/>
                    <a:lstStyle/>
                    <a:p>
                      <a:pPr algn="ctr" fontAlgn="b">
                        <a:buNone/>
                      </a:pPr>
                      <a:r>
                        <a:rPr lang="en-IN" sz="1600" u="none" strike="noStrike">
                          <a:effectLst/>
                        </a:rPr>
                        <a:t>7</a:t>
                      </a:r>
                      <a:endParaRPr lang="en-IN" sz="1600" b="0" i="0" u="none" strike="noStrike">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IN" sz="1600" u="none" strike="noStrike">
                          <a:effectLst/>
                        </a:rPr>
                        <a:t>H/O Still Birth</a:t>
                      </a:r>
                      <a:endParaRPr lang="en-IN" sz="1600" b="0" i="0" u="none" strike="noStrike">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IN" sz="1600" u="none" strike="noStrike">
                          <a:effectLst/>
                        </a:rPr>
                        <a:t>25</a:t>
                      </a:r>
                      <a:endParaRPr lang="en-IN" sz="1600" b="0" i="0" u="none" strike="noStrike">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IN" sz="1600" u="none" strike="noStrike">
                          <a:effectLst/>
                        </a:rPr>
                        <a:t>Hypothyroidism</a:t>
                      </a:r>
                      <a:endParaRPr lang="en-IN" sz="1600" b="0" i="0" u="none" strike="noStrike">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31536964"/>
                  </a:ext>
                </a:extLst>
              </a:tr>
              <a:tr h="244044">
                <a:tc>
                  <a:txBody>
                    <a:bodyPr/>
                    <a:lstStyle/>
                    <a:p>
                      <a:pPr algn="ctr" fontAlgn="b">
                        <a:buNone/>
                      </a:pPr>
                      <a:r>
                        <a:rPr lang="en-IN" sz="1600" u="none" strike="noStrike">
                          <a:effectLst/>
                        </a:rPr>
                        <a:t>8</a:t>
                      </a:r>
                      <a:endParaRPr lang="en-IN" sz="1600" b="0" i="0" u="none" strike="noStrike">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US" sz="1600" u="none" strike="noStrike">
                          <a:effectLst/>
                        </a:rPr>
                        <a:t>H/O Birth asphyxia related death</a:t>
                      </a:r>
                      <a:endParaRPr lang="en-US" sz="1600" b="0" i="0" u="none" strike="noStrike">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IN" sz="1600" u="none" strike="noStrike">
                          <a:effectLst/>
                        </a:rPr>
                        <a:t>26</a:t>
                      </a:r>
                      <a:endParaRPr lang="en-IN" sz="1600" b="0" i="0" u="none" strike="noStrike">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IN" sz="1600" u="none" strike="noStrike">
                          <a:effectLst/>
                        </a:rPr>
                        <a:t>Rh(-ve)</a:t>
                      </a:r>
                      <a:endParaRPr lang="en-IN" sz="1600" b="0" i="0" u="none" strike="noStrike">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84646353"/>
                  </a:ext>
                </a:extLst>
              </a:tr>
              <a:tr h="244044">
                <a:tc>
                  <a:txBody>
                    <a:bodyPr/>
                    <a:lstStyle/>
                    <a:p>
                      <a:pPr algn="ctr" fontAlgn="b">
                        <a:buNone/>
                      </a:pPr>
                      <a:r>
                        <a:rPr lang="en-IN" sz="1600" u="none" strike="noStrike">
                          <a:effectLst/>
                        </a:rPr>
                        <a:t>9</a:t>
                      </a:r>
                      <a:endParaRPr lang="en-IN" sz="1600" b="0" i="0" u="none" strike="noStrike">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IN" sz="1600" u="none" strike="noStrike" dirty="0">
                          <a:effectLst/>
                        </a:rPr>
                        <a:t>H/O APH in previous Pregnancy</a:t>
                      </a:r>
                      <a:endParaRPr lang="en-IN" sz="1600" b="0" i="0" u="none" strike="noStrike" dirty="0">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IN" sz="1600" u="none" strike="noStrike">
                          <a:effectLst/>
                        </a:rPr>
                        <a:t>27</a:t>
                      </a:r>
                      <a:endParaRPr lang="en-IN" sz="1600" b="0" i="0" u="none" strike="noStrike">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US" sz="1600" u="none" strike="noStrike">
                          <a:effectLst/>
                        </a:rPr>
                        <a:t>Height less than 140 cms</a:t>
                      </a:r>
                      <a:endParaRPr lang="en-US" sz="1600" b="0" i="0" u="none" strike="noStrike">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70809006"/>
                  </a:ext>
                </a:extLst>
              </a:tr>
              <a:tr h="244044">
                <a:tc>
                  <a:txBody>
                    <a:bodyPr/>
                    <a:lstStyle/>
                    <a:p>
                      <a:pPr algn="ctr" fontAlgn="b">
                        <a:buNone/>
                      </a:pPr>
                      <a:r>
                        <a:rPr lang="en-IN" sz="1600" u="none" strike="noStrike">
                          <a:effectLst/>
                        </a:rPr>
                        <a:t>10</a:t>
                      </a:r>
                      <a:endParaRPr lang="en-IN" sz="1600" b="0" i="0" u="none" strike="noStrike">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US" sz="1600" u="none" strike="noStrike">
                          <a:effectLst/>
                        </a:rPr>
                        <a:t>H/O PPH in previous Pregnancy</a:t>
                      </a:r>
                      <a:endParaRPr lang="en-US" sz="1600" b="0" i="0" u="none" strike="noStrike">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IN" sz="1600" u="none" strike="noStrike">
                          <a:effectLst/>
                        </a:rPr>
                        <a:t>28</a:t>
                      </a:r>
                      <a:endParaRPr lang="en-IN" sz="1600" b="0" i="0" u="none" strike="noStrike">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US" sz="1600" u="none" strike="noStrike">
                          <a:effectLst/>
                        </a:rPr>
                        <a:t>Weight less than 40 kgs </a:t>
                      </a:r>
                      <a:endParaRPr lang="en-US" sz="1600" b="0" i="0" u="none" strike="noStrike">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62556304"/>
                  </a:ext>
                </a:extLst>
              </a:tr>
              <a:tr h="244044">
                <a:tc>
                  <a:txBody>
                    <a:bodyPr/>
                    <a:lstStyle/>
                    <a:p>
                      <a:pPr algn="ctr" fontAlgn="b">
                        <a:buNone/>
                      </a:pPr>
                      <a:r>
                        <a:rPr lang="en-IN" sz="1600" u="none" strike="noStrike">
                          <a:effectLst/>
                        </a:rPr>
                        <a:t>11</a:t>
                      </a:r>
                      <a:endParaRPr lang="en-IN" sz="1600" b="0" i="0" u="none" strike="noStrike">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IN" sz="1600" u="none" strike="noStrike">
                          <a:effectLst/>
                        </a:rPr>
                        <a:t>H/O Diabetes</a:t>
                      </a:r>
                      <a:endParaRPr lang="en-IN" sz="1600" b="0" i="0" u="none" strike="noStrike">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endParaRPr lang="en-IN" sz="1600" b="0" i="0" u="none" strike="noStrike">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endParaRPr lang="en-IN" sz="1600" b="0" i="0" u="none" strike="noStrike">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83056953"/>
                  </a:ext>
                </a:extLst>
              </a:tr>
              <a:tr h="244044">
                <a:tc>
                  <a:txBody>
                    <a:bodyPr/>
                    <a:lstStyle/>
                    <a:p>
                      <a:pPr algn="ctr" fontAlgn="b">
                        <a:buNone/>
                      </a:pPr>
                      <a:r>
                        <a:rPr lang="en-IN" sz="1600" u="none" strike="noStrike">
                          <a:effectLst/>
                        </a:rPr>
                        <a:t>12</a:t>
                      </a:r>
                      <a:endParaRPr lang="en-IN" sz="1600" b="0" i="0" u="none" strike="noStrike">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IN" sz="1600" u="none" strike="noStrike">
                          <a:effectLst/>
                        </a:rPr>
                        <a:t>H/O Hypertension</a:t>
                      </a:r>
                      <a:endParaRPr lang="en-IN" sz="1600" b="0" i="0" u="none" strike="noStrike">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endParaRPr lang="en-IN" sz="1600" b="0" i="0" u="none" strike="noStrike">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endParaRPr lang="en-IN" sz="1600" b="0" i="0" u="none" strike="noStrike">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9476208"/>
                  </a:ext>
                </a:extLst>
              </a:tr>
              <a:tr h="244044">
                <a:tc>
                  <a:txBody>
                    <a:bodyPr/>
                    <a:lstStyle/>
                    <a:p>
                      <a:pPr algn="ctr" fontAlgn="b">
                        <a:buNone/>
                      </a:pPr>
                      <a:r>
                        <a:rPr lang="en-IN" sz="1600" u="none" strike="noStrike">
                          <a:effectLst/>
                        </a:rPr>
                        <a:t>13</a:t>
                      </a:r>
                      <a:endParaRPr lang="en-IN" sz="1600" b="0" i="0" u="none" strike="noStrike">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IN" sz="1600" u="none" strike="noStrike">
                          <a:effectLst/>
                        </a:rPr>
                        <a:t>H/O Kidney disease</a:t>
                      </a:r>
                      <a:endParaRPr lang="en-IN" sz="1600" b="0" i="0" u="none" strike="noStrike">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endParaRPr lang="en-IN" sz="1600" b="0" i="0" u="none" strike="noStrike">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endParaRPr lang="en-IN" sz="1600" b="0" i="0" u="none" strike="noStrike">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33732533"/>
                  </a:ext>
                </a:extLst>
              </a:tr>
              <a:tr h="485061">
                <a:tc>
                  <a:txBody>
                    <a:bodyPr/>
                    <a:lstStyle/>
                    <a:p>
                      <a:pPr algn="ctr" fontAlgn="b">
                        <a:buNone/>
                      </a:pPr>
                      <a:r>
                        <a:rPr lang="en-IN" sz="1600" u="none" strike="noStrike">
                          <a:effectLst/>
                        </a:rPr>
                        <a:t>14</a:t>
                      </a:r>
                      <a:endParaRPr lang="en-IN" sz="1600" b="0" i="0" u="none" strike="noStrike">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US" sz="1600" u="none" strike="noStrike" dirty="0">
                          <a:effectLst/>
                        </a:rPr>
                        <a:t>H/O Hypertensive disorder of pregnancy in previous pregnancy</a:t>
                      </a:r>
                      <a:endParaRPr lang="en-US" sz="1600" b="0" i="0" u="none" strike="noStrike" dirty="0">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endParaRPr lang="en-IN" sz="1600" b="0" i="0" u="none" strike="noStrike">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endParaRPr lang="en-IN" sz="1600" b="0" i="0" u="none" strike="noStrike">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09271693"/>
                  </a:ext>
                </a:extLst>
              </a:tr>
              <a:tr h="244044">
                <a:tc>
                  <a:txBody>
                    <a:bodyPr/>
                    <a:lstStyle/>
                    <a:p>
                      <a:pPr algn="ctr" fontAlgn="b">
                        <a:buNone/>
                      </a:pPr>
                      <a:r>
                        <a:rPr lang="en-IN" sz="1600" u="none" strike="noStrike">
                          <a:effectLst/>
                        </a:rPr>
                        <a:t>15</a:t>
                      </a:r>
                      <a:endParaRPr lang="en-IN" sz="1600" b="0" i="0" u="none" strike="noStrike">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pt-BR" sz="1600" u="none" strike="noStrike">
                          <a:effectLst/>
                        </a:rPr>
                        <a:t>H/O Minimum 3 spontaneous Abortion</a:t>
                      </a:r>
                      <a:endParaRPr lang="pt-BR" sz="1600" b="0" i="0" u="none" strike="noStrike">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endParaRPr lang="en-IN" sz="1600" b="0" i="0" u="none" strike="noStrike">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endParaRPr lang="en-IN" sz="1600" b="0" i="0" u="none" strike="noStrike">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08748284"/>
                  </a:ext>
                </a:extLst>
              </a:tr>
              <a:tr h="244044">
                <a:tc>
                  <a:txBody>
                    <a:bodyPr/>
                    <a:lstStyle/>
                    <a:p>
                      <a:pPr algn="ctr" fontAlgn="b">
                        <a:buNone/>
                      </a:pPr>
                      <a:r>
                        <a:rPr lang="en-IN" sz="1600" u="none" strike="noStrike">
                          <a:effectLst/>
                        </a:rPr>
                        <a:t>16</a:t>
                      </a:r>
                      <a:endParaRPr lang="en-IN" sz="1600" b="0" i="0" u="none" strike="noStrike">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pt-BR" sz="1600" u="none" strike="noStrike">
                          <a:effectLst/>
                        </a:rPr>
                        <a:t>H/O TB or Leprosy</a:t>
                      </a:r>
                      <a:endParaRPr lang="pt-BR" sz="1600" b="0" i="0" u="none" strike="noStrike">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endParaRPr lang="en-IN" sz="1600" b="0" i="0" u="none" strike="noStrike">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endParaRPr lang="en-US" sz="1600" b="0" i="0" u="none" strike="noStrike">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0824195"/>
                  </a:ext>
                </a:extLst>
              </a:tr>
              <a:tr h="244044">
                <a:tc>
                  <a:txBody>
                    <a:bodyPr/>
                    <a:lstStyle/>
                    <a:p>
                      <a:pPr algn="ctr" fontAlgn="b">
                        <a:buNone/>
                      </a:pPr>
                      <a:r>
                        <a:rPr lang="en-IN" sz="1600" u="none" strike="noStrike">
                          <a:effectLst/>
                        </a:rPr>
                        <a:t>17</a:t>
                      </a:r>
                      <a:endParaRPr lang="en-IN" sz="1600" b="0" i="0" u="none" strike="noStrike">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US" sz="1600" u="none" strike="noStrike">
                          <a:effectLst/>
                        </a:rPr>
                        <a:t>H/O conceive after long period/ IVF</a:t>
                      </a:r>
                      <a:endParaRPr lang="en-US" sz="1600" b="0" i="0" u="none" strike="noStrike">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endParaRPr lang="en-IN" sz="1600" b="0" i="0" u="none" strike="noStrike" dirty="0">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endParaRPr lang="en-IN" sz="1600" b="0" i="0" u="none" strike="noStrike">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97631771"/>
                  </a:ext>
                </a:extLst>
              </a:tr>
              <a:tr h="244044">
                <a:tc>
                  <a:txBody>
                    <a:bodyPr/>
                    <a:lstStyle/>
                    <a:p>
                      <a:pPr algn="ctr" fontAlgn="b">
                        <a:buNone/>
                      </a:pPr>
                      <a:r>
                        <a:rPr lang="en-IN" sz="1600" u="none" strike="noStrike">
                          <a:effectLst/>
                        </a:rPr>
                        <a:t>18</a:t>
                      </a:r>
                      <a:endParaRPr lang="en-IN" sz="1600" b="0" i="0" u="none" strike="noStrike">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r>
                        <a:rPr lang="en-US" sz="1600" u="none" strike="noStrike">
                          <a:effectLst/>
                        </a:rPr>
                        <a:t>H/O High risk during previous pregnancy</a:t>
                      </a:r>
                      <a:endParaRPr lang="en-US" sz="1600" b="0" i="0" u="none" strike="noStrike">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endParaRPr lang="en-IN" sz="1600" b="0" i="0" u="none" strike="noStrike" dirty="0">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l" fontAlgn="b">
                        <a:buNone/>
                      </a:pPr>
                      <a:endParaRPr lang="en-IN" sz="1600" b="0" i="0" u="none" strike="noStrike" dirty="0">
                        <a:solidFill>
                          <a:srgbClr val="000000"/>
                        </a:solidFill>
                        <a:effectLst/>
                        <a:latin typeface="Aptos Narrow" panose="020B0004020202020204" pitchFamily="34" charset="0"/>
                      </a:endParaRPr>
                    </a:p>
                  </a:txBody>
                  <a:tcPr marL="3062" marR="3062" marT="306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5906757"/>
                  </a:ext>
                </a:extLst>
              </a:tr>
            </a:tbl>
          </a:graphicData>
        </a:graphic>
      </p:graphicFrame>
    </p:spTree>
    <p:extLst>
      <p:ext uri="{BB962C8B-B14F-4D97-AF65-F5344CB8AC3E}">
        <p14:creationId xmlns:p14="http://schemas.microsoft.com/office/powerpoint/2010/main" val="1215395141"/>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68589C-BC72-4802-9CED-D507CD46177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F4997B7-F3F4-5FE8-C8FA-C3C6C05B8339}"/>
              </a:ext>
            </a:extLst>
          </p:cNvPr>
          <p:cNvSpPr>
            <a:spLocks noGrp="1"/>
          </p:cNvSpPr>
          <p:nvPr>
            <p:ph type="title"/>
          </p:nvPr>
        </p:nvSpPr>
        <p:spPr>
          <a:xfrm>
            <a:off x="368300" y="228602"/>
            <a:ext cx="11455400" cy="838199"/>
          </a:xfrm>
        </p:spPr>
        <p:txBody>
          <a:bodyPr anchor="b">
            <a:normAutofit/>
          </a:bodyPr>
          <a:lstStyle/>
          <a:p>
            <a:r>
              <a:rPr lang="en-US" sz="3700" b="1"/>
              <a:t>HRP Condition to be evaluate in every visit/Subsequent visit</a:t>
            </a:r>
            <a:endParaRPr lang="en-IN" sz="3700" b="1"/>
          </a:p>
        </p:txBody>
      </p:sp>
      <p:graphicFrame>
        <p:nvGraphicFramePr>
          <p:cNvPr id="6" name="Content Placeholder 3">
            <a:extLst>
              <a:ext uri="{FF2B5EF4-FFF2-40B4-BE49-F238E27FC236}">
                <a16:creationId xmlns:a16="http://schemas.microsoft.com/office/drawing/2014/main" id="{5C34FDEF-6406-BFEC-72CA-1C4FAF058145}"/>
              </a:ext>
            </a:extLst>
          </p:cNvPr>
          <p:cNvGraphicFramePr>
            <a:graphicFrameLocks noGrp="1"/>
          </p:cNvGraphicFramePr>
          <p:nvPr>
            <p:ph sz="quarter" idx="13"/>
          </p:nvPr>
        </p:nvGraphicFramePr>
        <p:xfrm>
          <a:off x="620429" y="1032710"/>
          <a:ext cx="11326148" cy="5758358"/>
        </p:xfrm>
        <a:graphic>
          <a:graphicData uri="http://schemas.openxmlformats.org/drawingml/2006/table">
            <a:tbl>
              <a:tblPr firstRow="1" bandRow="1">
                <a:tableStyleId>{5940675A-B579-460E-94D1-54222C63F5DA}</a:tableStyleId>
              </a:tblPr>
              <a:tblGrid>
                <a:gridCol w="1065332">
                  <a:extLst>
                    <a:ext uri="{9D8B030D-6E8A-4147-A177-3AD203B41FA5}">
                      <a16:colId xmlns:a16="http://schemas.microsoft.com/office/drawing/2014/main" val="3644250230"/>
                    </a:ext>
                  </a:extLst>
                </a:gridCol>
                <a:gridCol w="4920411">
                  <a:extLst>
                    <a:ext uri="{9D8B030D-6E8A-4147-A177-3AD203B41FA5}">
                      <a16:colId xmlns:a16="http://schemas.microsoft.com/office/drawing/2014/main" val="1937656622"/>
                    </a:ext>
                  </a:extLst>
                </a:gridCol>
                <a:gridCol w="1258895">
                  <a:extLst>
                    <a:ext uri="{9D8B030D-6E8A-4147-A177-3AD203B41FA5}">
                      <a16:colId xmlns:a16="http://schemas.microsoft.com/office/drawing/2014/main" val="2810378665"/>
                    </a:ext>
                  </a:extLst>
                </a:gridCol>
                <a:gridCol w="1481464">
                  <a:extLst>
                    <a:ext uri="{9D8B030D-6E8A-4147-A177-3AD203B41FA5}">
                      <a16:colId xmlns:a16="http://schemas.microsoft.com/office/drawing/2014/main" val="570606084"/>
                    </a:ext>
                  </a:extLst>
                </a:gridCol>
                <a:gridCol w="1177145">
                  <a:extLst>
                    <a:ext uri="{9D8B030D-6E8A-4147-A177-3AD203B41FA5}">
                      <a16:colId xmlns:a16="http://schemas.microsoft.com/office/drawing/2014/main" val="3684491322"/>
                    </a:ext>
                  </a:extLst>
                </a:gridCol>
                <a:gridCol w="1422901">
                  <a:extLst>
                    <a:ext uri="{9D8B030D-6E8A-4147-A177-3AD203B41FA5}">
                      <a16:colId xmlns:a16="http://schemas.microsoft.com/office/drawing/2014/main" val="4117752252"/>
                    </a:ext>
                  </a:extLst>
                </a:gridCol>
              </a:tblGrid>
              <a:tr h="617490">
                <a:tc>
                  <a:txBody>
                    <a:bodyPr/>
                    <a:lstStyle/>
                    <a:p>
                      <a:r>
                        <a:rPr lang="en-US" sz="1800" b="1">
                          <a:solidFill>
                            <a:schemeClr val="bg1"/>
                          </a:solidFill>
                        </a:rPr>
                        <a:t>S.L. No</a:t>
                      </a:r>
                    </a:p>
                  </a:txBody>
                  <a:tcPr marL="69742" marR="69742" marT="34871" marB="34871">
                    <a:solidFill>
                      <a:schemeClr val="accent1"/>
                    </a:solidFill>
                  </a:tcPr>
                </a:tc>
                <a:tc>
                  <a:txBody>
                    <a:bodyPr/>
                    <a:lstStyle/>
                    <a:p>
                      <a:r>
                        <a:rPr lang="en-US" sz="1800" b="1">
                          <a:solidFill>
                            <a:schemeClr val="bg1"/>
                          </a:solidFill>
                        </a:rPr>
                        <a:t>High risk pregnancy</a:t>
                      </a:r>
                    </a:p>
                  </a:txBody>
                  <a:tcPr marL="69742" marR="69742" marT="34871" marB="34871">
                    <a:solidFill>
                      <a:schemeClr val="accent1"/>
                    </a:solidFill>
                  </a:tcPr>
                </a:tc>
                <a:tc>
                  <a:txBody>
                    <a:bodyPr/>
                    <a:lstStyle/>
                    <a:p>
                      <a:r>
                        <a:rPr lang="en-US" sz="1800" b="1">
                          <a:solidFill>
                            <a:schemeClr val="bg1"/>
                          </a:solidFill>
                        </a:rPr>
                        <a:t>1</a:t>
                      </a:r>
                      <a:r>
                        <a:rPr lang="en-US" sz="1800" b="1" baseline="30000">
                          <a:solidFill>
                            <a:schemeClr val="bg1"/>
                          </a:solidFill>
                        </a:rPr>
                        <a:t>st</a:t>
                      </a:r>
                      <a:r>
                        <a:rPr lang="en-US" sz="1800" b="1">
                          <a:solidFill>
                            <a:schemeClr val="bg1"/>
                          </a:solidFill>
                        </a:rPr>
                        <a:t> ANC</a:t>
                      </a:r>
                    </a:p>
                  </a:txBody>
                  <a:tcPr marL="69742" marR="69742" marT="34871" marB="34871">
                    <a:solidFill>
                      <a:schemeClr val="accent1"/>
                    </a:solidFill>
                  </a:tcPr>
                </a:tc>
                <a:tc>
                  <a:txBody>
                    <a:bodyPr/>
                    <a:lstStyle/>
                    <a:p>
                      <a:r>
                        <a:rPr lang="en-US" sz="1800" b="1">
                          <a:solidFill>
                            <a:schemeClr val="bg1"/>
                          </a:solidFill>
                        </a:rPr>
                        <a:t>2</a:t>
                      </a:r>
                      <a:r>
                        <a:rPr lang="en-US" sz="1800" b="1" baseline="30000">
                          <a:solidFill>
                            <a:schemeClr val="bg1"/>
                          </a:solidFill>
                        </a:rPr>
                        <a:t>nd</a:t>
                      </a:r>
                      <a:r>
                        <a:rPr lang="en-US" sz="1800" b="1">
                          <a:solidFill>
                            <a:schemeClr val="bg1"/>
                          </a:solidFill>
                        </a:rPr>
                        <a:t> ANC</a:t>
                      </a:r>
                    </a:p>
                  </a:txBody>
                  <a:tcPr marL="69742" marR="69742" marT="34871" marB="34871">
                    <a:solidFill>
                      <a:schemeClr val="accent1"/>
                    </a:solidFill>
                  </a:tcPr>
                </a:tc>
                <a:tc>
                  <a:txBody>
                    <a:bodyPr/>
                    <a:lstStyle/>
                    <a:p>
                      <a:r>
                        <a:rPr lang="en-US" sz="1800" b="1">
                          <a:solidFill>
                            <a:schemeClr val="bg1"/>
                          </a:solidFill>
                        </a:rPr>
                        <a:t>3</a:t>
                      </a:r>
                      <a:r>
                        <a:rPr lang="en-US" sz="1800" b="1" baseline="30000">
                          <a:solidFill>
                            <a:schemeClr val="bg1"/>
                          </a:solidFill>
                        </a:rPr>
                        <a:t>rd</a:t>
                      </a:r>
                      <a:r>
                        <a:rPr lang="en-US" sz="1800" b="1">
                          <a:solidFill>
                            <a:schemeClr val="bg1"/>
                          </a:solidFill>
                        </a:rPr>
                        <a:t> ANC</a:t>
                      </a:r>
                    </a:p>
                  </a:txBody>
                  <a:tcPr marL="69742" marR="69742" marT="34871" marB="34871">
                    <a:solidFill>
                      <a:schemeClr val="accent1"/>
                    </a:solidFill>
                  </a:tcPr>
                </a:tc>
                <a:tc>
                  <a:txBody>
                    <a:bodyPr/>
                    <a:lstStyle/>
                    <a:p>
                      <a:r>
                        <a:rPr lang="en-US" sz="1800" b="1">
                          <a:solidFill>
                            <a:schemeClr val="bg1"/>
                          </a:solidFill>
                        </a:rPr>
                        <a:t>4</a:t>
                      </a:r>
                      <a:r>
                        <a:rPr lang="en-US" sz="1800" b="1" baseline="30000">
                          <a:solidFill>
                            <a:schemeClr val="bg1"/>
                          </a:solidFill>
                        </a:rPr>
                        <a:t>th</a:t>
                      </a:r>
                      <a:r>
                        <a:rPr lang="en-US" sz="1800" b="1">
                          <a:solidFill>
                            <a:schemeClr val="bg1"/>
                          </a:solidFill>
                        </a:rPr>
                        <a:t> ANC</a:t>
                      </a:r>
                    </a:p>
                  </a:txBody>
                  <a:tcPr marL="69742" marR="69742" marT="34871" marB="34871">
                    <a:solidFill>
                      <a:schemeClr val="accent1"/>
                    </a:solidFill>
                  </a:tcPr>
                </a:tc>
                <a:extLst>
                  <a:ext uri="{0D108BD9-81ED-4DB2-BD59-A6C34878D82A}">
                    <a16:rowId xmlns:a16="http://schemas.microsoft.com/office/drawing/2014/main" val="3984711633"/>
                  </a:ext>
                </a:extLst>
              </a:tr>
              <a:tr h="2666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1" i="0" u="none" strike="noStrike" dirty="0">
                          <a:effectLst/>
                          <a:latin typeface="+mn-lt"/>
                        </a:rPr>
                        <a:t>1</a:t>
                      </a:r>
                      <a:endParaRPr lang="en-IN" sz="1400" b="1" i="0" u="none" strike="noStrike" dirty="0">
                        <a:effectLst/>
                        <a:latin typeface="+mn-lt"/>
                      </a:endParaRPr>
                    </a:p>
                  </a:txBody>
                  <a:tcPr marL="69742" marR="69742" marT="34871" marB="34871">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1" i="0" u="none" strike="noStrike">
                          <a:effectLst/>
                          <a:latin typeface="+mn-lt"/>
                        </a:rPr>
                        <a:t>Hemoglobin ( Severe Aneamia), Write the value</a:t>
                      </a:r>
                      <a:endParaRPr lang="en-IN" sz="1400" b="1" i="0" u="none" strike="noStrike">
                        <a:effectLst/>
                        <a:latin typeface="+mn-lt"/>
                      </a:endParaRPr>
                    </a:p>
                  </a:txBody>
                  <a:tcPr marL="69742" marR="69742" marT="34871" marB="34871">
                    <a:solidFill>
                      <a:schemeClr val="bg1"/>
                    </a:solidFill>
                  </a:tcPr>
                </a:tc>
                <a:tc>
                  <a:txBody>
                    <a:bodyPr/>
                    <a:lstStyle/>
                    <a:p>
                      <a:endParaRPr lang="en-US" sz="1400" b="1">
                        <a:solidFill>
                          <a:srgbClr val="0070C0"/>
                        </a:solidFill>
                        <a:latin typeface="+mn-lt"/>
                      </a:endParaRPr>
                    </a:p>
                  </a:txBody>
                  <a:tcPr marL="69742" marR="69742" marT="34871" marB="34871">
                    <a:solidFill>
                      <a:schemeClr val="bg1"/>
                    </a:solidFill>
                  </a:tcPr>
                </a:tc>
                <a:tc>
                  <a:txBody>
                    <a:bodyPr/>
                    <a:lstStyle/>
                    <a:p>
                      <a:endParaRPr lang="en-US" sz="1400" b="1">
                        <a:solidFill>
                          <a:srgbClr val="0070C0"/>
                        </a:solidFill>
                        <a:latin typeface="+mn-lt"/>
                      </a:endParaRPr>
                    </a:p>
                  </a:txBody>
                  <a:tcPr marL="69742" marR="69742" marT="34871" marB="34871">
                    <a:solidFill>
                      <a:schemeClr val="bg1"/>
                    </a:solidFill>
                  </a:tcPr>
                </a:tc>
                <a:tc>
                  <a:txBody>
                    <a:bodyPr/>
                    <a:lstStyle/>
                    <a:p>
                      <a:endParaRPr lang="en-US" sz="1400" b="1">
                        <a:latin typeface="+mn-lt"/>
                      </a:endParaRPr>
                    </a:p>
                  </a:txBody>
                  <a:tcPr marL="69742" marR="69742" marT="34871" marB="34871">
                    <a:solidFill>
                      <a:schemeClr val="bg1"/>
                    </a:solidFill>
                  </a:tcPr>
                </a:tc>
                <a:tc>
                  <a:txBody>
                    <a:bodyPr/>
                    <a:lstStyle/>
                    <a:p>
                      <a:endParaRPr lang="en-US" sz="1400" b="1">
                        <a:latin typeface="+mn-lt"/>
                      </a:endParaRPr>
                    </a:p>
                  </a:txBody>
                  <a:tcPr marL="69742" marR="69742" marT="34871" marB="34871">
                    <a:solidFill>
                      <a:schemeClr val="bg1"/>
                    </a:solidFill>
                  </a:tcPr>
                </a:tc>
                <a:extLst>
                  <a:ext uri="{0D108BD9-81ED-4DB2-BD59-A6C34878D82A}">
                    <a16:rowId xmlns:a16="http://schemas.microsoft.com/office/drawing/2014/main" val="4134082028"/>
                  </a:ext>
                </a:extLst>
              </a:tr>
              <a:tr h="4676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1" i="0" u="none" strike="noStrike">
                          <a:effectLst/>
                          <a:latin typeface="+mn-lt"/>
                        </a:rPr>
                        <a:t>2</a:t>
                      </a:r>
                      <a:endParaRPr lang="en-IN" sz="1400" b="1" i="0" u="none" strike="noStrike">
                        <a:effectLst/>
                        <a:latin typeface="+mn-lt"/>
                      </a:endParaRPr>
                    </a:p>
                  </a:txBody>
                  <a:tcPr marL="69742" marR="69742" marT="34871" marB="34871">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1" i="0" u="none" strike="noStrike">
                          <a:effectLst/>
                          <a:latin typeface="+mn-lt"/>
                        </a:rPr>
                        <a:t>Blood pressure ( For Hypertensive disorder of pregnancy)</a:t>
                      </a:r>
                      <a:endParaRPr lang="en-IN" sz="1400" b="1" i="0" u="none" strike="noStrike">
                        <a:effectLst/>
                        <a:latin typeface="+mn-lt"/>
                      </a:endParaRPr>
                    </a:p>
                  </a:txBody>
                  <a:tcPr marL="69742" marR="69742" marT="34871" marB="34871">
                    <a:solidFill>
                      <a:schemeClr val="bg1"/>
                    </a:solidFill>
                  </a:tcPr>
                </a:tc>
                <a:tc>
                  <a:txBody>
                    <a:bodyPr/>
                    <a:lstStyle/>
                    <a:p>
                      <a:endParaRPr lang="en-US" sz="1400" b="1">
                        <a:latin typeface="+mn-lt"/>
                      </a:endParaRPr>
                    </a:p>
                  </a:txBody>
                  <a:tcPr marL="69742" marR="69742" marT="34871" marB="34871">
                    <a:solidFill>
                      <a:schemeClr val="bg1"/>
                    </a:solidFill>
                  </a:tcPr>
                </a:tc>
                <a:tc>
                  <a:txBody>
                    <a:bodyPr/>
                    <a:lstStyle/>
                    <a:p>
                      <a:endParaRPr lang="en-US" sz="1400" b="1">
                        <a:latin typeface="+mn-lt"/>
                      </a:endParaRPr>
                    </a:p>
                  </a:txBody>
                  <a:tcPr marL="69742" marR="69742" marT="34871" marB="34871">
                    <a:solidFill>
                      <a:schemeClr val="bg1"/>
                    </a:solidFill>
                  </a:tcPr>
                </a:tc>
                <a:tc>
                  <a:txBody>
                    <a:bodyPr/>
                    <a:lstStyle/>
                    <a:p>
                      <a:endParaRPr lang="en-US" sz="1400" b="1">
                        <a:latin typeface="+mn-lt"/>
                      </a:endParaRPr>
                    </a:p>
                  </a:txBody>
                  <a:tcPr marL="69742" marR="69742" marT="34871" marB="34871">
                    <a:solidFill>
                      <a:schemeClr val="bg1"/>
                    </a:solidFill>
                  </a:tcPr>
                </a:tc>
                <a:tc>
                  <a:txBody>
                    <a:bodyPr/>
                    <a:lstStyle/>
                    <a:p>
                      <a:endParaRPr lang="en-US" sz="1400" b="1">
                        <a:latin typeface="+mn-lt"/>
                      </a:endParaRPr>
                    </a:p>
                  </a:txBody>
                  <a:tcPr marL="69742" marR="69742" marT="34871" marB="34871">
                    <a:solidFill>
                      <a:schemeClr val="bg1"/>
                    </a:solidFill>
                  </a:tcPr>
                </a:tc>
                <a:extLst>
                  <a:ext uri="{0D108BD9-81ED-4DB2-BD59-A6C34878D82A}">
                    <a16:rowId xmlns:a16="http://schemas.microsoft.com/office/drawing/2014/main" val="101981156"/>
                  </a:ext>
                </a:extLst>
              </a:tr>
              <a:tr h="2666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1" i="0" u="none" strike="noStrike">
                          <a:effectLst/>
                          <a:latin typeface="+mn-lt"/>
                        </a:rPr>
                        <a:t>3</a:t>
                      </a:r>
                      <a:endParaRPr lang="en-IN" sz="1400" b="1" i="0" u="none" strike="noStrike">
                        <a:effectLst/>
                        <a:latin typeface="+mn-lt"/>
                      </a:endParaRPr>
                    </a:p>
                  </a:txBody>
                  <a:tcPr marL="69742" marR="69742" marT="34871" marB="34871">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1" i="0" u="none" strike="noStrike" dirty="0">
                          <a:effectLst/>
                          <a:latin typeface="+mn-lt"/>
                        </a:rPr>
                        <a:t>Is there Albumin, Sugar or ASB + in urine ( Yes/ NO)</a:t>
                      </a:r>
                      <a:endParaRPr lang="en-IN" sz="1400" b="1" i="0" u="none" strike="noStrike" dirty="0">
                        <a:effectLst/>
                        <a:latin typeface="+mn-lt"/>
                      </a:endParaRPr>
                    </a:p>
                  </a:txBody>
                  <a:tcPr marL="69742" marR="69742" marT="34871" marB="34871">
                    <a:solidFill>
                      <a:schemeClr val="bg1"/>
                    </a:solidFill>
                  </a:tcPr>
                </a:tc>
                <a:tc>
                  <a:txBody>
                    <a:bodyPr/>
                    <a:lstStyle/>
                    <a:p>
                      <a:endParaRPr lang="en-US" sz="1400" b="1">
                        <a:latin typeface="+mn-lt"/>
                      </a:endParaRPr>
                    </a:p>
                  </a:txBody>
                  <a:tcPr marL="69742" marR="69742" marT="34871" marB="34871">
                    <a:solidFill>
                      <a:schemeClr val="bg1"/>
                    </a:solidFill>
                  </a:tcPr>
                </a:tc>
                <a:tc>
                  <a:txBody>
                    <a:bodyPr/>
                    <a:lstStyle/>
                    <a:p>
                      <a:endParaRPr lang="en-US" sz="1400" b="1">
                        <a:latin typeface="+mn-lt"/>
                      </a:endParaRPr>
                    </a:p>
                  </a:txBody>
                  <a:tcPr marL="69742" marR="69742" marT="34871" marB="34871">
                    <a:solidFill>
                      <a:schemeClr val="bg1"/>
                    </a:solidFill>
                  </a:tcPr>
                </a:tc>
                <a:tc>
                  <a:txBody>
                    <a:bodyPr/>
                    <a:lstStyle/>
                    <a:p>
                      <a:endParaRPr lang="en-US" sz="1400" b="1">
                        <a:latin typeface="+mn-lt"/>
                      </a:endParaRPr>
                    </a:p>
                  </a:txBody>
                  <a:tcPr marL="69742" marR="69742" marT="34871" marB="34871">
                    <a:solidFill>
                      <a:schemeClr val="bg1"/>
                    </a:solidFill>
                  </a:tcPr>
                </a:tc>
                <a:tc>
                  <a:txBody>
                    <a:bodyPr/>
                    <a:lstStyle/>
                    <a:p>
                      <a:endParaRPr lang="en-US" sz="1400" b="1">
                        <a:latin typeface="+mn-lt"/>
                      </a:endParaRPr>
                    </a:p>
                  </a:txBody>
                  <a:tcPr marL="69742" marR="69742" marT="34871" marB="34871">
                    <a:solidFill>
                      <a:schemeClr val="bg1"/>
                    </a:solidFill>
                  </a:tcPr>
                </a:tc>
                <a:extLst>
                  <a:ext uri="{0D108BD9-81ED-4DB2-BD59-A6C34878D82A}">
                    <a16:rowId xmlns:a16="http://schemas.microsoft.com/office/drawing/2014/main" val="418768132"/>
                  </a:ext>
                </a:extLst>
              </a:tr>
              <a:tr h="2666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1" i="0" u="none" strike="noStrike">
                          <a:effectLst/>
                          <a:latin typeface="+mn-lt"/>
                        </a:rPr>
                        <a:t>4</a:t>
                      </a:r>
                      <a:endParaRPr lang="en-IN" sz="1400" b="1" i="0" u="none" strike="noStrike">
                        <a:effectLst/>
                        <a:latin typeface="+mn-lt"/>
                      </a:endParaRPr>
                    </a:p>
                  </a:txBody>
                  <a:tcPr marL="69742" marR="69742" marT="34871" marB="34871">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1" i="0" u="none" strike="noStrike">
                          <a:effectLst/>
                          <a:latin typeface="+mn-lt"/>
                        </a:rPr>
                        <a:t>Malaria during pregnancy/ Fever ( Yes/ No)</a:t>
                      </a:r>
                      <a:endParaRPr lang="en-IN" sz="1400" b="1" i="0" u="none" strike="noStrike">
                        <a:effectLst/>
                        <a:latin typeface="+mn-lt"/>
                      </a:endParaRPr>
                    </a:p>
                  </a:txBody>
                  <a:tcPr marL="69742" marR="69742" marT="34871" marB="34871">
                    <a:solidFill>
                      <a:schemeClr val="bg1"/>
                    </a:solidFill>
                  </a:tcPr>
                </a:tc>
                <a:tc>
                  <a:txBody>
                    <a:bodyPr/>
                    <a:lstStyle/>
                    <a:p>
                      <a:endParaRPr lang="en-US" sz="1400" b="1">
                        <a:latin typeface="+mn-lt"/>
                      </a:endParaRPr>
                    </a:p>
                  </a:txBody>
                  <a:tcPr marL="69742" marR="69742" marT="34871" marB="34871">
                    <a:solidFill>
                      <a:schemeClr val="bg1"/>
                    </a:solidFill>
                  </a:tcPr>
                </a:tc>
                <a:tc>
                  <a:txBody>
                    <a:bodyPr/>
                    <a:lstStyle/>
                    <a:p>
                      <a:endParaRPr lang="en-US" sz="1400" b="1">
                        <a:latin typeface="+mn-lt"/>
                      </a:endParaRPr>
                    </a:p>
                  </a:txBody>
                  <a:tcPr marL="69742" marR="69742" marT="34871" marB="34871">
                    <a:solidFill>
                      <a:schemeClr val="bg1"/>
                    </a:solidFill>
                  </a:tcPr>
                </a:tc>
                <a:tc>
                  <a:txBody>
                    <a:bodyPr/>
                    <a:lstStyle/>
                    <a:p>
                      <a:endParaRPr lang="en-US" sz="1400" b="1">
                        <a:latin typeface="+mn-lt"/>
                      </a:endParaRPr>
                    </a:p>
                  </a:txBody>
                  <a:tcPr marL="69742" marR="69742" marT="34871" marB="34871">
                    <a:solidFill>
                      <a:schemeClr val="bg1"/>
                    </a:solidFill>
                  </a:tcPr>
                </a:tc>
                <a:tc>
                  <a:txBody>
                    <a:bodyPr/>
                    <a:lstStyle/>
                    <a:p>
                      <a:endParaRPr lang="en-US" sz="1400" b="1">
                        <a:latin typeface="+mn-lt"/>
                      </a:endParaRPr>
                    </a:p>
                  </a:txBody>
                  <a:tcPr marL="69742" marR="69742" marT="34871" marB="34871">
                    <a:solidFill>
                      <a:schemeClr val="bg1"/>
                    </a:solidFill>
                  </a:tcPr>
                </a:tc>
                <a:extLst>
                  <a:ext uri="{0D108BD9-81ED-4DB2-BD59-A6C34878D82A}">
                    <a16:rowId xmlns:a16="http://schemas.microsoft.com/office/drawing/2014/main" val="3612607051"/>
                  </a:ext>
                </a:extLst>
              </a:tr>
              <a:tr h="4676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1" i="0" u="none" strike="noStrike">
                          <a:effectLst/>
                          <a:latin typeface="+mn-lt"/>
                        </a:rPr>
                        <a:t>5</a:t>
                      </a:r>
                      <a:endParaRPr lang="en-IN" sz="1400" b="1" i="0" u="none" strike="noStrike">
                        <a:effectLst/>
                        <a:latin typeface="+mn-lt"/>
                      </a:endParaRPr>
                    </a:p>
                  </a:txBody>
                  <a:tcPr marL="69742" marR="69742" marT="34871" marB="34871">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1" i="0" u="none" strike="noStrike" kern="1200" dirty="0">
                          <a:solidFill>
                            <a:schemeClr val="tx1"/>
                          </a:solidFill>
                          <a:effectLst/>
                          <a:latin typeface="+mn-lt"/>
                          <a:ea typeface="+mn-ea"/>
                          <a:cs typeface="+mn-cs"/>
                        </a:rPr>
                        <a:t>Weight gain less than 500gms or more than 3 kgs in a month after 1st trimester. (yes/ No)</a:t>
                      </a:r>
                    </a:p>
                  </a:txBody>
                  <a:tcPr marL="69742" marR="69742" marT="34871" marB="34871">
                    <a:solidFill>
                      <a:schemeClr val="bg1"/>
                    </a:solidFill>
                  </a:tcPr>
                </a:tc>
                <a:tc>
                  <a:txBody>
                    <a:bodyPr/>
                    <a:lstStyle/>
                    <a:p>
                      <a:endParaRPr lang="en-US" sz="1400" b="1">
                        <a:latin typeface="+mn-lt"/>
                      </a:endParaRPr>
                    </a:p>
                  </a:txBody>
                  <a:tcPr marL="69742" marR="69742" marT="34871" marB="34871">
                    <a:solidFill>
                      <a:schemeClr val="bg1"/>
                    </a:solidFill>
                  </a:tcPr>
                </a:tc>
                <a:tc>
                  <a:txBody>
                    <a:bodyPr/>
                    <a:lstStyle/>
                    <a:p>
                      <a:endParaRPr lang="en-US" sz="1400" b="1">
                        <a:latin typeface="+mn-lt"/>
                      </a:endParaRPr>
                    </a:p>
                  </a:txBody>
                  <a:tcPr marL="69742" marR="69742" marT="34871" marB="34871">
                    <a:solidFill>
                      <a:schemeClr val="bg1"/>
                    </a:solidFill>
                  </a:tcPr>
                </a:tc>
                <a:tc>
                  <a:txBody>
                    <a:bodyPr/>
                    <a:lstStyle/>
                    <a:p>
                      <a:endParaRPr lang="en-US" sz="1400" b="1">
                        <a:latin typeface="+mn-lt"/>
                      </a:endParaRPr>
                    </a:p>
                  </a:txBody>
                  <a:tcPr marL="69742" marR="69742" marT="34871" marB="34871">
                    <a:solidFill>
                      <a:schemeClr val="bg1"/>
                    </a:solidFill>
                  </a:tcPr>
                </a:tc>
                <a:tc>
                  <a:txBody>
                    <a:bodyPr/>
                    <a:lstStyle/>
                    <a:p>
                      <a:endParaRPr lang="en-US" sz="1400" b="1">
                        <a:latin typeface="+mn-lt"/>
                      </a:endParaRPr>
                    </a:p>
                  </a:txBody>
                  <a:tcPr marL="69742" marR="69742" marT="34871" marB="34871">
                    <a:solidFill>
                      <a:schemeClr val="bg1"/>
                    </a:solidFill>
                  </a:tcPr>
                </a:tc>
                <a:extLst>
                  <a:ext uri="{0D108BD9-81ED-4DB2-BD59-A6C34878D82A}">
                    <a16:rowId xmlns:a16="http://schemas.microsoft.com/office/drawing/2014/main" val="3169493383"/>
                  </a:ext>
                </a:extLst>
              </a:tr>
              <a:tr h="2666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1" i="0" u="none" strike="noStrike">
                          <a:effectLst/>
                          <a:latin typeface="+mn-lt"/>
                        </a:rPr>
                        <a:t>6</a:t>
                      </a:r>
                      <a:endParaRPr lang="en-IN" sz="1400" b="1" i="0" u="none" strike="noStrike">
                        <a:effectLst/>
                        <a:latin typeface="+mn-lt"/>
                      </a:endParaRPr>
                    </a:p>
                  </a:txBody>
                  <a:tcPr marL="69742" marR="69742" marT="34871" marB="34871">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1" i="0" u="none" strike="noStrike">
                          <a:effectLst/>
                          <a:latin typeface="+mn-lt"/>
                        </a:rPr>
                        <a:t>Hepatitis B / Jaundice ( Yes/ No)</a:t>
                      </a:r>
                      <a:endParaRPr lang="en-IN" sz="1400" b="1" i="0" u="none" strike="noStrike">
                        <a:effectLst/>
                        <a:latin typeface="+mn-lt"/>
                      </a:endParaRPr>
                    </a:p>
                  </a:txBody>
                  <a:tcPr marL="69742" marR="69742" marT="34871" marB="34871">
                    <a:solidFill>
                      <a:schemeClr val="bg1"/>
                    </a:solidFill>
                  </a:tcPr>
                </a:tc>
                <a:tc>
                  <a:txBody>
                    <a:bodyPr/>
                    <a:lstStyle/>
                    <a:p>
                      <a:endParaRPr lang="en-US" sz="1400" b="1">
                        <a:latin typeface="+mn-lt"/>
                      </a:endParaRPr>
                    </a:p>
                  </a:txBody>
                  <a:tcPr marL="69742" marR="69742" marT="34871" marB="34871">
                    <a:solidFill>
                      <a:schemeClr val="bg1"/>
                    </a:solidFill>
                  </a:tcPr>
                </a:tc>
                <a:tc>
                  <a:txBody>
                    <a:bodyPr/>
                    <a:lstStyle/>
                    <a:p>
                      <a:endParaRPr lang="en-US" sz="1400" b="1">
                        <a:latin typeface="+mn-lt"/>
                      </a:endParaRPr>
                    </a:p>
                  </a:txBody>
                  <a:tcPr marL="69742" marR="69742" marT="34871" marB="34871">
                    <a:solidFill>
                      <a:schemeClr val="bg1"/>
                    </a:solidFill>
                  </a:tcPr>
                </a:tc>
                <a:tc>
                  <a:txBody>
                    <a:bodyPr/>
                    <a:lstStyle/>
                    <a:p>
                      <a:endParaRPr lang="en-US" sz="1400" b="1">
                        <a:latin typeface="+mn-lt"/>
                      </a:endParaRPr>
                    </a:p>
                  </a:txBody>
                  <a:tcPr marL="69742" marR="69742" marT="34871" marB="34871">
                    <a:solidFill>
                      <a:schemeClr val="bg1"/>
                    </a:solidFill>
                  </a:tcPr>
                </a:tc>
                <a:tc>
                  <a:txBody>
                    <a:bodyPr/>
                    <a:lstStyle/>
                    <a:p>
                      <a:endParaRPr lang="en-US" sz="1400" b="1">
                        <a:latin typeface="+mn-lt"/>
                      </a:endParaRPr>
                    </a:p>
                  </a:txBody>
                  <a:tcPr marL="69742" marR="69742" marT="34871" marB="34871">
                    <a:solidFill>
                      <a:schemeClr val="bg1"/>
                    </a:solidFill>
                  </a:tcPr>
                </a:tc>
                <a:extLst>
                  <a:ext uri="{0D108BD9-81ED-4DB2-BD59-A6C34878D82A}">
                    <a16:rowId xmlns:a16="http://schemas.microsoft.com/office/drawing/2014/main" val="700745902"/>
                  </a:ext>
                </a:extLst>
              </a:tr>
              <a:tr h="2666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1" i="0" u="none" strike="noStrike">
                          <a:effectLst/>
                          <a:latin typeface="+mn-lt"/>
                        </a:rPr>
                        <a:t>7</a:t>
                      </a:r>
                      <a:endParaRPr lang="en-IN" sz="1400" b="1" i="0" u="none" strike="noStrike">
                        <a:effectLst/>
                        <a:latin typeface="+mn-lt"/>
                      </a:endParaRPr>
                    </a:p>
                  </a:txBody>
                  <a:tcPr marL="69742" marR="69742" marT="34871" marB="34871">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1" i="0" u="none" strike="noStrike">
                          <a:effectLst/>
                          <a:latin typeface="+mn-lt"/>
                        </a:rPr>
                        <a:t>HIV +/STI+/RTI+ During Pregnancy (Yes/ No)</a:t>
                      </a:r>
                      <a:endParaRPr lang="en-IN" sz="1400" b="1" i="0" u="none" strike="noStrike">
                        <a:effectLst/>
                        <a:latin typeface="+mn-lt"/>
                      </a:endParaRPr>
                    </a:p>
                  </a:txBody>
                  <a:tcPr marL="69742" marR="69742" marT="34871" marB="34871">
                    <a:solidFill>
                      <a:schemeClr val="bg1"/>
                    </a:solidFill>
                  </a:tcPr>
                </a:tc>
                <a:tc>
                  <a:txBody>
                    <a:bodyPr/>
                    <a:lstStyle/>
                    <a:p>
                      <a:endParaRPr lang="en-US" sz="1400" b="1">
                        <a:latin typeface="+mn-lt"/>
                      </a:endParaRPr>
                    </a:p>
                  </a:txBody>
                  <a:tcPr marL="69742" marR="69742" marT="34871" marB="34871">
                    <a:solidFill>
                      <a:schemeClr val="bg1"/>
                    </a:solidFill>
                  </a:tcPr>
                </a:tc>
                <a:tc>
                  <a:txBody>
                    <a:bodyPr/>
                    <a:lstStyle/>
                    <a:p>
                      <a:endParaRPr lang="en-US" sz="1400" b="1">
                        <a:latin typeface="+mn-lt"/>
                      </a:endParaRPr>
                    </a:p>
                  </a:txBody>
                  <a:tcPr marL="69742" marR="69742" marT="34871" marB="34871">
                    <a:solidFill>
                      <a:schemeClr val="bg1"/>
                    </a:solidFill>
                  </a:tcPr>
                </a:tc>
                <a:tc>
                  <a:txBody>
                    <a:bodyPr/>
                    <a:lstStyle/>
                    <a:p>
                      <a:endParaRPr lang="en-US" sz="1400" b="1">
                        <a:latin typeface="+mn-lt"/>
                      </a:endParaRPr>
                    </a:p>
                  </a:txBody>
                  <a:tcPr marL="69742" marR="69742" marT="34871" marB="34871">
                    <a:solidFill>
                      <a:schemeClr val="bg1"/>
                    </a:solidFill>
                  </a:tcPr>
                </a:tc>
                <a:tc>
                  <a:txBody>
                    <a:bodyPr/>
                    <a:lstStyle/>
                    <a:p>
                      <a:endParaRPr lang="en-US" sz="1400" b="1" dirty="0">
                        <a:latin typeface="+mn-lt"/>
                      </a:endParaRPr>
                    </a:p>
                  </a:txBody>
                  <a:tcPr marL="69742" marR="69742" marT="34871" marB="34871">
                    <a:solidFill>
                      <a:schemeClr val="bg1"/>
                    </a:solidFill>
                  </a:tcPr>
                </a:tc>
                <a:extLst>
                  <a:ext uri="{0D108BD9-81ED-4DB2-BD59-A6C34878D82A}">
                    <a16:rowId xmlns:a16="http://schemas.microsoft.com/office/drawing/2014/main" val="2171223884"/>
                  </a:ext>
                </a:extLst>
              </a:tr>
              <a:tr h="2666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1" i="0" u="none" strike="noStrike">
                          <a:effectLst/>
                          <a:latin typeface="+mn-lt"/>
                        </a:rPr>
                        <a:t>8</a:t>
                      </a:r>
                      <a:endParaRPr lang="en-IN" sz="1400" b="1" i="0" u="none" strike="noStrike">
                        <a:effectLst/>
                        <a:latin typeface="+mn-lt"/>
                      </a:endParaRPr>
                    </a:p>
                  </a:txBody>
                  <a:tcPr marL="69742" marR="69742" marT="34871" marB="34871">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1" i="0" u="none" strike="noStrike" dirty="0">
                          <a:effectLst/>
                          <a:latin typeface="+mn-lt"/>
                        </a:rPr>
                        <a:t>Vaginal Bleeding during pregnancy</a:t>
                      </a:r>
                      <a:endParaRPr lang="en-IN" sz="1400" b="1" i="0" u="none" strike="noStrike" dirty="0">
                        <a:effectLst/>
                        <a:latin typeface="+mn-lt"/>
                      </a:endParaRPr>
                    </a:p>
                  </a:txBody>
                  <a:tcPr marL="69742" marR="69742" marT="34871" marB="34871">
                    <a:solidFill>
                      <a:schemeClr val="bg1"/>
                    </a:solidFill>
                  </a:tcPr>
                </a:tc>
                <a:tc>
                  <a:txBody>
                    <a:bodyPr/>
                    <a:lstStyle/>
                    <a:p>
                      <a:endParaRPr lang="en-US" sz="1400" b="1">
                        <a:latin typeface="+mn-lt"/>
                      </a:endParaRPr>
                    </a:p>
                  </a:txBody>
                  <a:tcPr marL="69742" marR="69742" marT="34871" marB="34871">
                    <a:solidFill>
                      <a:schemeClr val="bg1"/>
                    </a:solidFill>
                  </a:tcPr>
                </a:tc>
                <a:tc>
                  <a:txBody>
                    <a:bodyPr/>
                    <a:lstStyle/>
                    <a:p>
                      <a:endParaRPr lang="en-US" sz="1400" b="1">
                        <a:latin typeface="+mn-lt"/>
                      </a:endParaRPr>
                    </a:p>
                  </a:txBody>
                  <a:tcPr marL="69742" marR="69742" marT="34871" marB="34871">
                    <a:solidFill>
                      <a:schemeClr val="bg1"/>
                    </a:solidFill>
                  </a:tcPr>
                </a:tc>
                <a:tc>
                  <a:txBody>
                    <a:bodyPr/>
                    <a:lstStyle/>
                    <a:p>
                      <a:endParaRPr lang="en-US" sz="1400" b="1">
                        <a:latin typeface="+mn-lt"/>
                      </a:endParaRPr>
                    </a:p>
                  </a:txBody>
                  <a:tcPr marL="69742" marR="69742" marT="34871" marB="34871">
                    <a:solidFill>
                      <a:schemeClr val="bg1"/>
                    </a:solidFill>
                  </a:tcPr>
                </a:tc>
                <a:tc>
                  <a:txBody>
                    <a:bodyPr/>
                    <a:lstStyle/>
                    <a:p>
                      <a:endParaRPr lang="en-US" sz="1400" b="1">
                        <a:latin typeface="+mn-lt"/>
                      </a:endParaRPr>
                    </a:p>
                  </a:txBody>
                  <a:tcPr marL="69742" marR="69742" marT="34871" marB="34871">
                    <a:solidFill>
                      <a:schemeClr val="bg1"/>
                    </a:solidFill>
                  </a:tcPr>
                </a:tc>
                <a:extLst>
                  <a:ext uri="{0D108BD9-81ED-4DB2-BD59-A6C34878D82A}">
                    <a16:rowId xmlns:a16="http://schemas.microsoft.com/office/drawing/2014/main" val="1035083872"/>
                  </a:ext>
                </a:extLst>
              </a:tr>
              <a:tr h="2666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1" i="0" u="none" strike="noStrike">
                          <a:effectLst/>
                          <a:latin typeface="+mn-lt"/>
                        </a:rPr>
                        <a:t>9</a:t>
                      </a:r>
                      <a:endParaRPr lang="en-IN" sz="1400" b="1" i="0" u="none" strike="noStrike">
                        <a:effectLst/>
                        <a:latin typeface="+mn-lt"/>
                      </a:endParaRPr>
                    </a:p>
                  </a:txBody>
                  <a:tcPr marL="69742" marR="69742" marT="34871" marB="34871">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1" i="0" u="none" strike="noStrike">
                          <a:effectLst/>
                          <a:latin typeface="+mn-lt"/>
                        </a:rPr>
                        <a:t>Adult MUAC (&lt;23 cm)</a:t>
                      </a:r>
                      <a:endParaRPr lang="en-IN" sz="1400" b="1" i="0" u="none" strike="noStrike">
                        <a:effectLst/>
                        <a:latin typeface="+mn-lt"/>
                      </a:endParaRPr>
                    </a:p>
                  </a:txBody>
                  <a:tcPr marL="69742" marR="69742" marT="34871" marB="34871">
                    <a:solidFill>
                      <a:schemeClr val="bg1"/>
                    </a:solidFill>
                  </a:tcPr>
                </a:tc>
                <a:tc>
                  <a:txBody>
                    <a:bodyPr/>
                    <a:lstStyle/>
                    <a:p>
                      <a:endParaRPr lang="en-US" sz="1400" b="1">
                        <a:latin typeface="+mn-lt"/>
                      </a:endParaRPr>
                    </a:p>
                  </a:txBody>
                  <a:tcPr marL="69742" marR="69742" marT="34871" marB="34871">
                    <a:solidFill>
                      <a:schemeClr val="bg1"/>
                    </a:solidFill>
                  </a:tcPr>
                </a:tc>
                <a:tc>
                  <a:txBody>
                    <a:bodyPr/>
                    <a:lstStyle/>
                    <a:p>
                      <a:endParaRPr lang="en-US" sz="1400" b="1">
                        <a:latin typeface="+mn-lt"/>
                      </a:endParaRPr>
                    </a:p>
                  </a:txBody>
                  <a:tcPr marL="69742" marR="69742" marT="34871" marB="34871">
                    <a:solidFill>
                      <a:schemeClr val="bg1"/>
                    </a:solidFill>
                  </a:tcPr>
                </a:tc>
                <a:tc>
                  <a:txBody>
                    <a:bodyPr/>
                    <a:lstStyle/>
                    <a:p>
                      <a:endParaRPr lang="en-US" sz="1400" b="1">
                        <a:latin typeface="+mn-lt"/>
                      </a:endParaRPr>
                    </a:p>
                  </a:txBody>
                  <a:tcPr marL="69742" marR="69742" marT="34871" marB="34871">
                    <a:solidFill>
                      <a:schemeClr val="bg1"/>
                    </a:solidFill>
                  </a:tcPr>
                </a:tc>
                <a:tc>
                  <a:txBody>
                    <a:bodyPr/>
                    <a:lstStyle/>
                    <a:p>
                      <a:endParaRPr lang="en-US" sz="1400" b="1">
                        <a:latin typeface="+mn-lt"/>
                      </a:endParaRPr>
                    </a:p>
                  </a:txBody>
                  <a:tcPr marL="69742" marR="69742" marT="34871" marB="34871">
                    <a:solidFill>
                      <a:schemeClr val="bg1"/>
                    </a:solidFill>
                  </a:tcPr>
                </a:tc>
                <a:extLst>
                  <a:ext uri="{0D108BD9-81ED-4DB2-BD59-A6C34878D82A}">
                    <a16:rowId xmlns:a16="http://schemas.microsoft.com/office/drawing/2014/main" val="2341553744"/>
                  </a:ext>
                </a:extLst>
              </a:tr>
              <a:tr h="2666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1" i="0" u="none" strike="noStrike">
                          <a:effectLst/>
                          <a:latin typeface="+mn-lt"/>
                        </a:rPr>
                        <a:t>10</a:t>
                      </a:r>
                      <a:endParaRPr lang="en-IN" sz="1400" b="1" i="0" u="none" strike="noStrike">
                        <a:effectLst/>
                        <a:latin typeface="+mn-lt"/>
                      </a:endParaRPr>
                    </a:p>
                  </a:txBody>
                  <a:tcPr marL="69742" marR="69742" marT="34871" marB="34871">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b="1" u="none" strike="noStrike" kern="1200">
                          <a:solidFill>
                            <a:srgbClr val="000000"/>
                          </a:solidFill>
                          <a:effectLst/>
                        </a:rPr>
                        <a:t>PROM/ Leaking</a:t>
                      </a:r>
                      <a:endParaRPr lang="en-IN" sz="1400" b="1" i="0" u="none" strike="noStrike">
                        <a:effectLst/>
                        <a:latin typeface="+mn-lt"/>
                      </a:endParaRPr>
                    </a:p>
                  </a:txBody>
                  <a:tcPr marL="69742" marR="69742" marT="34871" marB="34871">
                    <a:solidFill>
                      <a:schemeClr val="bg1"/>
                    </a:solidFill>
                  </a:tcPr>
                </a:tc>
                <a:tc>
                  <a:txBody>
                    <a:bodyPr/>
                    <a:lstStyle/>
                    <a:p>
                      <a:endParaRPr lang="en-US" sz="1400" b="1">
                        <a:solidFill>
                          <a:srgbClr val="0070C0"/>
                        </a:solidFill>
                        <a:latin typeface="+mn-lt"/>
                      </a:endParaRPr>
                    </a:p>
                  </a:txBody>
                  <a:tcPr marL="69742" marR="69742" marT="34871" marB="34871">
                    <a:solidFill>
                      <a:schemeClr val="tx1">
                        <a:lumMod val="65000"/>
                        <a:lumOff val="35000"/>
                      </a:schemeClr>
                    </a:solidFill>
                  </a:tcPr>
                </a:tc>
                <a:tc>
                  <a:txBody>
                    <a:bodyPr/>
                    <a:lstStyle/>
                    <a:p>
                      <a:endParaRPr lang="en-US" sz="1400" b="1">
                        <a:solidFill>
                          <a:srgbClr val="0070C0"/>
                        </a:solidFill>
                        <a:latin typeface="+mn-lt"/>
                      </a:endParaRPr>
                    </a:p>
                  </a:txBody>
                  <a:tcPr marL="69742" marR="69742" marT="34871" marB="34871">
                    <a:solidFill>
                      <a:schemeClr val="tx1">
                        <a:lumMod val="65000"/>
                        <a:lumOff val="35000"/>
                      </a:schemeClr>
                    </a:solidFill>
                  </a:tcPr>
                </a:tc>
                <a:tc>
                  <a:txBody>
                    <a:bodyPr/>
                    <a:lstStyle/>
                    <a:p>
                      <a:endParaRPr lang="en-US" sz="1400" b="1">
                        <a:latin typeface="+mn-lt"/>
                      </a:endParaRPr>
                    </a:p>
                  </a:txBody>
                  <a:tcPr marL="69742" marR="69742" marT="34871" marB="34871">
                    <a:solidFill>
                      <a:schemeClr val="bg1"/>
                    </a:solidFill>
                  </a:tcPr>
                </a:tc>
                <a:tc>
                  <a:txBody>
                    <a:bodyPr/>
                    <a:lstStyle/>
                    <a:p>
                      <a:endParaRPr lang="en-US" sz="1400" b="1">
                        <a:latin typeface="+mn-lt"/>
                      </a:endParaRPr>
                    </a:p>
                  </a:txBody>
                  <a:tcPr marL="69742" marR="69742" marT="34871" marB="34871">
                    <a:solidFill>
                      <a:schemeClr val="bg1"/>
                    </a:solidFill>
                  </a:tcPr>
                </a:tc>
                <a:extLst>
                  <a:ext uri="{0D108BD9-81ED-4DB2-BD59-A6C34878D82A}">
                    <a16:rowId xmlns:a16="http://schemas.microsoft.com/office/drawing/2014/main" val="1267495527"/>
                  </a:ext>
                </a:extLst>
              </a:tr>
              <a:tr h="2666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1" i="0" u="none" strike="noStrike">
                          <a:effectLst/>
                          <a:latin typeface="+mn-lt"/>
                        </a:rPr>
                        <a:t>11</a:t>
                      </a:r>
                      <a:endParaRPr lang="en-IN" sz="1400" b="1" i="0" u="none" strike="noStrike">
                        <a:effectLst/>
                        <a:latin typeface="+mn-lt"/>
                      </a:endParaRPr>
                    </a:p>
                  </a:txBody>
                  <a:tcPr marL="69742" marR="69742" marT="34871" marB="34871">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b="1" u="none" strike="noStrike" kern="1200">
                          <a:solidFill>
                            <a:srgbClr val="000000"/>
                          </a:solidFill>
                          <a:effectLst/>
                        </a:rPr>
                        <a:t>Foul smelling Vaginal Discharge</a:t>
                      </a:r>
                      <a:endParaRPr lang="en-IN" sz="1400" b="1" i="0" u="none" strike="noStrike">
                        <a:effectLst/>
                        <a:latin typeface="+mn-lt"/>
                      </a:endParaRPr>
                    </a:p>
                  </a:txBody>
                  <a:tcPr marL="69742" marR="69742" marT="34871" marB="34871">
                    <a:solidFill>
                      <a:schemeClr val="bg1"/>
                    </a:solidFill>
                  </a:tcPr>
                </a:tc>
                <a:tc>
                  <a:txBody>
                    <a:bodyPr/>
                    <a:lstStyle/>
                    <a:p>
                      <a:endParaRPr lang="en-US" sz="1400" b="1">
                        <a:latin typeface="+mn-lt"/>
                      </a:endParaRPr>
                    </a:p>
                  </a:txBody>
                  <a:tcPr marL="69742" marR="69742" marT="34871" marB="34871">
                    <a:solidFill>
                      <a:schemeClr val="tx1">
                        <a:lumMod val="65000"/>
                        <a:lumOff val="35000"/>
                      </a:schemeClr>
                    </a:solidFill>
                  </a:tcPr>
                </a:tc>
                <a:tc>
                  <a:txBody>
                    <a:bodyPr/>
                    <a:lstStyle/>
                    <a:p>
                      <a:endParaRPr lang="en-US" sz="1400" b="1">
                        <a:latin typeface="+mn-lt"/>
                      </a:endParaRPr>
                    </a:p>
                  </a:txBody>
                  <a:tcPr marL="69742" marR="69742" marT="34871" marB="34871">
                    <a:solidFill>
                      <a:schemeClr val="tx1">
                        <a:lumMod val="65000"/>
                        <a:lumOff val="35000"/>
                      </a:schemeClr>
                    </a:solidFill>
                  </a:tcPr>
                </a:tc>
                <a:tc>
                  <a:txBody>
                    <a:bodyPr/>
                    <a:lstStyle/>
                    <a:p>
                      <a:endParaRPr lang="en-US" sz="1400" b="1">
                        <a:latin typeface="+mn-lt"/>
                      </a:endParaRPr>
                    </a:p>
                  </a:txBody>
                  <a:tcPr marL="69742" marR="69742" marT="34871" marB="34871">
                    <a:solidFill>
                      <a:schemeClr val="bg1"/>
                    </a:solidFill>
                  </a:tcPr>
                </a:tc>
                <a:tc>
                  <a:txBody>
                    <a:bodyPr/>
                    <a:lstStyle/>
                    <a:p>
                      <a:endParaRPr lang="en-US" sz="1400" b="1">
                        <a:latin typeface="+mn-lt"/>
                      </a:endParaRPr>
                    </a:p>
                  </a:txBody>
                  <a:tcPr marL="69742" marR="69742" marT="34871" marB="34871">
                    <a:solidFill>
                      <a:schemeClr val="bg1"/>
                    </a:solidFill>
                  </a:tcPr>
                </a:tc>
                <a:extLst>
                  <a:ext uri="{0D108BD9-81ED-4DB2-BD59-A6C34878D82A}">
                    <a16:rowId xmlns:a16="http://schemas.microsoft.com/office/drawing/2014/main" val="3667981071"/>
                  </a:ext>
                </a:extLst>
              </a:tr>
              <a:tr h="2666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1" i="0" u="none" strike="noStrike">
                          <a:effectLst/>
                          <a:latin typeface="+mn-lt"/>
                        </a:rPr>
                        <a:t>12</a:t>
                      </a:r>
                      <a:endParaRPr lang="en-IN" sz="1400" b="1" i="0" u="none" strike="noStrike">
                        <a:effectLst/>
                        <a:latin typeface="+mn-lt"/>
                      </a:endParaRPr>
                    </a:p>
                  </a:txBody>
                  <a:tcPr marL="69742" marR="69742" marT="34871" marB="34871">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b="1" u="none" strike="noStrike" kern="1200">
                          <a:solidFill>
                            <a:srgbClr val="000000"/>
                          </a:solidFill>
                          <a:effectLst/>
                        </a:rPr>
                        <a:t>Decrease Foetal Movement (15 movements/12 Hours)</a:t>
                      </a:r>
                      <a:endParaRPr lang="en-IN" sz="1400" b="1" i="0" u="none" strike="noStrike">
                        <a:effectLst/>
                        <a:latin typeface="+mn-lt"/>
                      </a:endParaRPr>
                    </a:p>
                  </a:txBody>
                  <a:tcPr marL="69742" marR="69742" marT="34871" marB="34871">
                    <a:solidFill>
                      <a:schemeClr val="bg1"/>
                    </a:solidFill>
                  </a:tcPr>
                </a:tc>
                <a:tc>
                  <a:txBody>
                    <a:bodyPr/>
                    <a:lstStyle/>
                    <a:p>
                      <a:endParaRPr lang="en-US" sz="1400" b="1">
                        <a:latin typeface="+mn-lt"/>
                      </a:endParaRPr>
                    </a:p>
                  </a:txBody>
                  <a:tcPr marL="69742" marR="69742" marT="34871" marB="34871">
                    <a:solidFill>
                      <a:schemeClr val="tx1">
                        <a:lumMod val="65000"/>
                        <a:lumOff val="35000"/>
                      </a:schemeClr>
                    </a:solidFill>
                  </a:tcPr>
                </a:tc>
                <a:tc>
                  <a:txBody>
                    <a:bodyPr/>
                    <a:lstStyle/>
                    <a:p>
                      <a:endParaRPr lang="en-US" sz="1400" b="1">
                        <a:latin typeface="+mn-lt"/>
                      </a:endParaRPr>
                    </a:p>
                  </a:txBody>
                  <a:tcPr marL="69742" marR="69742" marT="34871" marB="34871">
                    <a:solidFill>
                      <a:schemeClr val="tx1">
                        <a:lumMod val="65000"/>
                        <a:lumOff val="35000"/>
                      </a:schemeClr>
                    </a:solidFill>
                  </a:tcPr>
                </a:tc>
                <a:tc>
                  <a:txBody>
                    <a:bodyPr/>
                    <a:lstStyle/>
                    <a:p>
                      <a:endParaRPr lang="en-US" sz="1400" b="1" dirty="0">
                        <a:latin typeface="+mn-lt"/>
                      </a:endParaRPr>
                    </a:p>
                  </a:txBody>
                  <a:tcPr marL="69742" marR="69742" marT="34871" marB="34871">
                    <a:solidFill>
                      <a:schemeClr val="bg1"/>
                    </a:solidFill>
                  </a:tcPr>
                </a:tc>
                <a:tc>
                  <a:txBody>
                    <a:bodyPr/>
                    <a:lstStyle/>
                    <a:p>
                      <a:endParaRPr lang="en-US" sz="1400" b="1">
                        <a:latin typeface="+mn-lt"/>
                      </a:endParaRPr>
                    </a:p>
                  </a:txBody>
                  <a:tcPr marL="69742" marR="69742" marT="34871" marB="34871">
                    <a:solidFill>
                      <a:schemeClr val="bg1"/>
                    </a:solidFill>
                  </a:tcPr>
                </a:tc>
                <a:extLst>
                  <a:ext uri="{0D108BD9-81ED-4DB2-BD59-A6C34878D82A}">
                    <a16:rowId xmlns:a16="http://schemas.microsoft.com/office/drawing/2014/main" val="2381051851"/>
                  </a:ext>
                </a:extLst>
              </a:tr>
              <a:tr h="2666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1" i="0" u="none" strike="noStrike">
                          <a:effectLst/>
                          <a:latin typeface="+mn-lt"/>
                        </a:rPr>
                        <a:t>13</a:t>
                      </a:r>
                      <a:endParaRPr lang="en-IN" sz="1400" b="1" i="0" u="none" strike="noStrike">
                        <a:effectLst/>
                        <a:latin typeface="+mn-lt"/>
                      </a:endParaRPr>
                    </a:p>
                  </a:txBody>
                  <a:tcPr marL="69742" marR="69742" marT="34871" marB="34871">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b="1" u="none" strike="noStrike" kern="1200">
                          <a:solidFill>
                            <a:srgbClr val="000000"/>
                          </a:solidFill>
                          <a:effectLst/>
                        </a:rPr>
                        <a:t>Irregular/painful contraction</a:t>
                      </a:r>
                      <a:endParaRPr lang="en-IN" sz="1400" b="1" i="0" u="none" strike="noStrike">
                        <a:effectLst/>
                        <a:latin typeface="+mn-lt"/>
                      </a:endParaRPr>
                    </a:p>
                  </a:txBody>
                  <a:tcPr marL="69742" marR="69742" marT="34871" marB="34871">
                    <a:solidFill>
                      <a:schemeClr val="bg1"/>
                    </a:solidFill>
                  </a:tcPr>
                </a:tc>
                <a:tc>
                  <a:txBody>
                    <a:bodyPr/>
                    <a:lstStyle/>
                    <a:p>
                      <a:endParaRPr lang="en-US" sz="1400" b="1" dirty="0">
                        <a:latin typeface="+mn-lt"/>
                      </a:endParaRPr>
                    </a:p>
                  </a:txBody>
                  <a:tcPr marL="69742" marR="69742" marT="34871" marB="34871">
                    <a:solidFill>
                      <a:schemeClr val="tx1">
                        <a:lumMod val="65000"/>
                        <a:lumOff val="35000"/>
                      </a:schemeClr>
                    </a:solidFill>
                  </a:tcPr>
                </a:tc>
                <a:tc>
                  <a:txBody>
                    <a:bodyPr/>
                    <a:lstStyle/>
                    <a:p>
                      <a:endParaRPr lang="en-US" sz="1400" b="1" dirty="0">
                        <a:latin typeface="+mn-lt"/>
                      </a:endParaRPr>
                    </a:p>
                  </a:txBody>
                  <a:tcPr marL="69742" marR="69742" marT="34871" marB="34871">
                    <a:solidFill>
                      <a:schemeClr val="tx1">
                        <a:lumMod val="65000"/>
                        <a:lumOff val="35000"/>
                      </a:schemeClr>
                    </a:solidFill>
                  </a:tcPr>
                </a:tc>
                <a:tc>
                  <a:txBody>
                    <a:bodyPr/>
                    <a:lstStyle/>
                    <a:p>
                      <a:endParaRPr lang="en-US" sz="1400" b="1" dirty="0">
                        <a:latin typeface="+mn-lt"/>
                      </a:endParaRPr>
                    </a:p>
                  </a:txBody>
                  <a:tcPr marL="69742" marR="69742" marT="34871" marB="34871">
                    <a:solidFill>
                      <a:schemeClr val="bg1"/>
                    </a:solidFill>
                  </a:tcPr>
                </a:tc>
                <a:tc>
                  <a:txBody>
                    <a:bodyPr/>
                    <a:lstStyle/>
                    <a:p>
                      <a:endParaRPr lang="en-US" sz="1400" b="1">
                        <a:latin typeface="+mn-lt"/>
                      </a:endParaRPr>
                    </a:p>
                  </a:txBody>
                  <a:tcPr marL="69742" marR="69742" marT="34871" marB="34871">
                    <a:solidFill>
                      <a:schemeClr val="bg1"/>
                    </a:solidFill>
                  </a:tcPr>
                </a:tc>
                <a:extLst>
                  <a:ext uri="{0D108BD9-81ED-4DB2-BD59-A6C34878D82A}">
                    <a16:rowId xmlns:a16="http://schemas.microsoft.com/office/drawing/2014/main" val="2722317013"/>
                  </a:ext>
                </a:extLst>
              </a:tr>
              <a:tr h="4676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1" i="0" u="none" strike="noStrike">
                          <a:effectLst/>
                          <a:latin typeface="+mn-lt"/>
                        </a:rPr>
                        <a:t>14</a:t>
                      </a:r>
                      <a:endParaRPr lang="en-IN" sz="1400" b="1" i="0" u="none" strike="noStrike">
                        <a:effectLst/>
                        <a:latin typeface="+mn-lt"/>
                      </a:endParaRPr>
                    </a:p>
                  </a:txBody>
                  <a:tcPr marL="69742" marR="69742" marT="34871" marB="34871">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1" u="none" strike="noStrike" kern="1200" dirty="0">
                          <a:solidFill>
                            <a:srgbClr val="000000"/>
                          </a:solidFill>
                          <a:effectLst/>
                        </a:rPr>
                        <a:t>Abnormal Fundal height ( more than 4cm from estimated Gestational age)</a:t>
                      </a:r>
                      <a:endParaRPr lang="en-IN" sz="1400" b="1" i="0" u="none" strike="noStrike" dirty="0">
                        <a:effectLst/>
                        <a:latin typeface="+mn-lt"/>
                      </a:endParaRPr>
                    </a:p>
                  </a:txBody>
                  <a:tcPr marL="69742" marR="69742" marT="34871" marB="34871">
                    <a:solidFill>
                      <a:schemeClr val="bg1"/>
                    </a:solidFill>
                  </a:tcPr>
                </a:tc>
                <a:tc>
                  <a:txBody>
                    <a:bodyPr/>
                    <a:lstStyle/>
                    <a:p>
                      <a:endParaRPr lang="en-US" sz="1400" b="1" dirty="0">
                        <a:latin typeface="+mn-lt"/>
                      </a:endParaRPr>
                    </a:p>
                  </a:txBody>
                  <a:tcPr marL="69742" marR="69742" marT="34871" marB="34871">
                    <a:solidFill>
                      <a:schemeClr val="tx1">
                        <a:lumMod val="65000"/>
                        <a:lumOff val="35000"/>
                      </a:schemeClr>
                    </a:solidFill>
                  </a:tcPr>
                </a:tc>
                <a:tc>
                  <a:txBody>
                    <a:bodyPr/>
                    <a:lstStyle/>
                    <a:p>
                      <a:endParaRPr lang="en-US" sz="1400" b="1" dirty="0">
                        <a:latin typeface="+mn-lt"/>
                      </a:endParaRPr>
                    </a:p>
                  </a:txBody>
                  <a:tcPr marL="69742" marR="69742" marT="34871" marB="34871">
                    <a:solidFill>
                      <a:schemeClr val="tx1">
                        <a:lumMod val="65000"/>
                        <a:lumOff val="35000"/>
                      </a:schemeClr>
                    </a:solidFill>
                  </a:tcPr>
                </a:tc>
                <a:tc>
                  <a:txBody>
                    <a:bodyPr/>
                    <a:lstStyle/>
                    <a:p>
                      <a:endParaRPr lang="en-US" sz="1400" b="1">
                        <a:latin typeface="+mn-lt"/>
                      </a:endParaRPr>
                    </a:p>
                  </a:txBody>
                  <a:tcPr marL="69742" marR="69742" marT="34871" marB="34871">
                    <a:solidFill>
                      <a:schemeClr val="bg1"/>
                    </a:solidFill>
                  </a:tcPr>
                </a:tc>
                <a:tc>
                  <a:txBody>
                    <a:bodyPr/>
                    <a:lstStyle/>
                    <a:p>
                      <a:endParaRPr lang="en-US" sz="1400" b="1" dirty="0">
                        <a:latin typeface="+mn-lt"/>
                      </a:endParaRPr>
                    </a:p>
                  </a:txBody>
                  <a:tcPr marL="69742" marR="69742" marT="34871" marB="34871">
                    <a:solidFill>
                      <a:schemeClr val="bg1"/>
                    </a:solidFill>
                  </a:tcPr>
                </a:tc>
                <a:extLst>
                  <a:ext uri="{0D108BD9-81ED-4DB2-BD59-A6C34878D82A}">
                    <a16:rowId xmlns:a16="http://schemas.microsoft.com/office/drawing/2014/main" val="3837608628"/>
                  </a:ext>
                </a:extLst>
              </a:tr>
              <a:tr h="2666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1" i="0" u="none" strike="noStrike">
                          <a:effectLst/>
                          <a:latin typeface="+mn-lt"/>
                        </a:rPr>
                        <a:t>15</a:t>
                      </a:r>
                      <a:endParaRPr lang="en-IN" sz="1400" b="1" i="0" u="none" strike="noStrike">
                        <a:effectLst/>
                        <a:latin typeface="+mn-lt"/>
                      </a:endParaRPr>
                    </a:p>
                  </a:txBody>
                  <a:tcPr marL="69742" marR="69742" marT="34871" marB="34871">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1" u="none" strike="noStrike" kern="1200">
                          <a:solidFill>
                            <a:srgbClr val="000000"/>
                          </a:solidFill>
                          <a:effectLst/>
                        </a:rPr>
                        <a:t>Extreme pain in lower abdomen during 1st trimester</a:t>
                      </a:r>
                      <a:endParaRPr lang="en-IN" sz="1400" b="1" i="0" u="none" strike="noStrike">
                        <a:effectLst/>
                        <a:latin typeface="+mn-lt"/>
                      </a:endParaRPr>
                    </a:p>
                  </a:txBody>
                  <a:tcPr marL="69742" marR="69742" marT="34871" marB="34871">
                    <a:solidFill>
                      <a:schemeClr val="bg1"/>
                    </a:solidFill>
                  </a:tcPr>
                </a:tc>
                <a:tc>
                  <a:txBody>
                    <a:bodyPr/>
                    <a:lstStyle/>
                    <a:p>
                      <a:endParaRPr lang="en-US" sz="1400" b="1">
                        <a:latin typeface="+mn-lt"/>
                      </a:endParaRPr>
                    </a:p>
                  </a:txBody>
                  <a:tcPr marL="69742" marR="69742" marT="34871" marB="34871">
                    <a:solidFill>
                      <a:schemeClr val="bg1"/>
                    </a:solidFill>
                  </a:tcPr>
                </a:tc>
                <a:tc>
                  <a:txBody>
                    <a:bodyPr/>
                    <a:lstStyle/>
                    <a:p>
                      <a:endParaRPr lang="en-US" sz="1400" b="1">
                        <a:latin typeface="+mn-lt"/>
                      </a:endParaRPr>
                    </a:p>
                  </a:txBody>
                  <a:tcPr marL="69742" marR="69742" marT="34871" marB="34871">
                    <a:solidFill>
                      <a:schemeClr val="tx1">
                        <a:lumMod val="65000"/>
                        <a:lumOff val="35000"/>
                      </a:schemeClr>
                    </a:solidFill>
                  </a:tcPr>
                </a:tc>
                <a:tc>
                  <a:txBody>
                    <a:bodyPr/>
                    <a:lstStyle/>
                    <a:p>
                      <a:endParaRPr lang="en-US" sz="1400" b="1">
                        <a:latin typeface="+mn-lt"/>
                      </a:endParaRPr>
                    </a:p>
                  </a:txBody>
                  <a:tcPr marL="69742" marR="69742" marT="34871" marB="34871">
                    <a:solidFill>
                      <a:schemeClr val="tx1">
                        <a:lumMod val="75000"/>
                        <a:lumOff val="25000"/>
                      </a:schemeClr>
                    </a:solidFill>
                  </a:tcPr>
                </a:tc>
                <a:tc>
                  <a:txBody>
                    <a:bodyPr/>
                    <a:lstStyle/>
                    <a:p>
                      <a:endParaRPr lang="en-US" sz="1400" b="1">
                        <a:latin typeface="+mn-lt"/>
                      </a:endParaRPr>
                    </a:p>
                  </a:txBody>
                  <a:tcPr marL="69742" marR="69742" marT="34871" marB="34871">
                    <a:solidFill>
                      <a:schemeClr val="tx1">
                        <a:lumMod val="75000"/>
                        <a:lumOff val="25000"/>
                      </a:schemeClr>
                    </a:solidFill>
                  </a:tcPr>
                </a:tc>
                <a:extLst>
                  <a:ext uri="{0D108BD9-81ED-4DB2-BD59-A6C34878D82A}">
                    <a16:rowId xmlns:a16="http://schemas.microsoft.com/office/drawing/2014/main" val="3712283407"/>
                  </a:ext>
                </a:extLst>
              </a:tr>
              <a:tr h="2666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1" i="0" u="none" strike="noStrike">
                          <a:effectLst/>
                          <a:latin typeface="+mn-lt"/>
                        </a:rPr>
                        <a:t>16</a:t>
                      </a:r>
                      <a:endParaRPr lang="en-IN" sz="1400" b="1" i="0" u="none" strike="noStrike">
                        <a:effectLst/>
                        <a:latin typeface="+mn-lt"/>
                      </a:endParaRPr>
                    </a:p>
                  </a:txBody>
                  <a:tcPr marL="69742" marR="69742" marT="34871" marB="34871">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1" u="none" strike="noStrike" kern="1200">
                          <a:solidFill>
                            <a:srgbClr val="000000"/>
                          </a:solidFill>
                          <a:effectLst/>
                        </a:rPr>
                        <a:t>Post term ( more than 7 days from EDD)</a:t>
                      </a:r>
                      <a:endParaRPr lang="en-IN" sz="1400" b="1" i="0" u="none" strike="noStrike">
                        <a:effectLst/>
                        <a:latin typeface="+mn-lt"/>
                      </a:endParaRPr>
                    </a:p>
                  </a:txBody>
                  <a:tcPr marL="69742" marR="69742" marT="34871" marB="34871">
                    <a:solidFill>
                      <a:schemeClr val="bg1"/>
                    </a:solidFill>
                  </a:tcPr>
                </a:tc>
                <a:tc>
                  <a:txBody>
                    <a:bodyPr/>
                    <a:lstStyle/>
                    <a:p>
                      <a:endParaRPr lang="en-US" sz="1400" b="1">
                        <a:latin typeface="+mn-lt"/>
                      </a:endParaRPr>
                    </a:p>
                  </a:txBody>
                  <a:tcPr marL="69742" marR="69742" marT="34871" marB="34871">
                    <a:solidFill>
                      <a:schemeClr val="tx1">
                        <a:lumMod val="75000"/>
                        <a:lumOff val="25000"/>
                      </a:schemeClr>
                    </a:solidFill>
                  </a:tcPr>
                </a:tc>
                <a:tc>
                  <a:txBody>
                    <a:bodyPr/>
                    <a:lstStyle/>
                    <a:p>
                      <a:endParaRPr lang="en-US" sz="1400" b="1">
                        <a:latin typeface="+mn-lt"/>
                      </a:endParaRPr>
                    </a:p>
                  </a:txBody>
                  <a:tcPr marL="69742" marR="69742" marT="34871" marB="34871">
                    <a:solidFill>
                      <a:schemeClr val="tx1">
                        <a:lumMod val="75000"/>
                        <a:lumOff val="25000"/>
                      </a:schemeClr>
                    </a:solidFill>
                  </a:tcPr>
                </a:tc>
                <a:tc>
                  <a:txBody>
                    <a:bodyPr/>
                    <a:lstStyle/>
                    <a:p>
                      <a:endParaRPr lang="en-US" sz="1400" b="1">
                        <a:latin typeface="+mn-lt"/>
                      </a:endParaRPr>
                    </a:p>
                  </a:txBody>
                  <a:tcPr marL="69742" marR="69742" marT="34871" marB="34871">
                    <a:solidFill>
                      <a:schemeClr val="tx1">
                        <a:lumMod val="75000"/>
                        <a:lumOff val="25000"/>
                      </a:schemeClr>
                    </a:solidFill>
                  </a:tcPr>
                </a:tc>
                <a:tc>
                  <a:txBody>
                    <a:bodyPr/>
                    <a:lstStyle/>
                    <a:p>
                      <a:endParaRPr lang="en-US" sz="1400" b="1" dirty="0">
                        <a:latin typeface="+mn-lt"/>
                      </a:endParaRPr>
                    </a:p>
                  </a:txBody>
                  <a:tcPr marL="69742" marR="69742" marT="34871" marB="34871">
                    <a:solidFill>
                      <a:schemeClr val="bg1"/>
                    </a:solidFill>
                  </a:tcPr>
                </a:tc>
                <a:extLst>
                  <a:ext uri="{0D108BD9-81ED-4DB2-BD59-A6C34878D82A}">
                    <a16:rowId xmlns:a16="http://schemas.microsoft.com/office/drawing/2014/main" val="3194155136"/>
                  </a:ext>
                </a:extLst>
              </a:tr>
            </a:tbl>
          </a:graphicData>
        </a:graphic>
      </p:graphicFrame>
    </p:spTree>
    <p:extLst>
      <p:ext uri="{BB962C8B-B14F-4D97-AF65-F5344CB8AC3E}">
        <p14:creationId xmlns:p14="http://schemas.microsoft.com/office/powerpoint/2010/main" val="2939552723"/>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08572D-6CDB-616D-C955-751DE5136EB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3440E9F-7C84-1B0D-C570-10B4ACCDBB9F}"/>
              </a:ext>
            </a:extLst>
          </p:cNvPr>
          <p:cNvSpPr txBox="1"/>
          <p:nvPr/>
        </p:nvSpPr>
        <p:spPr>
          <a:xfrm>
            <a:off x="368300" y="228601"/>
            <a:ext cx="11455400" cy="914402"/>
          </a:xfrm>
          <a:prstGeom prst="rect">
            <a:avLst/>
          </a:prstGeom>
        </p:spPr>
        <p:txBody>
          <a:bodyPr vert="horz" lIns="91440" tIns="45720" rIns="91440" bIns="45720" rtlCol="0" anchor="b" anchorCtr="0">
            <a:normAutofit/>
          </a:bodyPr>
          <a:lstStyle/>
          <a:p>
            <a:pPr marL="0" marR="0" lvl="0" indent="0" algn="ctr" defTabSz="914400" rtl="0" eaLnBrk="1" fontAlgn="auto" latinLnBrk="0" hangingPunct="1">
              <a:lnSpc>
                <a:spcPct val="90000"/>
              </a:lnSpc>
              <a:spcBef>
                <a:spcPct val="0"/>
              </a:spcBef>
              <a:spcAft>
                <a:spcPts val="600"/>
              </a:spcAft>
              <a:buClrTx/>
              <a:buSzTx/>
              <a:buFontTx/>
              <a:buNone/>
              <a:tabLst/>
              <a:defRPr/>
            </a:pPr>
            <a:r>
              <a:rPr kumimoji="0" lang="en-US" sz="4400" b="1" i="0" u="none" strike="noStrike" kern="1200" cap="none" spc="0" normalizeH="0" baseline="0" noProof="0" dirty="0">
                <a:ln>
                  <a:noFill/>
                </a:ln>
                <a:solidFill>
                  <a:srgbClr val="A9432B"/>
                </a:solidFill>
                <a:effectLst/>
                <a:uLnTx/>
                <a:uFillTx/>
                <a:latin typeface="Aptos Display" panose="02110004020202020204"/>
                <a:ea typeface="+mn-ea"/>
                <a:cs typeface="+mn-cs"/>
              </a:rPr>
              <a:t>PMSMA and MCP card HRP alignment (1/2)</a:t>
            </a:r>
          </a:p>
        </p:txBody>
      </p:sp>
      <p:graphicFrame>
        <p:nvGraphicFramePr>
          <p:cNvPr id="3" name="Content Placeholder 3">
            <a:extLst>
              <a:ext uri="{FF2B5EF4-FFF2-40B4-BE49-F238E27FC236}">
                <a16:creationId xmlns:a16="http://schemas.microsoft.com/office/drawing/2014/main" id="{5751211C-9AF5-FDEB-1DD9-570B43CFF4D2}"/>
              </a:ext>
            </a:extLst>
          </p:cNvPr>
          <p:cNvGraphicFramePr>
            <a:graphicFrameLocks/>
          </p:cNvGraphicFramePr>
          <p:nvPr/>
        </p:nvGraphicFramePr>
        <p:xfrm>
          <a:off x="779401" y="1298448"/>
          <a:ext cx="10633198" cy="5188996"/>
        </p:xfrm>
        <a:graphic>
          <a:graphicData uri="http://schemas.openxmlformats.org/drawingml/2006/table">
            <a:tbl>
              <a:tblPr firstRow="1" bandRow="1">
                <a:tableStyleId>{5C22544A-7EE6-4342-B048-85BDC9FD1C3A}</a:tableStyleId>
              </a:tblPr>
              <a:tblGrid>
                <a:gridCol w="1183389">
                  <a:extLst>
                    <a:ext uri="{9D8B030D-6E8A-4147-A177-3AD203B41FA5}">
                      <a16:colId xmlns:a16="http://schemas.microsoft.com/office/drawing/2014/main" val="2964910968"/>
                    </a:ext>
                  </a:extLst>
                </a:gridCol>
                <a:gridCol w="3169752">
                  <a:extLst>
                    <a:ext uri="{9D8B030D-6E8A-4147-A177-3AD203B41FA5}">
                      <a16:colId xmlns:a16="http://schemas.microsoft.com/office/drawing/2014/main" val="985316728"/>
                    </a:ext>
                  </a:extLst>
                </a:gridCol>
                <a:gridCol w="6280057">
                  <a:extLst>
                    <a:ext uri="{9D8B030D-6E8A-4147-A177-3AD203B41FA5}">
                      <a16:colId xmlns:a16="http://schemas.microsoft.com/office/drawing/2014/main" val="2772235128"/>
                    </a:ext>
                  </a:extLst>
                </a:gridCol>
              </a:tblGrid>
              <a:tr h="306612">
                <a:tc>
                  <a:txBody>
                    <a:bodyPr/>
                    <a:lstStyle/>
                    <a:p>
                      <a:r>
                        <a:rPr lang="en-US" sz="1800" dirty="0"/>
                        <a:t>S.L. No</a:t>
                      </a:r>
                      <a:endParaRPr lang="en-IN" sz="1800" dirty="0"/>
                    </a:p>
                  </a:txBody>
                  <a:tcPr marL="57135" marR="57135" marT="28567" marB="28567"/>
                </a:tc>
                <a:tc>
                  <a:txBody>
                    <a:bodyPr/>
                    <a:lstStyle/>
                    <a:p>
                      <a:r>
                        <a:rPr lang="en-US" sz="1800"/>
                        <a:t>PMSMA HRP Condition</a:t>
                      </a:r>
                      <a:endParaRPr lang="en-IN" sz="1800"/>
                    </a:p>
                  </a:txBody>
                  <a:tcPr marL="57135" marR="57135" marT="28567" marB="28567"/>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a:t>MCP card HRP</a:t>
                      </a:r>
                      <a:endParaRPr lang="en-IN" sz="1800"/>
                    </a:p>
                  </a:txBody>
                  <a:tcPr marL="57135" marR="57135" marT="28567" marB="28567"/>
                </a:tc>
                <a:extLst>
                  <a:ext uri="{0D108BD9-81ED-4DB2-BD59-A6C34878D82A}">
                    <a16:rowId xmlns:a16="http://schemas.microsoft.com/office/drawing/2014/main" val="1274663099"/>
                  </a:ext>
                </a:extLst>
              </a:tr>
              <a:tr h="320950">
                <a:tc>
                  <a:txBody>
                    <a:bodyPr/>
                    <a:lstStyle/>
                    <a:p>
                      <a:r>
                        <a:rPr lang="en-US" sz="1800" dirty="0"/>
                        <a:t>1</a:t>
                      </a:r>
                      <a:endParaRPr lang="en-IN" sz="1800" dirty="0"/>
                    </a:p>
                  </a:txBody>
                  <a:tcPr marL="57135" marR="57135" marT="28567" marB="28567"/>
                </a:tc>
                <a:tc>
                  <a:txBody>
                    <a:bodyPr/>
                    <a:lstStyle/>
                    <a:p>
                      <a:r>
                        <a:rPr lang="en-US" sz="1800" dirty="0"/>
                        <a:t>HIV</a:t>
                      </a:r>
                      <a:endParaRPr lang="en-IN" sz="1800" dirty="0"/>
                    </a:p>
                  </a:txBody>
                  <a:tcPr marL="57135" marR="57135" marT="28567" marB="28567"/>
                </a:tc>
                <a:tc>
                  <a:txBody>
                    <a:bodyPr/>
                    <a:lstStyle/>
                    <a:p>
                      <a:r>
                        <a:rPr lang="en-US" sz="1800"/>
                        <a:t>HIV</a:t>
                      </a:r>
                      <a:endParaRPr lang="en-IN" sz="1800"/>
                    </a:p>
                  </a:txBody>
                  <a:tcPr marL="57135" marR="57135" marT="28567" marB="28567"/>
                </a:tc>
                <a:extLst>
                  <a:ext uri="{0D108BD9-81ED-4DB2-BD59-A6C34878D82A}">
                    <a16:rowId xmlns:a16="http://schemas.microsoft.com/office/drawing/2014/main" val="238628570"/>
                  </a:ext>
                </a:extLst>
              </a:tr>
              <a:tr h="320950">
                <a:tc>
                  <a:txBody>
                    <a:bodyPr/>
                    <a:lstStyle/>
                    <a:p>
                      <a:r>
                        <a:rPr lang="en-US" sz="1800"/>
                        <a:t>2</a:t>
                      </a:r>
                      <a:endParaRPr lang="en-IN" sz="1800"/>
                    </a:p>
                  </a:txBody>
                  <a:tcPr marL="57135" marR="57135" marT="28567" marB="28567"/>
                </a:tc>
                <a:tc>
                  <a:txBody>
                    <a:bodyPr/>
                    <a:lstStyle/>
                    <a:p>
                      <a:r>
                        <a:rPr lang="en-US" sz="1800"/>
                        <a:t>Syphilis</a:t>
                      </a:r>
                      <a:endParaRPr lang="en-IN" sz="1800"/>
                    </a:p>
                  </a:txBody>
                  <a:tcPr marL="57135" marR="57135" marT="28567" marB="28567"/>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a:t>Syphilis</a:t>
                      </a:r>
                      <a:endParaRPr lang="en-IN" sz="1800"/>
                    </a:p>
                  </a:txBody>
                  <a:tcPr marL="57135" marR="57135" marT="28567" marB="28567"/>
                </a:tc>
                <a:extLst>
                  <a:ext uri="{0D108BD9-81ED-4DB2-BD59-A6C34878D82A}">
                    <a16:rowId xmlns:a16="http://schemas.microsoft.com/office/drawing/2014/main" val="3306526141"/>
                  </a:ext>
                </a:extLst>
              </a:tr>
              <a:tr h="320950">
                <a:tc>
                  <a:txBody>
                    <a:bodyPr/>
                    <a:lstStyle/>
                    <a:p>
                      <a:r>
                        <a:rPr lang="en-US" sz="1800"/>
                        <a:t>3</a:t>
                      </a:r>
                      <a:endParaRPr lang="en-IN" sz="1800"/>
                    </a:p>
                  </a:txBody>
                  <a:tcPr marL="57135" marR="57135" marT="28567" marB="28567"/>
                </a:tc>
                <a:tc>
                  <a:txBody>
                    <a:bodyPr/>
                    <a:lstStyle/>
                    <a:p>
                      <a:r>
                        <a:rPr lang="en-US" sz="1800"/>
                        <a:t>Severe Anemia</a:t>
                      </a:r>
                      <a:endParaRPr lang="en-IN" sz="1800"/>
                    </a:p>
                  </a:txBody>
                  <a:tcPr marL="57135" marR="57135" marT="28567" marB="28567"/>
                </a:tc>
                <a:tc>
                  <a:txBody>
                    <a:bodyPr/>
                    <a:lstStyle/>
                    <a:p>
                      <a:r>
                        <a:rPr lang="en-US" sz="1800"/>
                        <a:t>Hemoglobin less than 7gm%</a:t>
                      </a:r>
                      <a:endParaRPr lang="en-IN" sz="1800"/>
                    </a:p>
                  </a:txBody>
                  <a:tcPr marL="57135" marR="57135" marT="28567" marB="28567"/>
                </a:tc>
                <a:extLst>
                  <a:ext uri="{0D108BD9-81ED-4DB2-BD59-A6C34878D82A}">
                    <a16:rowId xmlns:a16="http://schemas.microsoft.com/office/drawing/2014/main" val="2702044888"/>
                  </a:ext>
                </a:extLst>
              </a:tr>
              <a:tr h="320950">
                <a:tc>
                  <a:txBody>
                    <a:bodyPr/>
                    <a:lstStyle/>
                    <a:p>
                      <a:r>
                        <a:rPr lang="en-US" sz="1800"/>
                        <a:t>4</a:t>
                      </a:r>
                      <a:endParaRPr lang="en-IN" sz="1800"/>
                    </a:p>
                  </a:txBody>
                  <a:tcPr marL="57135" marR="57135" marT="28567" marB="28567"/>
                </a:tc>
                <a:tc>
                  <a:txBody>
                    <a:bodyPr/>
                    <a:lstStyle/>
                    <a:p>
                      <a:r>
                        <a:rPr lang="en-US" sz="1800" dirty="0"/>
                        <a:t>PIH</a:t>
                      </a:r>
                      <a:endParaRPr lang="en-IN" sz="1800" dirty="0"/>
                    </a:p>
                  </a:txBody>
                  <a:tcPr marL="57135" marR="57135" marT="28567" marB="28567"/>
                </a:tc>
                <a:tc>
                  <a:txBody>
                    <a:bodyPr/>
                    <a:lstStyle/>
                    <a:p>
                      <a:r>
                        <a:rPr lang="en-US" sz="1800"/>
                        <a:t>BP &gt;140/90mmhg, Urine albumin </a:t>
                      </a:r>
                      <a:endParaRPr lang="en-IN" sz="1800"/>
                    </a:p>
                  </a:txBody>
                  <a:tcPr marL="57135" marR="57135" marT="28567" marB="28567"/>
                </a:tc>
                <a:extLst>
                  <a:ext uri="{0D108BD9-81ED-4DB2-BD59-A6C34878D82A}">
                    <a16:rowId xmlns:a16="http://schemas.microsoft.com/office/drawing/2014/main" val="3103047970"/>
                  </a:ext>
                </a:extLst>
              </a:tr>
              <a:tr h="320950">
                <a:tc>
                  <a:txBody>
                    <a:bodyPr/>
                    <a:lstStyle/>
                    <a:p>
                      <a:r>
                        <a:rPr lang="en-US" sz="1800"/>
                        <a:t>5</a:t>
                      </a:r>
                      <a:endParaRPr lang="en-IN" sz="1800"/>
                    </a:p>
                  </a:txBody>
                  <a:tcPr marL="57135" marR="57135" marT="28567" marB="28567"/>
                </a:tc>
                <a:tc>
                  <a:txBody>
                    <a:bodyPr/>
                    <a:lstStyle/>
                    <a:p>
                      <a:r>
                        <a:rPr lang="en-US" sz="1800" dirty="0"/>
                        <a:t>GDM</a:t>
                      </a:r>
                      <a:endParaRPr lang="en-IN" sz="1800" dirty="0"/>
                    </a:p>
                  </a:txBody>
                  <a:tcPr marL="57135" marR="57135" marT="28567" marB="28567"/>
                </a:tc>
                <a:tc>
                  <a:txBody>
                    <a:bodyPr/>
                    <a:lstStyle/>
                    <a:p>
                      <a:r>
                        <a:rPr lang="en-US" sz="1800"/>
                        <a:t>Urine sugar, OGTT</a:t>
                      </a:r>
                      <a:endParaRPr lang="en-IN" sz="1800"/>
                    </a:p>
                  </a:txBody>
                  <a:tcPr marL="57135" marR="57135" marT="28567" marB="28567"/>
                </a:tc>
                <a:extLst>
                  <a:ext uri="{0D108BD9-81ED-4DB2-BD59-A6C34878D82A}">
                    <a16:rowId xmlns:a16="http://schemas.microsoft.com/office/drawing/2014/main" val="4113190251"/>
                  </a:ext>
                </a:extLst>
              </a:tr>
              <a:tr h="320950">
                <a:tc>
                  <a:txBody>
                    <a:bodyPr/>
                    <a:lstStyle/>
                    <a:p>
                      <a:r>
                        <a:rPr lang="en-US" sz="1800"/>
                        <a:t>6</a:t>
                      </a:r>
                      <a:endParaRPr lang="en-IN" sz="1800"/>
                    </a:p>
                  </a:txBody>
                  <a:tcPr marL="57135" marR="57135" marT="28567" marB="28567"/>
                </a:tc>
                <a:tc>
                  <a:txBody>
                    <a:bodyPr/>
                    <a:lstStyle/>
                    <a:p>
                      <a:r>
                        <a:rPr lang="en-US" sz="1800"/>
                        <a:t>Hypothyroidism</a:t>
                      </a:r>
                      <a:endParaRPr lang="en-IN" sz="1800"/>
                    </a:p>
                  </a:txBody>
                  <a:tcPr marL="57135" marR="57135" marT="28567" marB="28567"/>
                </a:tc>
                <a:tc>
                  <a:txBody>
                    <a:bodyPr/>
                    <a:lstStyle/>
                    <a:p>
                      <a:r>
                        <a:rPr lang="en-US" sz="1800"/>
                        <a:t>Thyroid problem</a:t>
                      </a:r>
                      <a:endParaRPr lang="en-IN" sz="1800"/>
                    </a:p>
                  </a:txBody>
                  <a:tcPr marL="57135" marR="57135" marT="28567" marB="28567"/>
                </a:tc>
                <a:extLst>
                  <a:ext uri="{0D108BD9-81ED-4DB2-BD59-A6C34878D82A}">
                    <a16:rowId xmlns:a16="http://schemas.microsoft.com/office/drawing/2014/main" val="3770625650"/>
                  </a:ext>
                </a:extLst>
              </a:tr>
              <a:tr h="320950">
                <a:tc>
                  <a:txBody>
                    <a:bodyPr/>
                    <a:lstStyle/>
                    <a:p>
                      <a:r>
                        <a:rPr lang="en-US" sz="1800"/>
                        <a:t>7</a:t>
                      </a:r>
                      <a:endParaRPr lang="en-IN" sz="1800"/>
                    </a:p>
                  </a:txBody>
                  <a:tcPr marL="57135" marR="57135" marT="28567" marB="28567"/>
                </a:tc>
                <a:tc>
                  <a:txBody>
                    <a:bodyPr/>
                    <a:lstStyle/>
                    <a:p>
                      <a:r>
                        <a:rPr lang="en-US" sz="1800" dirty="0"/>
                        <a:t>Tuberculosis</a:t>
                      </a:r>
                      <a:endParaRPr lang="en-IN" sz="1800" dirty="0"/>
                    </a:p>
                  </a:txBody>
                  <a:tcPr marL="57135" marR="57135" marT="28567" marB="28567"/>
                </a:tc>
                <a:tc>
                  <a:txBody>
                    <a:bodyPr/>
                    <a:lstStyle/>
                    <a:p>
                      <a:r>
                        <a:rPr lang="en-US" sz="1800"/>
                        <a:t>H/O TB</a:t>
                      </a:r>
                      <a:endParaRPr lang="en-IN" sz="1800"/>
                    </a:p>
                  </a:txBody>
                  <a:tcPr marL="57135" marR="57135" marT="28567" marB="28567"/>
                </a:tc>
                <a:extLst>
                  <a:ext uri="{0D108BD9-81ED-4DB2-BD59-A6C34878D82A}">
                    <a16:rowId xmlns:a16="http://schemas.microsoft.com/office/drawing/2014/main" val="3206368148"/>
                  </a:ext>
                </a:extLst>
              </a:tr>
              <a:tr h="320950">
                <a:tc>
                  <a:txBody>
                    <a:bodyPr/>
                    <a:lstStyle/>
                    <a:p>
                      <a:r>
                        <a:rPr lang="en-US" sz="1800"/>
                        <a:t>8</a:t>
                      </a:r>
                      <a:endParaRPr lang="en-IN" sz="1800"/>
                    </a:p>
                  </a:txBody>
                  <a:tcPr marL="57135" marR="57135" marT="28567" marB="28567"/>
                </a:tc>
                <a:tc>
                  <a:txBody>
                    <a:bodyPr/>
                    <a:lstStyle/>
                    <a:p>
                      <a:r>
                        <a:rPr lang="en-US" sz="1800"/>
                        <a:t>Malaria</a:t>
                      </a:r>
                      <a:endParaRPr lang="en-IN" sz="1800"/>
                    </a:p>
                  </a:txBody>
                  <a:tcPr marL="57135" marR="57135" marT="28567" marB="28567"/>
                </a:tc>
                <a:tc>
                  <a:txBody>
                    <a:bodyPr/>
                    <a:lstStyle/>
                    <a:p>
                      <a:r>
                        <a:rPr lang="en-US" sz="1800"/>
                        <a:t>Malaria</a:t>
                      </a:r>
                      <a:endParaRPr lang="en-IN" sz="1800"/>
                    </a:p>
                  </a:txBody>
                  <a:tcPr marL="57135" marR="57135" marT="28567" marB="28567"/>
                </a:tc>
                <a:extLst>
                  <a:ext uri="{0D108BD9-81ED-4DB2-BD59-A6C34878D82A}">
                    <a16:rowId xmlns:a16="http://schemas.microsoft.com/office/drawing/2014/main" val="1920582543"/>
                  </a:ext>
                </a:extLst>
              </a:tr>
              <a:tr h="320950">
                <a:tc>
                  <a:txBody>
                    <a:bodyPr/>
                    <a:lstStyle/>
                    <a:p>
                      <a:r>
                        <a:rPr lang="en-US" sz="1800"/>
                        <a:t>9</a:t>
                      </a:r>
                      <a:endParaRPr lang="en-IN" sz="1800"/>
                    </a:p>
                  </a:txBody>
                  <a:tcPr marL="57135" marR="57135" marT="28567" marB="28567"/>
                </a:tc>
                <a:tc>
                  <a:txBody>
                    <a:bodyPr/>
                    <a:lstStyle/>
                    <a:p>
                      <a:r>
                        <a:rPr lang="en-US" sz="1800" dirty="0"/>
                        <a:t>Previous LSCS</a:t>
                      </a:r>
                      <a:endParaRPr lang="en-IN" sz="1800" dirty="0"/>
                    </a:p>
                  </a:txBody>
                  <a:tcPr marL="57135" marR="57135" marT="28567" marB="28567"/>
                </a:tc>
                <a:tc>
                  <a:txBody>
                    <a:bodyPr/>
                    <a:lstStyle/>
                    <a:p>
                      <a:r>
                        <a:rPr lang="en-US" sz="1800"/>
                        <a:t>Previous LSCS</a:t>
                      </a:r>
                      <a:endParaRPr lang="en-IN" sz="1800"/>
                    </a:p>
                  </a:txBody>
                  <a:tcPr marL="57135" marR="57135" marT="28567" marB="28567"/>
                </a:tc>
                <a:extLst>
                  <a:ext uri="{0D108BD9-81ED-4DB2-BD59-A6C34878D82A}">
                    <a16:rowId xmlns:a16="http://schemas.microsoft.com/office/drawing/2014/main" val="1053154931"/>
                  </a:ext>
                </a:extLst>
              </a:tr>
              <a:tr h="320950">
                <a:tc>
                  <a:txBody>
                    <a:bodyPr/>
                    <a:lstStyle/>
                    <a:p>
                      <a:r>
                        <a:rPr lang="en-US" sz="1800"/>
                        <a:t>10</a:t>
                      </a:r>
                      <a:endParaRPr lang="en-IN" sz="1800"/>
                    </a:p>
                  </a:txBody>
                  <a:tcPr marL="57135" marR="57135" marT="28567" marB="28567"/>
                </a:tc>
                <a:tc>
                  <a:txBody>
                    <a:bodyPr/>
                    <a:lstStyle/>
                    <a:p>
                      <a:r>
                        <a:rPr lang="en-US" sz="1800"/>
                        <a:t>Cephalo-Pelvic Disproportion</a:t>
                      </a:r>
                      <a:endParaRPr lang="en-IN" sz="1800"/>
                    </a:p>
                  </a:txBody>
                  <a:tcPr marL="57135" marR="57135" marT="28567" marB="28567"/>
                </a:tc>
                <a:tc>
                  <a:txBody>
                    <a:bodyPr/>
                    <a:lstStyle/>
                    <a:p>
                      <a:endParaRPr lang="en-IN" sz="1800" dirty="0"/>
                    </a:p>
                  </a:txBody>
                  <a:tcPr marL="57135" marR="57135" marT="28567" marB="28567"/>
                </a:tc>
                <a:extLst>
                  <a:ext uri="{0D108BD9-81ED-4DB2-BD59-A6C34878D82A}">
                    <a16:rowId xmlns:a16="http://schemas.microsoft.com/office/drawing/2014/main" val="1667536224"/>
                  </a:ext>
                </a:extLst>
              </a:tr>
              <a:tr h="779758">
                <a:tc>
                  <a:txBody>
                    <a:bodyPr/>
                    <a:lstStyle/>
                    <a:p>
                      <a:r>
                        <a:rPr lang="en-US" sz="1800"/>
                        <a:t>11</a:t>
                      </a:r>
                      <a:endParaRPr lang="en-IN" sz="1800"/>
                    </a:p>
                  </a:txBody>
                  <a:tcPr marL="57135" marR="57135" marT="28567" marB="28567"/>
                </a:tc>
                <a:tc>
                  <a:txBody>
                    <a:bodyPr/>
                    <a:lstStyle/>
                    <a:p>
                      <a:r>
                        <a:rPr lang="en-US" sz="1800"/>
                        <a:t>BOH</a:t>
                      </a:r>
                      <a:endParaRPr lang="en-IN" sz="1800"/>
                    </a:p>
                  </a:txBody>
                  <a:tcPr marL="57135" marR="57135" marT="28567" marB="28567"/>
                </a:tc>
                <a:tc>
                  <a:txBody>
                    <a:bodyPr/>
                    <a:lstStyle/>
                    <a:p>
                      <a:r>
                        <a:rPr lang="en-US" sz="1800" dirty="0"/>
                        <a:t>Prev. LBW, Preterm, IUGR, newborn deaths, Previous H/O APH , H/O PPH, more than 3 abortion, H/O PIH or eclampsia, primary / Secondary infertility, IVF</a:t>
                      </a:r>
                      <a:endParaRPr lang="en-IN" sz="1800" dirty="0"/>
                    </a:p>
                  </a:txBody>
                  <a:tcPr marL="57135" marR="57135" marT="28567" marB="28567"/>
                </a:tc>
                <a:extLst>
                  <a:ext uri="{0D108BD9-81ED-4DB2-BD59-A6C34878D82A}">
                    <a16:rowId xmlns:a16="http://schemas.microsoft.com/office/drawing/2014/main" val="3447993266"/>
                  </a:ext>
                </a:extLst>
              </a:tr>
              <a:tr h="320950">
                <a:tc>
                  <a:txBody>
                    <a:bodyPr/>
                    <a:lstStyle/>
                    <a:p>
                      <a:r>
                        <a:rPr lang="en-US" sz="1800"/>
                        <a:t>12</a:t>
                      </a:r>
                      <a:endParaRPr lang="en-IN" sz="1800"/>
                    </a:p>
                  </a:txBody>
                  <a:tcPr marL="57135" marR="57135" marT="28567" marB="28567"/>
                </a:tc>
                <a:tc>
                  <a:txBody>
                    <a:bodyPr/>
                    <a:lstStyle/>
                    <a:p>
                      <a:r>
                        <a:rPr lang="en-US" sz="1800"/>
                        <a:t>Twins/Multiple Pregnancy</a:t>
                      </a:r>
                      <a:endParaRPr lang="en-IN" sz="1800"/>
                    </a:p>
                  </a:txBody>
                  <a:tcPr marL="57135" marR="57135" marT="28567" marB="28567"/>
                </a:tc>
                <a:tc>
                  <a:txBody>
                    <a:bodyPr/>
                    <a:lstStyle/>
                    <a:p>
                      <a:endParaRPr lang="en-IN" sz="1800" dirty="0"/>
                    </a:p>
                  </a:txBody>
                  <a:tcPr marL="57135" marR="57135" marT="28567" marB="28567"/>
                </a:tc>
                <a:extLst>
                  <a:ext uri="{0D108BD9-81ED-4DB2-BD59-A6C34878D82A}">
                    <a16:rowId xmlns:a16="http://schemas.microsoft.com/office/drawing/2014/main" val="3661872287"/>
                  </a:ext>
                </a:extLst>
              </a:tr>
              <a:tr h="320950">
                <a:tc>
                  <a:txBody>
                    <a:bodyPr/>
                    <a:lstStyle/>
                    <a:p>
                      <a:r>
                        <a:rPr lang="en-US" sz="1800"/>
                        <a:t>13</a:t>
                      </a:r>
                      <a:endParaRPr lang="en-IN" sz="1800"/>
                    </a:p>
                  </a:txBody>
                  <a:tcPr marL="57135" marR="57135" marT="28567" marB="28567"/>
                </a:tc>
                <a:tc>
                  <a:txBody>
                    <a:bodyPr/>
                    <a:lstStyle/>
                    <a:p>
                      <a:r>
                        <a:rPr lang="en-US" sz="1800"/>
                        <a:t>Hepatitis B</a:t>
                      </a:r>
                      <a:endParaRPr lang="en-IN" sz="1800"/>
                    </a:p>
                  </a:txBody>
                  <a:tcPr marL="57135" marR="57135" marT="28567" marB="28567"/>
                </a:tc>
                <a:tc>
                  <a:txBody>
                    <a:bodyPr/>
                    <a:lstStyle/>
                    <a:p>
                      <a:r>
                        <a:rPr lang="en-US" sz="1800" dirty="0"/>
                        <a:t>Hepatitis B</a:t>
                      </a:r>
                      <a:endParaRPr lang="en-IN" sz="1800" dirty="0"/>
                    </a:p>
                  </a:txBody>
                  <a:tcPr marL="57135" marR="57135" marT="28567" marB="28567"/>
                </a:tc>
                <a:extLst>
                  <a:ext uri="{0D108BD9-81ED-4DB2-BD59-A6C34878D82A}">
                    <a16:rowId xmlns:a16="http://schemas.microsoft.com/office/drawing/2014/main" val="928792297"/>
                  </a:ext>
                </a:extLst>
              </a:tr>
            </a:tbl>
          </a:graphicData>
        </a:graphic>
      </p:graphicFrame>
    </p:spTree>
    <p:extLst>
      <p:ext uri="{BB962C8B-B14F-4D97-AF65-F5344CB8AC3E}">
        <p14:creationId xmlns:p14="http://schemas.microsoft.com/office/powerpoint/2010/main" val="1390836446"/>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12539B-A6D2-8AAB-FAD9-0AB62ACD185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CB3FE0D-EF7D-8A84-C279-BA7D503692D1}"/>
              </a:ext>
            </a:extLst>
          </p:cNvPr>
          <p:cNvSpPr txBox="1"/>
          <p:nvPr/>
        </p:nvSpPr>
        <p:spPr>
          <a:xfrm>
            <a:off x="368300" y="228601"/>
            <a:ext cx="11455400" cy="914402"/>
          </a:xfrm>
          <a:prstGeom prst="rect">
            <a:avLst/>
          </a:prstGeom>
        </p:spPr>
        <p:txBody>
          <a:bodyPr vert="horz" lIns="91440" tIns="45720" rIns="91440" bIns="45720" rtlCol="0" anchor="b" anchorCtr="0">
            <a:normAutofit/>
          </a:bodyPr>
          <a:lstStyle/>
          <a:p>
            <a:pPr marL="0" marR="0" lvl="0" indent="0" algn="ctr" defTabSz="914400" rtl="0" eaLnBrk="1" fontAlgn="auto" latinLnBrk="0" hangingPunct="1">
              <a:lnSpc>
                <a:spcPct val="90000"/>
              </a:lnSpc>
              <a:spcBef>
                <a:spcPct val="0"/>
              </a:spcBef>
              <a:spcAft>
                <a:spcPts val="600"/>
              </a:spcAft>
              <a:buClrTx/>
              <a:buSzTx/>
              <a:buFontTx/>
              <a:buNone/>
              <a:tabLst/>
              <a:defRPr/>
            </a:pPr>
            <a:r>
              <a:rPr kumimoji="0" lang="en-US" sz="4400" b="1" i="0" u="none" strike="noStrike" kern="1200" cap="none" spc="0" normalizeH="0" baseline="0" noProof="0" dirty="0">
                <a:ln>
                  <a:noFill/>
                </a:ln>
                <a:solidFill>
                  <a:srgbClr val="A9432B"/>
                </a:solidFill>
                <a:effectLst/>
                <a:uLnTx/>
                <a:uFillTx/>
                <a:latin typeface="Aptos Display" panose="02110004020202020204"/>
                <a:ea typeface="+mn-ea"/>
                <a:cs typeface="+mn-cs"/>
              </a:rPr>
              <a:t>PMSMA and MCP card HRP alignment (2/2)</a:t>
            </a:r>
          </a:p>
        </p:txBody>
      </p:sp>
      <p:graphicFrame>
        <p:nvGraphicFramePr>
          <p:cNvPr id="2" name="Content Placeholder 3">
            <a:extLst>
              <a:ext uri="{FF2B5EF4-FFF2-40B4-BE49-F238E27FC236}">
                <a16:creationId xmlns:a16="http://schemas.microsoft.com/office/drawing/2014/main" id="{F3E2B9A4-4BE2-2624-4BC7-6B7DC11A04F9}"/>
              </a:ext>
            </a:extLst>
          </p:cNvPr>
          <p:cNvGraphicFramePr>
            <a:graphicFrameLocks/>
          </p:cNvGraphicFramePr>
          <p:nvPr/>
        </p:nvGraphicFramePr>
        <p:xfrm>
          <a:off x="368300" y="1143004"/>
          <a:ext cx="11661402" cy="5639168"/>
        </p:xfrm>
        <a:graphic>
          <a:graphicData uri="http://schemas.openxmlformats.org/drawingml/2006/table">
            <a:tbl>
              <a:tblPr firstRow="1" bandRow="1">
                <a:tableStyleId>{5C22544A-7EE6-4342-B048-85BDC9FD1C3A}</a:tableStyleId>
              </a:tblPr>
              <a:tblGrid>
                <a:gridCol w="1080591">
                  <a:extLst>
                    <a:ext uri="{9D8B030D-6E8A-4147-A177-3AD203B41FA5}">
                      <a16:colId xmlns:a16="http://schemas.microsoft.com/office/drawing/2014/main" val="411830209"/>
                    </a:ext>
                  </a:extLst>
                </a:gridCol>
                <a:gridCol w="3049815">
                  <a:extLst>
                    <a:ext uri="{9D8B030D-6E8A-4147-A177-3AD203B41FA5}">
                      <a16:colId xmlns:a16="http://schemas.microsoft.com/office/drawing/2014/main" val="1231635120"/>
                    </a:ext>
                  </a:extLst>
                </a:gridCol>
                <a:gridCol w="7530996">
                  <a:extLst>
                    <a:ext uri="{9D8B030D-6E8A-4147-A177-3AD203B41FA5}">
                      <a16:colId xmlns:a16="http://schemas.microsoft.com/office/drawing/2014/main" val="1278271151"/>
                    </a:ext>
                  </a:extLst>
                </a:gridCol>
              </a:tblGrid>
              <a:tr h="618291">
                <a:tc>
                  <a:txBody>
                    <a:bodyPr/>
                    <a:lstStyle/>
                    <a:p>
                      <a:r>
                        <a:rPr lang="en-US" sz="1800" dirty="0"/>
                        <a:t>S.L. No</a:t>
                      </a:r>
                      <a:endParaRPr lang="en-IN" sz="1800" dirty="0"/>
                    </a:p>
                  </a:txBody>
                  <a:tcPr marL="75056" marR="75056" marT="37528" marB="37528"/>
                </a:tc>
                <a:tc>
                  <a:txBody>
                    <a:bodyPr/>
                    <a:lstStyle/>
                    <a:p>
                      <a:r>
                        <a:rPr lang="en-US" sz="1800"/>
                        <a:t>PMSMA HRP Condition</a:t>
                      </a:r>
                      <a:endParaRPr lang="en-IN" sz="1800"/>
                    </a:p>
                  </a:txBody>
                  <a:tcPr marL="75056" marR="75056" marT="37528" marB="37528"/>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a:t>MCP card HRP  Alignment</a:t>
                      </a:r>
                      <a:endParaRPr lang="en-IN" sz="1800"/>
                    </a:p>
                    <a:p>
                      <a:endParaRPr lang="en-IN" sz="1800"/>
                    </a:p>
                  </a:txBody>
                  <a:tcPr marL="75056" marR="75056" marT="37528" marB="37528"/>
                </a:tc>
                <a:extLst>
                  <a:ext uri="{0D108BD9-81ED-4DB2-BD59-A6C34878D82A}">
                    <a16:rowId xmlns:a16="http://schemas.microsoft.com/office/drawing/2014/main" val="1274663099"/>
                  </a:ext>
                </a:extLst>
              </a:tr>
              <a:tr h="346349">
                <a:tc>
                  <a:txBody>
                    <a:bodyPr/>
                    <a:lstStyle/>
                    <a:p>
                      <a:r>
                        <a:rPr lang="en-US" sz="1800"/>
                        <a:t>14</a:t>
                      </a:r>
                      <a:endParaRPr lang="en-IN" sz="1800"/>
                    </a:p>
                  </a:txBody>
                  <a:tcPr marL="75056" marR="75056" marT="37528" marB="37528"/>
                </a:tc>
                <a:tc>
                  <a:txBody>
                    <a:bodyPr/>
                    <a:lstStyle/>
                    <a:p>
                      <a:r>
                        <a:rPr lang="en-US" sz="1800" dirty="0"/>
                        <a:t>Abnormal FHR</a:t>
                      </a:r>
                      <a:endParaRPr lang="en-IN" sz="1800" dirty="0"/>
                    </a:p>
                  </a:txBody>
                  <a:tcPr marL="75056" marR="75056" marT="37528" marB="37528"/>
                </a:tc>
                <a:tc>
                  <a:txBody>
                    <a:bodyPr/>
                    <a:lstStyle/>
                    <a:p>
                      <a:endParaRPr lang="en-IN" sz="1800"/>
                    </a:p>
                  </a:txBody>
                  <a:tcPr marL="75056" marR="75056" marT="37528" marB="37528"/>
                </a:tc>
                <a:extLst>
                  <a:ext uri="{0D108BD9-81ED-4DB2-BD59-A6C34878D82A}">
                    <a16:rowId xmlns:a16="http://schemas.microsoft.com/office/drawing/2014/main" val="238628570"/>
                  </a:ext>
                </a:extLst>
              </a:tr>
              <a:tr h="346349">
                <a:tc>
                  <a:txBody>
                    <a:bodyPr/>
                    <a:lstStyle/>
                    <a:p>
                      <a:r>
                        <a:rPr lang="en-US" sz="1800"/>
                        <a:t>15</a:t>
                      </a:r>
                      <a:endParaRPr lang="en-IN" sz="1800"/>
                    </a:p>
                  </a:txBody>
                  <a:tcPr marL="75056" marR="75056" marT="37528" marB="37528"/>
                </a:tc>
                <a:tc>
                  <a:txBody>
                    <a:bodyPr/>
                    <a:lstStyle/>
                    <a:p>
                      <a:r>
                        <a:rPr lang="en-US" sz="1800"/>
                        <a:t>Teenage Pregnancy</a:t>
                      </a:r>
                      <a:endParaRPr lang="en-IN" sz="1800"/>
                    </a:p>
                  </a:txBody>
                  <a:tcPr marL="75056" marR="75056" marT="37528" marB="37528"/>
                </a:tc>
                <a:tc>
                  <a:txBody>
                    <a:bodyPr/>
                    <a:lstStyle/>
                    <a:p>
                      <a:r>
                        <a:rPr lang="en-US" sz="1800"/>
                        <a:t>If pregnancy less than 18 years</a:t>
                      </a:r>
                      <a:endParaRPr lang="en-IN" sz="1800"/>
                    </a:p>
                  </a:txBody>
                  <a:tcPr marL="75056" marR="75056" marT="37528" marB="37528"/>
                </a:tc>
                <a:extLst>
                  <a:ext uri="{0D108BD9-81ED-4DB2-BD59-A6C34878D82A}">
                    <a16:rowId xmlns:a16="http://schemas.microsoft.com/office/drawing/2014/main" val="3306526141"/>
                  </a:ext>
                </a:extLst>
              </a:tr>
              <a:tr h="346349">
                <a:tc>
                  <a:txBody>
                    <a:bodyPr/>
                    <a:lstStyle/>
                    <a:p>
                      <a:r>
                        <a:rPr lang="en-US" sz="1800"/>
                        <a:t>16</a:t>
                      </a:r>
                      <a:endParaRPr lang="en-IN" sz="1800"/>
                    </a:p>
                  </a:txBody>
                  <a:tcPr marL="75056" marR="75056" marT="37528" marB="37528"/>
                </a:tc>
                <a:tc>
                  <a:txBody>
                    <a:bodyPr/>
                    <a:lstStyle/>
                    <a:p>
                      <a:r>
                        <a:rPr lang="en-US" sz="1800" dirty="0"/>
                        <a:t>High Fever</a:t>
                      </a:r>
                      <a:endParaRPr lang="en-IN" sz="1800" dirty="0"/>
                    </a:p>
                  </a:txBody>
                  <a:tcPr marL="75056" marR="75056" marT="37528" marB="37528"/>
                </a:tc>
                <a:tc>
                  <a:txBody>
                    <a:bodyPr/>
                    <a:lstStyle/>
                    <a:p>
                      <a:r>
                        <a:rPr lang="en-US" sz="1800"/>
                        <a:t>Fever</a:t>
                      </a:r>
                      <a:endParaRPr lang="en-IN" sz="1800"/>
                    </a:p>
                  </a:txBody>
                  <a:tcPr marL="75056" marR="75056" marT="37528" marB="37528"/>
                </a:tc>
                <a:extLst>
                  <a:ext uri="{0D108BD9-81ED-4DB2-BD59-A6C34878D82A}">
                    <a16:rowId xmlns:a16="http://schemas.microsoft.com/office/drawing/2014/main" val="2702044888"/>
                  </a:ext>
                </a:extLst>
              </a:tr>
              <a:tr h="346349">
                <a:tc>
                  <a:txBody>
                    <a:bodyPr/>
                    <a:lstStyle/>
                    <a:p>
                      <a:r>
                        <a:rPr lang="en-US" sz="1800"/>
                        <a:t>17</a:t>
                      </a:r>
                      <a:endParaRPr lang="en-IN" sz="1800"/>
                    </a:p>
                  </a:txBody>
                  <a:tcPr marL="75056" marR="75056" marT="37528" marB="37528"/>
                </a:tc>
                <a:tc>
                  <a:txBody>
                    <a:bodyPr/>
                    <a:lstStyle/>
                    <a:p>
                      <a:r>
                        <a:rPr lang="en-US" sz="1800"/>
                        <a:t>RTI/STI</a:t>
                      </a:r>
                      <a:endParaRPr lang="en-IN" sz="1800"/>
                    </a:p>
                  </a:txBody>
                  <a:tcPr marL="75056" marR="75056" marT="37528" marB="37528"/>
                </a:tc>
                <a:tc>
                  <a:txBody>
                    <a:bodyPr/>
                    <a:lstStyle/>
                    <a:p>
                      <a:r>
                        <a:rPr lang="en-US" sz="1800"/>
                        <a:t>RTI/STI</a:t>
                      </a:r>
                      <a:endParaRPr lang="en-IN" sz="1800"/>
                    </a:p>
                  </a:txBody>
                  <a:tcPr marL="75056" marR="75056" marT="37528" marB="37528"/>
                </a:tc>
                <a:extLst>
                  <a:ext uri="{0D108BD9-81ED-4DB2-BD59-A6C34878D82A}">
                    <a16:rowId xmlns:a16="http://schemas.microsoft.com/office/drawing/2014/main" val="3103047970"/>
                  </a:ext>
                </a:extLst>
              </a:tr>
              <a:tr h="346349">
                <a:tc>
                  <a:txBody>
                    <a:bodyPr/>
                    <a:lstStyle/>
                    <a:p>
                      <a:r>
                        <a:rPr lang="en-US" sz="1800" dirty="0"/>
                        <a:t>18</a:t>
                      </a:r>
                      <a:endParaRPr lang="en-IN" sz="1800" dirty="0"/>
                    </a:p>
                  </a:txBody>
                  <a:tcPr marL="75056" marR="75056" marT="37528" marB="37528"/>
                </a:tc>
                <a:tc>
                  <a:txBody>
                    <a:bodyPr/>
                    <a:lstStyle/>
                    <a:p>
                      <a:r>
                        <a:rPr lang="en-US" sz="1800"/>
                        <a:t>H/O Still Birth</a:t>
                      </a:r>
                      <a:endParaRPr lang="en-IN" sz="1800"/>
                    </a:p>
                  </a:txBody>
                  <a:tcPr marL="75056" marR="75056" marT="37528" marB="37528"/>
                </a:tc>
                <a:tc>
                  <a:txBody>
                    <a:bodyPr/>
                    <a:lstStyle/>
                    <a:p>
                      <a:r>
                        <a:rPr lang="en-US" sz="1800"/>
                        <a:t>Previous Still birth</a:t>
                      </a:r>
                      <a:endParaRPr lang="en-IN" sz="1800"/>
                    </a:p>
                  </a:txBody>
                  <a:tcPr marL="75056" marR="75056" marT="37528" marB="37528"/>
                </a:tc>
                <a:extLst>
                  <a:ext uri="{0D108BD9-81ED-4DB2-BD59-A6C34878D82A}">
                    <a16:rowId xmlns:a16="http://schemas.microsoft.com/office/drawing/2014/main" val="4113190251"/>
                  </a:ext>
                </a:extLst>
              </a:tr>
              <a:tr h="346349">
                <a:tc>
                  <a:txBody>
                    <a:bodyPr/>
                    <a:lstStyle/>
                    <a:p>
                      <a:r>
                        <a:rPr lang="en-US" sz="1800"/>
                        <a:t>19</a:t>
                      </a:r>
                      <a:endParaRPr lang="en-IN" sz="1800"/>
                    </a:p>
                  </a:txBody>
                  <a:tcPr marL="75056" marR="75056" marT="37528" marB="37528"/>
                </a:tc>
                <a:tc>
                  <a:txBody>
                    <a:bodyPr/>
                    <a:lstStyle/>
                    <a:p>
                      <a:r>
                        <a:rPr lang="en-US" sz="1800"/>
                        <a:t>Congenital Malformation</a:t>
                      </a:r>
                      <a:endParaRPr lang="en-IN" sz="1800"/>
                    </a:p>
                  </a:txBody>
                  <a:tcPr marL="75056" marR="75056" marT="37528" marB="37528"/>
                </a:tc>
                <a:tc>
                  <a:txBody>
                    <a:bodyPr/>
                    <a:lstStyle/>
                    <a:p>
                      <a:endParaRPr lang="en-IN" sz="1800"/>
                    </a:p>
                  </a:txBody>
                  <a:tcPr marL="75056" marR="75056" marT="37528" marB="37528"/>
                </a:tc>
                <a:extLst>
                  <a:ext uri="{0D108BD9-81ED-4DB2-BD59-A6C34878D82A}">
                    <a16:rowId xmlns:a16="http://schemas.microsoft.com/office/drawing/2014/main" val="3770625650"/>
                  </a:ext>
                </a:extLst>
              </a:tr>
              <a:tr h="346349">
                <a:tc>
                  <a:txBody>
                    <a:bodyPr/>
                    <a:lstStyle/>
                    <a:p>
                      <a:r>
                        <a:rPr lang="en-US" sz="1800"/>
                        <a:t>20</a:t>
                      </a:r>
                      <a:endParaRPr lang="en-IN" sz="1800"/>
                    </a:p>
                  </a:txBody>
                  <a:tcPr marL="75056" marR="75056" marT="37528" marB="37528"/>
                </a:tc>
                <a:tc>
                  <a:txBody>
                    <a:bodyPr/>
                    <a:lstStyle/>
                    <a:p>
                      <a:r>
                        <a:rPr lang="en-US" sz="1800"/>
                        <a:t>Negative Blood Group</a:t>
                      </a:r>
                      <a:endParaRPr lang="en-IN" sz="1800"/>
                    </a:p>
                  </a:txBody>
                  <a:tcPr marL="75056" marR="75056" marT="37528" marB="37528"/>
                </a:tc>
                <a:tc>
                  <a:txBody>
                    <a:bodyPr/>
                    <a:lstStyle/>
                    <a:p>
                      <a:r>
                        <a:rPr lang="en-US" sz="1800"/>
                        <a:t>Rh -ve</a:t>
                      </a:r>
                      <a:endParaRPr lang="en-IN" sz="1800"/>
                    </a:p>
                  </a:txBody>
                  <a:tcPr marL="75056" marR="75056" marT="37528" marB="37528"/>
                </a:tc>
                <a:extLst>
                  <a:ext uri="{0D108BD9-81ED-4DB2-BD59-A6C34878D82A}">
                    <a16:rowId xmlns:a16="http://schemas.microsoft.com/office/drawing/2014/main" val="3206368148"/>
                  </a:ext>
                </a:extLst>
              </a:tr>
              <a:tr h="346349">
                <a:tc>
                  <a:txBody>
                    <a:bodyPr/>
                    <a:lstStyle/>
                    <a:p>
                      <a:r>
                        <a:rPr lang="en-US" sz="1800"/>
                        <a:t>21</a:t>
                      </a:r>
                      <a:endParaRPr lang="en-IN" sz="1800"/>
                    </a:p>
                  </a:txBody>
                  <a:tcPr marL="75056" marR="75056" marT="37528" marB="37528"/>
                </a:tc>
                <a:tc>
                  <a:txBody>
                    <a:bodyPr/>
                    <a:lstStyle/>
                    <a:p>
                      <a:r>
                        <a:rPr lang="en-US" sz="1800"/>
                        <a:t>Early primi</a:t>
                      </a:r>
                      <a:endParaRPr lang="en-IN" sz="1800"/>
                    </a:p>
                  </a:txBody>
                  <a:tcPr marL="75056" marR="75056" marT="37528" marB="37528"/>
                </a:tc>
                <a:tc>
                  <a:txBody>
                    <a:bodyPr/>
                    <a:lstStyle/>
                    <a:p>
                      <a:r>
                        <a:rPr lang="en-US" sz="1800"/>
                        <a:t>If pregnancy less than 18 years</a:t>
                      </a:r>
                      <a:endParaRPr lang="en-IN" sz="1800"/>
                    </a:p>
                  </a:txBody>
                  <a:tcPr marL="75056" marR="75056" marT="37528" marB="37528"/>
                </a:tc>
                <a:extLst>
                  <a:ext uri="{0D108BD9-81ED-4DB2-BD59-A6C34878D82A}">
                    <a16:rowId xmlns:a16="http://schemas.microsoft.com/office/drawing/2014/main" val="1920582543"/>
                  </a:ext>
                </a:extLst>
              </a:tr>
              <a:tr h="346349">
                <a:tc>
                  <a:txBody>
                    <a:bodyPr/>
                    <a:lstStyle/>
                    <a:p>
                      <a:r>
                        <a:rPr lang="en-US" sz="1800"/>
                        <a:t>22</a:t>
                      </a:r>
                      <a:endParaRPr lang="en-IN" sz="1800"/>
                    </a:p>
                  </a:txBody>
                  <a:tcPr marL="75056" marR="75056" marT="37528" marB="37528"/>
                </a:tc>
                <a:tc>
                  <a:txBody>
                    <a:bodyPr/>
                    <a:lstStyle/>
                    <a:p>
                      <a:r>
                        <a:rPr lang="en-US" sz="1800"/>
                        <a:t>Elderly Primi</a:t>
                      </a:r>
                      <a:endParaRPr lang="en-IN" sz="1800"/>
                    </a:p>
                  </a:txBody>
                  <a:tcPr marL="75056" marR="75056" marT="37528" marB="37528"/>
                </a:tc>
                <a:tc>
                  <a:txBody>
                    <a:bodyPr/>
                    <a:lstStyle/>
                    <a:p>
                      <a:r>
                        <a:rPr lang="en-US" sz="1800"/>
                        <a:t>If 1</a:t>
                      </a:r>
                      <a:r>
                        <a:rPr lang="en-US" sz="1800" baseline="30000"/>
                        <a:t>st</a:t>
                      </a:r>
                      <a:r>
                        <a:rPr lang="en-US" sz="1800"/>
                        <a:t> pregnancy more than 35 years</a:t>
                      </a:r>
                      <a:endParaRPr lang="en-IN" sz="1800"/>
                    </a:p>
                  </a:txBody>
                  <a:tcPr marL="75056" marR="75056" marT="37528" marB="37528"/>
                </a:tc>
                <a:extLst>
                  <a:ext uri="{0D108BD9-81ED-4DB2-BD59-A6C34878D82A}">
                    <a16:rowId xmlns:a16="http://schemas.microsoft.com/office/drawing/2014/main" val="1053154931"/>
                  </a:ext>
                </a:extLst>
              </a:tr>
              <a:tr h="346349">
                <a:tc>
                  <a:txBody>
                    <a:bodyPr/>
                    <a:lstStyle/>
                    <a:p>
                      <a:r>
                        <a:rPr lang="en-US" sz="1800"/>
                        <a:t>23</a:t>
                      </a:r>
                      <a:endParaRPr lang="en-IN" sz="1800"/>
                    </a:p>
                  </a:txBody>
                  <a:tcPr marL="75056" marR="75056" marT="37528" marB="37528"/>
                </a:tc>
                <a:tc>
                  <a:txBody>
                    <a:bodyPr/>
                    <a:lstStyle/>
                    <a:p>
                      <a:r>
                        <a:rPr lang="en-US" sz="1800"/>
                        <a:t>Grand multipara</a:t>
                      </a:r>
                      <a:endParaRPr lang="en-IN" sz="1800"/>
                    </a:p>
                  </a:txBody>
                  <a:tcPr marL="75056" marR="75056" marT="37528" marB="37528"/>
                </a:tc>
                <a:tc>
                  <a:txBody>
                    <a:bodyPr/>
                    <a:lstStyle/>
                    <a:p>
                      <a:r>
                        <a:rPr lang="en-US" sz="1800"/>
                        <a:t>More than 4 pregnancy</a:t>
                      </a:r>
                      <a:endParaRPr lang="en-IN" sz="1800"/>
                    </a:p>
                  </a:txBody>
                  <a:tcPr marL="75056" marR="75056" marT="37528" marB="37528"/>
                </a:tc>
                <a:extLst>
                  <a:ext uri="{0D108BD9-81ED-4DB2-BD59-A6C34878D82A}">
                    <a16:rowId xmlns:a16="http://schemas.microsoft.com/office/drawing/2014/main" val="1667536224"/>
                  </a:ext>
                </a:extLst>
              </a:tr>
              <a:tr h="346349">
                <a:tc>
                  <a:txBody>
                    <a:bodyPr/>
                    <a:lstStyle/>
                    <a:p>
                      <a:r>
                        <a:rPr lang="en-US" sz="1800"/>
                        <a:t>24</a:t>
                      </a:r>
                      <a:endParaRPr lang="en-IN" sz="1800"/>
                    </a:p>
                  </a:txBody>
                  <a:tcPr marL="75056" marR="75056" marT="37528" marB="37528"/>
                </a:tc>
                <a:tc>
                  <a:txBody>
                    <a:bodyPr/>
                    <a:lstStyle/>
                    <a:p>
                      <a:r>
                        <a:rPr lang="en-US" sz="1800"/>
                        <a:t>Short Stature</a:t>
                      </a:r>
                      <a:endParaRPr lang="en-IN" sz="1800"/>
                    </a:p>
                  </a:txBody>
                  <a:tcPr marL="75056" marR="75056" marT="37528" marB="37528"/>
                </a:tc>
                <a:tc>
                  <a:txBody>
                    <a:bodyPr/>
                    <a:lstStyle/>
                    <a:p>
                      <a:r>
                        <a:rPr lang="en-US" sz="1800"/>
                        <a:t>Height less than 140cms</a:t>
                      </a:r>
                      <a:endParaRPr lang="en-IN" sz="1800"/>
                    </a:p>
                  </a:txBody>
                  <a:tcPr marL="75056" marR="75056" marT="37528" marB="37528"/>
                </a:tc>
                <a:extLst>
                  <a:ext uri="{0D108BD9-81ED-4DB2-BD59-A6C34878D82A}">
                    <a16:rowId xmlns:a16="http://schemas.microsoft.com/office/drawing/2014/main" val="3447993266"/>
                  </a:ext>
                </a:extLst>
              </a:tr>
              <a:tr h="1162177">
                <a:tc>
                  <a:txBody>
                    <a:bodyPr/>
                    <a:lstStyle/>
                    <a:p>
                      <a:r>
                        <a:rPr lang="en-US" sz="1800"/>
                        <a:t>25</a:t>
                      </a:r>
                      <a:endParaRPr lang="en-IN" sz="1800"/>
                    </a:p>
                  </a:txBody>
                  <a:tcPr marL="75056" marR="75056" marT="37528" marB="37528"/>
                </a:tc>
                <a:tc>
                  <a:txBody>
                    <a:bodyPr/>
                    <a:lstStyle/>
                    <a:p>
                      <a:r>
                        <a:rPr lang="en-US" sz="1800"/>
                        <a:t>Others Specify</a:t>
                      </a:r>
                      <a:endParaRPr lang="en-IN" sz="1800"/>
                    </a:p>
                  </a:txBody>
                  <a:tcPr marL="75056" marR="75056" marT="37528" marB="37528"/>
                </a:tc>
                <a:tc>
                  <a:txBody>
                    <a:bodyPr/>
                    <a:lstStyle/>
                    <a:p>
                      <a:r>
                        <a:rPr lang="en-US" sz="1800" dirty="0"/>
                        <a:t>Geographically Hard to reach area, Prev. Surgery involving Uterus, H/O Diabetes, Heart disease, Kidney disease, H/O Leprosy. Any Pregnancy more than 35 years, Thalassemia, SCD, weight less than 40kgs,ASB, inappropriate </a:t>
                      </a:r>
                      <a:r>
                        <a:rPr lang="en-US" sz="1800" dirty="0" err="1"/>
                        <a:t>wt</a:t>
                      </a:r>
                      <a:r>
                        <a:rPr lang="en-US" sz="1800" dirty="0"/>
                        <a:t> gain , MUAC Less than 23cm</a:t>
                      </a:r>
                      <a:endParaRPr lang="en-IN" sz="1800" dirty="0"/>
                    </a:p>
                  </a:txBody>
                  <a:tcPr marL="75056" marR="75056" marT="37528" marB="37528"/>
                </a:tc>
                <a:extLst>
                  <a:ext uri="{0D108BD9-81ED-4DB2-BD59-A6C34878D82A}">
                    <a16:rowId xmlns:a16="http://schemas.microsoft.com/office/drawing/2014/main" val="3661872287"/>
                  </a:ext>
                </a:extLst>
              </a:tr>
            </a:tbl>
          </a:graphicData>
        </a:graphic>
      </p:graphicFrame>
    </p:spTree>
    <p:extLst>
      <p:ext uri="{BB962C8B-B14F-4D97-AF65-F5344CB8AC3E}">
        <p14:creationId xmlns:p14="http://schemas.microsoft.com/office/powerpoint/2010/main" val="1601784078"/>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25563"/>
          </a:xfrm>
        </p:spPr>
        <p:txBody>
          <a:bodyPr anchor="ctr">
            <a:normAutofit fontScale="90000"/>
          </a:bodyPr>
          <a:lstStyle/>
          <a:p>
            <a:pPr algn="ctr">
              <a:spcAft>
                <a:spcPts val="600"/>
              </a:spcAft>
            </a:pPr>
            <a:r>
              <a:rPr lang="en-GB" b="1" dirty="0">
                <a:solidFill>
                  <a:srgbClr val="A9432B"/>
                </a:solidFill>
              </a:rPr>
              <a:t>The expert committee unanimously recommended the following investigation for all ANC cases at the facility level:</a:t>
            </a:r>
            <a:endParaRPr lang="en-US" b="1" dirty="0">
              <a:solidFill>
                <a:srgbClr val="A9432B"/>
              </a:solidFill>
            </a:endParaRPr>
          </a:p>
        </p:txBody>
      </p:sp>
      <p:graphicFrame>
        <p:nvGraphicFramePr>
          <p:cNvPr id="5" name="Content Placeholder 2">
            <a:extLst>
              <a:ext uri="{FF2B5EF4-FFF2-40B4-BE49-F238E27FC236}">
                <a16:creationId xmlns:a16="http://schemas.microsoft.com/office/drawing/2014/main" id="{878A664E-CB39-ED0A-34CB-CFF5C728A08A}"/>
              </a:ext>
            </a:extLst>
          </p:cNvPr>
          <p:cNvGraphicFramePr>
            <a:graphicFrameLocks noGrp="1"/>
          </p:cNvGraphicFramePr>
          <p:nvPr>
            <p:ph idx="1"/>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386351931"/>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25563"/>
          </a:xfrm>
        </p:spPr>
        <p:txBody>
          <a:bodyPr anchor="ctr">
            <a:normAutofit fontScale="90000"/>
          </a:bodyPr>
          <a:lstStyle/>
          <a:p>
            <a:pPr algn="ctr">
              <a:spcAft>
                <a:spcPts val="600"/>
              </a:spcAft>
            </a:pPr>
            <a:r>
              <a:rPr lang="en-GB" sz="4000" b="1" dirty="0">
                <a:solidFill>
                  <a:srgbClr val="A9432B"/>
                </a:solidFill>
              </a:rPr>
              <a:t>Following investigations are recommended for every delivery cases at the time of admission for delivery at facility:</a:t>
            </a:r>
            <a:endParaRPr lang="en-US" sz="4000" b="1" dirty="0">
              <a:solidFill>
                <a:srgbClr val="A9432B"/>
              </a:solidFill>
            </a:endParaRPr>
          </a:p>
        </p:txBody>
      </p:sp>
      <p:graphicFrame>
        <p:nvGraphicFramePr>
          <p:cNvPr id="5" name="Content Placeholder 2">
            <a:extLst>
              <a:ext uri="{FF2B5EF4-FFF2-40B4-BE49-F238E27FC236}">
                <a16:creationId xmlns:a16="http://schemas.microsoft.com/office/drawing/2014/main" id="{50D49E9F-9686-CDE1-A79A-3798D62C782F}"/>
              </a:ext>
            </a:extLst>
          </p:cNvPr>
          <p:cNvGraphicFramePr>
            <a:graphicFrameLocks noGrp="1"/>
          </p:cNvGraphicFramePr>
          <p:nvPr>
            <p:ph idx="1"/>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767637483"/>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8300" y="109849"/>
            <a:ext cx="11455400" cy="838199"/>
          </a:xfrm>
        </p:spPr>
        <p:txBody>
          <a:bodyPr anchor="b">
            <a:normAutofit/>
          </a:bodyPr>
          <a:lstStyle/>
          <a:p>
            <a:r>
              <a:rPr lang="en-GB" b="1"/>
              <a:t>Follow up Tracking for HRP</a:t>
            </a:r>
            <a:endParaRPr lang="en-US" b="1"/>
          </a:p>
        </p:txBody>
      </p:sp>
      <p:graphicFrame>
        <p:nvGraphicFramePr>
          <p:cNvPr id="7" name="Content Placeholder 2">
            <a:extLst>
              <a:ext uri="{FF2B5EF4-FFF2-40B4-BE49-F238E27FC236}">
                <a16:creationId xmlns:a16="http://schemas.microsoft.com/office/drawing/2014/main" id="{AC205A2F-99D4-D2C9-342B-731B62049213}"/>
              </a:ext>
            </a:extLst>
          </p:cNvPr>
          <p:cNvGraphicFramePr>
            <a:graphicFrameLocks noGrp="1"/>
          </p:cNvGraphicFramePr>
          <p:nvPr>
            <p:ph sz="quarter" idx="13"/>
          </p:nvPr>
        </p:nvGraphicFramePr>
        <p:xfrm>
          <a:off x="368300" y="109849"/>
          <a:ext cx="11460480" cy="493776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pSp>
        <p:nvGrpSpPr>
          <p:cNvPr id="4" name="Group 3">
            <a:extLst>
              <a:ext uri="{FF2B5EF4-FFF2-40B4-BE49-F238E27FC236}">
                <a16:creationId xmlns:a16="http://schemas.microsoft.com/office/drawing/2014/main" id="{13AC9F22-1A4E-9E1D-54FA-F71E9107C5D1}"/>
              </a:ext>
            </a:extLst>
          </p:cNvPr>
          <p:cNvGrpSpPr/>
          <p:nvPr/>
        </p:nvGrpSpPr>
        <p:grpSpPr>
          <a:xfrm>
            <a:off x="3103321" y="4075493"/>
            <a:ext cx="5985357" cy="2672658"/>
            <a:chOff x="1617225" y="1071"/>
            <a:chExt cx="8226028" cy="4935616"/>
          </a:xfrm>
        </p:grpSpPr>
        <p:sp>
          <p:nvSpPr>
            <p:cNvPr id="6" name="Rectangle: Rounded Corners 5">
              <a:extLst>
                <a:ext uri="{FF2B5EF4-FFF2-40B4-BE49-F238E27FC236}">
                  <a16:creationId xmlns:a16="http://schemas.microsoft.com/office/drawing/2014/main" id="{5AB3E09B-1FF8-60C6-CE26-713F8DE55DE9}"/>
                </a:ext>
              </a:extLst>
            </p:cNvPr>
            <p:cNvSpPr/>
            <p:nvPr/>
          </p:nvSpPr>
          <p:spPr>
            <a:xfrm>
              <a:off x="1617225" y="1071"/>
              <a:ext cx="8226028" cy="4935616"/>
            </a:xfrm>
            <a:prstGeom prst="roundRect">
              <a:avLst>
                <a:gd name="adj" fmla="val 10000"/>
              </a:avLst>
            </a:prstGeom>
            <a:solidFill>
              <a:schemeClr val="accent5">
                <a:lumMod val="20000"/>
                <a:lumOff val="80000"/>
              </a:schemeClr>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Rounded Corners 4">
              <a:extLst>
                <a:ext uri="{FF2B5EF4-FFF2-40B4-BE49-F238E27FC236}">
                  <a16:creationId xmlns:a16="http://schemas.microsoft.com/office/drawing/2014/main" id="{F8E9A438-67EF-5ED0-FD3E-6EB2D3A3835B}"/>
                </a:ext>
              </a:extLst>
            </p:cNvPr>
            <p:cNvSpPr txBox="1"/>
            <p:nvPr/>
          </p:nvSpPr>
          <p:spPr>
            <a:xfrm>
              <a:off x="1761784" y="145630"/>
              <a:ext cx="7936910" cy="4646498"/>
            </a:xfrm>
            <a:prstGeom prst="rect">
              <a:avLst/>
            </a:prstGeom>
            <a:solidFill>
              <a:schemeClr val="accent5">
                <a:lumMod val="40000"/>
                <a:lumOff val="60000"/>
              </a:schemeClr>
            </a:solidFill>
          </p:spPr>
          <p:style>
            <a:lnRef idx="0">
              <a:scrgbClr r="0" g="0" b="0"/>
            </a:lnRef>
            <a:fillRef idx="0">
              <a:scrgbClr r="0" g="0" b="0"/>
            </a:fillRef>
            <a:effectRef idx="0">
              <a:scrgbClr r="0" g="0" b="0"/>
            </a:effectRef>
            <a:fontRef idx="minor">
              <a:schemeClr val="lt1"/>
            </a:fontRef>
          </p:style>
          <p:txBody>
            <a:bodyPr spcFirstLastPara="0" vert="horz" wrap="square" lIns="247650" tIns="247650" rIns="247650" bIns="247650" numCol="1" spcCol="1270" anchor="ctr" anchorCtr="0">
              <a:noAutofit/>
            </a:bodyPr>
            <a:lstStyle/>
            <a:p>
              <a:pPr marL="0" marR="0" lvl="0" indent="0" algn="ctr" defTabSz="2889250" rtl="0" eaLnBrk="1" fontAlgn="auto" latinLnBrk="0" hangingPunct="1">
                <a:lnSpc>
                  <a:spcPct val="90000"/>
                </a:lnSpc>
                <a:spcBef>
                  <a:spcPct val="0"/>
                </a:spcBef>
                <a:spcAft>
                  <a:spcPct val="3500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Patients must report immediately if any discomfort or danger signs manifest.</a:t>
              </a:r>
            </a:p>
          </p:txBody>
        </p:sp>
      </p:grpSp>
    </p:spTree>
    <p:extLst>
      <p:ext uri="{BB962C8B-B14F-4D97-AF65-F5344CB8AC3E}">
        <p14:creationId xmlns:p14="http://schemas.microsoft.com/office/powerpoint/2010/main" val="1930121965"/>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LIDO_APP_VERSION" val="1.22.3.7802"/>
  <p:tag name="SLIDO_PRESENTATION_ID" val="cea41368-b299-453a-86ac-367c32b5efe9"/>
  <p:tag name="SLIDO_EVENT_UUID" val="fcad33ae-25be-4cda-ad67-3ccd05ff2cd6"/>
  <p:tag name="SLIDO_EVENT_SECTION_UUID" val="e20e75c6-e565-4309-bef2-b02a4dc93b90"/>
</p:tagLst>
</file>

<file path=ppt/theme/_rels/theme7.xml.rels><?xml version='1.0' encoding='UTF-8' standalone='yes'?>
<Relationships xmlns="http://schemas.openxmlformats.org/package/2006/relationships"><Relationship Id="rId1" Type="http://schemas.openxmlformats.org/officeDocument/2006/relationships/image" Target="../media/image15.jpeg"/><Relationship Id="rId2" Type="http://schemas.openxmlformats.org/officeDocument/2006/relationships/image" Target="../media/image16.jpeg"/></Relationships>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AE6F2518-B084-4896-AF52-66CC2144AA2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2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3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6.xml><?xml version="1.0" encoding="utf-8"?>
<a:theme xmlns:a="http://schemas.openxmlformats.org/drawingml/2006/main" name="Jhpiego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7.xml><?xml version="1.0" encoding="utf-8"?>
<a:theme xmlns:a="http://schemas.openxmlformats.org/drawingml/2006/main" name="Organic">
  <a:themeElements>
    <a:clrScheme name="Organic">
      <a:dk1>
        <a:sysClr val="windowText" lastClr="000000"/>
      </a:dk1>
      <a:lt1>
        <a:sysClr val="window" lastClr="FFFFFF"/>
      </a:lt1>
      <a:dk2>
        <a:srgbClr val="212121"/>
      </a:dk2>
      <a:lt2>
        <a:srgbClr val="DADADA"/>
      </a:lt2>
      <a:accent1>
        <a:srgbClr val="83992A"/>
      </a:accent1>
      <a:accent2>
        <a:srgbClr val="3C9770"/>
      </a:accent2>
      <a:accent3>
        <a:srgbClr val="44709D"/>
      </a:accent3>
      <a:accent4>
        <a:srgbClr val="A23C33"/>
      </a:accent4>
      <a:accent5>
        <a:srgbClr val="D97828"/>
      </a:accent5>
      <a:accent6>
        <a:srgbClr val="DEB340"/>
      </a:accent6>
      <a:hlink>
        <a:srgbClr val="A8BF4D"/>
      </a:hlink>
      <a:folHlink>
        <a:srgbClr val="B4CA80"/>
      </a:folHlink>
    </a:clrScheme>
    <a:fontScheme name="Organic">
      <a:maj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aramond" panose="02020404030301010803"/>
        <a:ea typeface=""/>
        <a:cs typeface=""/>
        <a:font script="Jpan" typeface="ＭＳ Ｐ明朝"/>
        <a:font script="Hang" typeface="바탕"/>
        <a:font script="Hans" typeface="方正舒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rganic">
      <a:fillStyleLst>
        <a:solidFill>
          <a:schemeClr val="phClr"/>
        </a:solidFill>
        <a:gradFill rotWithShape="1">
          <a:gsLst>
            <a:gs pos="0">
              <a:schemeClr val="phClr">
                <a:tint val="60000"/>
                <a:lumMod val="110000"/>
              </a:schemeClr>
            </a:gs>
            <a:gs pos="100000">
              <a:schemeClr val="phClr">
                <a:tint val="82000"/>
              </a:schemeClr>
            </a:gs>
          </a:gsLst>
          <a:lin ang="5400000" scaled="0"/>
        </a:gradFill>
        <a:blipFill rotWithShape="1">
          <a:blip xmlns:r="http://schemas.openxmlformats.org/officeDocument/2006/relationships" r:embed="rId1">
            <a:duotone>
              <a:schemeClr val="phClr">
                <a:shade val="74000"/>
                <a:satMod val="130000"/>
                <a:lumMod val="90000"/>
              </a:schemeClr>
              <a:schemeClr val="phClr">
                <a:tint val="94000"/>
                <a:satMod val="120000"/>
                <a:lumMod val="104000"/>
              </a:schemeClr>
            </a:duotone>
          </a:blip>
          <a:tile tx="0" ty="0" sx="100000" sy="100000" flip="none" algn="tl"/>
        </a:blipFill>
      </a:fillStyleLst>
      <a:lnStyleLst>
        <a:ln w="9525" cap="rnd" cmpd="sng" algn="ctr">
          <a:solidFill>
            <a:schemeClr val="ph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38100" dist="25400" dir="5400000" rotWithShape="0">
              <a:srgbClr val="000000">
                <a:alpha val="60000"/>
              </a:srgbClr>
            </a:outerShdw>
          </a:effectLst>
        </a:effectStyle>
      </a:effectStyleLst>
      <a:bgFillStyleLst>
        <a:solidFill>
          <a:schemeClr val="phClr"/>
        </a:solidFill>
        <a:gradFill rotWithShape="1">
          <a:gsLst>
            <a:gs pos="0">
              <a:schemeClr val="phClr">
                <a:tint val="90000"/>
                <a:lumMod val="110000"/>
              </a:schemeClr>
            </a:gs>
            <a:gs pos="100000">
              <a:schemeClr val="phClr">
                <a:shade val="88000"/>
                <a:lumMod val="98000"/>
              </a:schemeClr>
            </a:gs>
          </a:gsLst>
          <a:lin ang="5400000" scaled="0"/>
        </a:gradFill>
        <a:blipFill>
          <a:blip xmlns:r="http://schemas.openxmlformats.org/officeDocument/2006/relationships" r:embed="rId2"/>
          <a:stretch/>
        </a:blipFill>
      </a:bgFillStyleLst>
    </a:fmtScheme>
  </a:themeElements>
  <a:objectDefaults/>
  <a:extraClrSchemeLst/>
  <a:extLst>
    <a:ext uri="{05A4C25C-085E-4340-85A3-A5531E510DB2}">
      <thm15:themeFamily xmlns:thm15="http://schemas.microsoft.com/office/thememl/2012/main" name="Organic" id="{28CDC826-8792-45C0-861B-85EB3ADEDA33}" vid="{7DAC20F1-423D-49E2-BD0B-50532748BAD0}"/>
    </a:ext>
  </a:extLst>
</a:theme>
</file>

<file path=ppt/theme/theme8.xml><?xml version="1.0" encoding="utf-8"?>
<a:theme xmlns:a="http://schemas.openxmlformats.org/drawingml/2006/main" name="5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9.xml><?xml version="1.0" encoding="utf-8"?>
<a:theme xmlns:a="http://schemas.openxmlformats.org/drawingml/2006/main" name="6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10.xml><?xml version="1.0" encoding="utf-8"?>
<a:theme xmlns:a="http://schemas.openxmlformats.org/drawingml/2006/main" name="7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1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1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DB684FDF-ECB5-4D95-AD9B-F7E3763E2B16}">
  <we:reference id="wa200007130" version="1.0.0.1" store="en-US" storeType="OMEX"/>
  <we:alternateReferences>
    <we:reference id="WA200007130" version="1.0.0.1" store="WA200007130"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Office 2013 - 2022 Theme</Template>
  <TotalTime>2370</TotalTime>
  <Words>23516</Words>
  <Application>Microsoft Office PowerPoint</Application>
  <PresentationFormat>Widescreen</PresentationFormat>
  <Paragraphs>4491</Paragraphs>
  <Slides>380</Slides>
  <Notes>89</Notes>
  <HiddenSlides>0</HiddenSlides>
  <MMClips>0</MMClips>
  <ScaleCrop>false</ScaleCrop>
  <HeadingPairs>
    <vt:vector size="4" baseType="variant">
      <vt:variant>
        <vt:lpstr>Theme</vt:lpstr>
      </vt:variant>
      <vt:variant>
        <vt:i4>10</vt:i4>
      </vt:variant>
      <vt:variant>
        <vt:lpstr>Slide Titles</vt:lpstr>
      </vt:variant>
      <vt:variant>
        <vt:i4>380</vt:i4>
      </vt:variant>
    </vt:vector>
  </HeadingPairs>
  <TitlesOfParts>
    <vt:vector size="390" baseType="lpstr">
      <vt:lpstr>Office 2013 - 2022 Theme</vt:lpstr>
      <vt:lpstr>Office Theme</vt:lpstr>
      <vt:lpstr>1_Office Theme</vt:lpstr>
      <vt:lpstr>2_Office Theme</vt:lpstr>
      <vt:lpstr>3_Office Theme</vt:lpstr>
      <vt:lpstr>Jhpiego Theme</vt:lpstr>
      <vt:lpstr>Organic</vt:lpstr>
      <vt:lpstr>5_Office Theme</vt:lpstr>
      <vt:lpstr>6_Office Theme</vt:lpstr>
      <vt:lpstr>7_Office Theme</vt:lpstr>
      <vt:lpstr>DAY : 1 </vt:lpstr>
      <vt:lpstr>Maternal Health</vt:lpstr>
      <vt:lpstr>PowerPoint Presentation</vt:lpstr>
      <vt:lpstr>Importance of diagnosing hypertensive disorders of pregnancy</vt:lpstr>
      <vt:lpstr>Effects of high BP on mother  and child during pregnancy</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Iron deficiency Anemia in Pregnancy </vt:lpstr>
      <vt:lpstr> What is Anaemia ?</vt:lpstr>
      <vt:lpstr>Grades of anaemia in pregnancy </vt:lpstr>
      <vt:lpstr>PowerPoint Presentation</vt:lpstr>
      <vt:lpstr>Symptoms of Severe Anaemia</vt:lpstr>
      <vt:lpstr>Signs of severe Anaemia</vt:lpstr>
      <vt:lpstr>Diagnostic equipment for Anemia</vt:lpstr>
      <vt:lpstr>Methods of diagnosis</vt:lpstr>
      <vt:lpstr>What is FCM </vt:lpstr>
      <vt:lpstr>Indications for FCM </vt:lpstr>
      <vt:lpstr>Contraindications for FCM </vt:lpstr>
      <vt:lpstr>Comparison between Iron Sucrose and FCM …1</vt:lpstr>
      <vt:lpstr>Comparison between Iron Sucrose and FCM …2</vt:lpstr>
      <vt:lpstr>Dose Calculation of FCM </vt:lpstr>
      <vt:lpstr>Administration of FCM </vt:lpstr>
      <vt:lpstr>Precautions for FCM administration </vt:lpstr>
      <vt:lpstr>Management of adverse events following FCM administration</vt:lpstr>
      <vt:lpstr>FOLLOW UP ACTIONS AFTER ADMINISTRATION</vt:lpstr>
      <vt:lpstr>PowerPoint Presentation</vt:lpstr>
      <vt:lpstr>PowerPoint Presentation</vt:lpstr>
      <vt:lpstr>PowerPoint Presentation</vt:lpstr>
      <vt:lpstr>    Effects of GDM on Pregnant Woman and Newborn</vt:lpstr>
      <vt:lpstr>PowerPoint Presentation</vt:lpstr>
      <vt:lpstr>Consideration for GDM Screening</vt:lpstr>
      <vt:lpstr>PowerPoint Presentation</vt:lpstr>
      <vt:lpstr>PowerPoint Presentation</vt:lpstr>
      <vt:lpstr>PowerPoint Presentation</vt:lpstr>
      <vt:lpstr>PowerPoint Presentation</vt:lpstr>
      <vt:lpstr>PowerPoint Presentation</vt:lpstr>
      <vt:lpstr>Medical Nutrition Therapy</vt:lpstr>
      <vt:lpstr>Management of GDM – Physical Exercise (contd.)</vt:lpstr>
      <vt:lpstr>PowerPoint Presentation</vt:lpstr>
      <vt:lpstr>PowerPoint Presentation</vt:lpstr>
      <vt:lpstr>Hypothyroidism and its significance during pregnancy</vt:lpstr>
      <vt:lpstr>Diagnostic equipment for Hypothyroidism</vt:lpstr>
      <vt:lpstr>Adverse effects of untreated hypothyroidism in mother and fetus/newborn</vt:lpstr>
      <vt:lpstr>Magnitude of the problem and target population</vt:lpstr>
      <vt:lpstr>PowerPoint Presentation</vt:lpstr>
      <vt:lpstr>Diagnostic criteria in pregnancy</vt:lpstr>
      <vt:lpstr>PowerPoint Presentation</vt:lpstr>
      <vt:lpstr>PowerPoint Presentation</vt:lpstr>
      <vt:lpstr>PowerPoint Presentation</vt:lpstr>
      <vt:lpstr>Effect of SCD  on Mother and Baby</vt:lpstr>
      <vt:lpstr>High Performance Liquid Chromatography</vt:lpstr>
      <vt:lpstr>PowerPoint Presentation</vt:lpstr>
      <vt:lpstr>Prevention and Management of SCD</vt:lpstr>
      <vt:lpstr>Assessment prior to conception/First visit post conception:</vt:lpstr>
      <vt:lpstr>Management of Sickle cell disease during Antenatal period</vt:lpstr>
      <vt:lpstr>Medications and Monitoring</vt:lpstr>
      <vt:lpstr>Management of Sickle cell disease during Antenatal period</vt:lpstr>
      <vt:lpstr>Management of Sickle cell disease during Antenatal period</vt:lpstr>
      <vt:lpstr>Diagnostic Test of Sickle Cell</vt:lpstr>
      <vt:lpstr>Modalities of screening, treatment and management</vt:lpstr>
      <vt:lpstr>Modalities of screening, treatment and management</vt:lpstr>
      <vt:lpstr>Modalities of screening, treatment and management</vt:lpstr>
      <vt:lpstr>Management of Sickle cell disease in 2nd &amp; 3rd trimester </vt:lpstr>
      <vt:lpstr>PowerPoint Presentation</vt:lpstr>
      <vt:lpstr>Acute Pain Crisis Management</vt:lpstr>
      <vt:lpstr>Mode and timing of delivery</vt:lpstr>
      <vt:lpstr>Roles &amp; Responsibilities of MO/OG</vt:lpstr>
      <vt:lpstr>PowerPoint Presentation</vt:lpstr>
      <vt:lpstr>Preterm birth - A leading cause of neonatal deaths in India</vt:lpstr>
      <vt:lpstr>PowerPoint Presentation</vt:lpstr>
      <vt:lpstr>Recognizing true labor </vt:lpstr>
      <vt:lpstr>Interventions done in mother to prevent neonatal complications:</vt:lpstr>
      <vt:lpstr>Antenatal corticosteroids</vt:lpstr>
      <vt:lpstr>When to give and when not to give ANCS</vt:lpstr>
      <vt:lpstr>PowerPoint Presentation</vt:lpstr>
      <vt:lpstr>Post partum Hemorrhage</vt:lpstr>
      <vt:lpstr>Identification of PPH</vt:lpstr>
      <vt:lpstr>PowerPoint Presentation</vt:lpstr>
      <vt:lpstr>PowerPoint Presentation</vt:lpstr>
      <vt:lpstr>PowerPoint Presentation</vt:lpstr>
      <vt:lpstr>PowerPoint Presentation</vt:lpstr>
      <vt:lpstr>Classification of hypovolemic shock</vt:lpstr>
      <vt:lpstr> Assessment of Blood Loss </vt:lpstr>
      <vt:lpstr>PowerPoint Presentation</vt:lpstr>
      <vt:lpstr>PowerPoint Presentation</vt:lpstr>
      <vt:lpstr>PowerPoint Presentation</vt:lpstr>
      <vt:lpstr>Cause Specific Management: Atonic PPH</vt:lpstr>
      <vt:lpstr>PowerPoint Presentation</vt:lpstr>
      <vt:lpstr>Bimanual Uterine Compression</vt:lpstr>
      <vt:lpstr>Compression of Abdominal Aorta</vt:lpstr>
      <vt:lpstr>Condom Tamponade</vt:lpstr>
      <vt:lpstr>PowerPoint Presentation</vt:lpstr>
      <vt:lpstr>Cause Specific Management: Tears or Trauma</vt:lpstr>
      <vt:lpstr>Key Messages</vt:lpstr>
      <vt:lpstr>PowerPoint Presentation</vt:lpstr>
      <vt:lpstr>PARTOGRAPH – CASE STUDY 1</vt:lpstr>
      <vt:lpstr>PowerPoint Presentation</vt:lpstr>
      <vt:lpstr>PARTOGRAPH – CASE STUDY 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Clinical Picture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Key messages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Importance of Care for Newborn at Birth</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Monitoring of Baby (Delivery Case-sheet)</vt:lpstr>
      <vt:lpstr>PowerPoint Presentation</vt:lpstr>
      <vt:lpstr>PowerPoint Presentation</vt:lpstr>
      <vt:lpstr>PowerPoint Presentation</vt:lpstr>
      <vt:lpstr>RoP IEC</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Take Home Message</vt:lpstr>
      <vt:lpstr>Thermal Control (KMC)</vt:lpstr>
      <vt:lpstr>PowerPoint Presentation</vt:lpstr>
      <vt:lpstr>PowerPoint Presentation</vt:lpstr>
      <vt:lpstr>ASSESSMENT OF TEMPERATURE BY TOUCH</vt:lpstr>
      <vt:lpstr>PowerPoint Presentation</vt:lpstr>
      <vt:lpstr>PowerPoint Presentation</vt:lpstr>
      <vt:lpstr>PowerPoint Presentation</vt:lpstr>
      <vt:lpstr>Wrapping and covering a baby</vt:lpstr>
      <vt:lpstr>PowerPoint Presentation</vt:lpstr>
      <vt:lpstr>PowerPoint Presentation</vt:lpstr>
      <vt:lpstr>PowerPoint Presentation</vt:lpstr>
      <vt:lpstr>Kangaroo positioning</vt:lpstr>
      <vt:lpstr>PowerPoint Presentation</vt:lpstr>
      <vt:lpstr>Monitoring </vt:lpstr>
      <vt:lpstr> Duration of KMC </vt:lpstr>
      <vt:lpstr>PowerPoint Presentation</vt:lpstr>
      <vt:lpstr>PowerPoint Presentation</vt:lpstr>
      <vt:lpstr>PowerPoint Presentation</vt:lpstr>
      <vt:lpstr>PowerPoint Presentation</vt:lpstr>
      <vt:lpstr>Breast Anatomy - Structure</vt:lpstr>
      <vt:lpstr>Oxytocin Reflex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Stabilize prior to transport</vt:lpstr>
      <vt:lpstr>Communication</vt:lpstr>
      <vt:lpstr>TemperatureMaintenance as per warm chain</vt:lpstr>
      <vt:lpstr>PowerPoint Presentation</vt:lpstr>
      <vt:lpstr>PowerPoint Presentation</vt:lpstr>
      <vt:lpstr>Prevention &amp; Management of Hypoxia</vt:lpstr>
      <vt:lpstr>Danger signs of newborn</vt:lpstr>
      <vt:lpstr>PowerPoint Presentation</vt:lpstr>
      <vt:lpstr>Childhood Pneumonia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Childhood Diarrhoea</vt:lpstr>
      <vt:lpstr>PowerPoint Presentation</vt:lpstr>
      <vt:lpstr>PowerPoint Presentation</vt:lpstr>
      <vt:lpstr>PowerPoint Presentation</vt:lpstr>
      <vt:lpstr>PowerPoint Presentation</vt:lpstr>
      <vt:lpstr>PowerPoint Presentation</vt:lpstr>
      <vt:lpstr>Dose of ORS in 4 hours</vt:lpstr>
      <vt:lpstr>PowerPoint Presentation</vt:lpstr>
      <vt:lpstr>When to send child home &amp; Advice</vt:lpstr>
      <vt:lpstr>PowerPoint Presentation</vt:lpstr>
      <vt:lpstr>An Over View Immunization Programme  </vt:lpstr>
      <vt:lpstr>Introduction</vt:lpstr>
      <vt:lpstr>India’s Universal Immunization Programme (UIP)</vt:lpstr>
      <vt:lpstr>Roadmap of Introduction &amp; Expansion of New Vaccines</vt:lpstr>
      <vt:lpstr>Universal Immunization Programme (Scope and Scale in Odisha)</vt:lpstr>
      <vt:lpstr>Aim and objectives of UIP </vt:lpstr>
      <vt:lpstr>Full Immunization trend ( NFHS)</vt:lpstr>
      <vt:lpstr>Concept of Full Immunization Coverage (FIC) Plus</vt:lpstr>
      <vt:lpstr>Immunization programme Component </vt:lpstr>
      <vt:lpstr>VPDs </vt:lpstr>
      <vt:lpstr>PowerPoint Presentation</vt:lpstr>
      <vt:lpstr>Sequence , Site and Route of Vaccination at birth</vt:lpstr>
      <vt:lpstr>Sequence , Site and Route of Vaccination at 6th  Week</vt:lpstr>
      <vt:lpstr>Sequence , Site and Route of Vaccination at 10th  Week</vt:lpstr>
      <vt:lpstr>Sequence , Site and Route of Vaccination at 14th  Week</vt:lpstr>
      <vt:lpstr>Sequence , Site and Route of Vaccination at 9-11th month</vt:lpstr>
      <vt:lpstr>Sequence , Site and Route of Vaccination at 16-23 months</vt:lpstr>
      <vt:lpstr>PowerPoint Presentation</vt:lpstr>
      <vt:lpstr>Syringe and needle position for Vaccination </vt:lpstr>
      <vt:lpstr>PowerPoint Presentation</vt:lpstr>
      <vt:lpstr>Sensitivity of Vaccine to heat, light and freezing  </vt:lpstr>
      <vt:lpstr>PowerPoint Presentation</vt:lpstr>
      <vt:lpstr>PowerPoint Presentation</vt:lpstr>
      <vt:lpstr>Conditioning of Ice Packs</vt:lpstr>
      <vt:lpstr>Vaccine Arrangement at RI session sites </vt:lpstr>
      <vt:lpstr>Adverse event following immunization (AEFI)</vt:lpstr>
      <vt:lpstr>WHO cause specific definition of AEFIs</vt:lpstr>
      <vt:lpstr>Recognition of Anaphylaxis</vt:lpstr>
      <vt:lpstr>Steps for Initial Management of AEFI</vt:lpstr>
      <vt:lpstr>Managing AEFI </vt:lpstr>
      <vt:lpstr>Contents of the Anaphylaxis Kit </vt:lpstr>
      <vt:lpstr>Dose of Adrenaline </vt:lpstr>
      <vt:lpstr>Difference between AEFI Kit and Anaphylaxis kit </vt:lpstr>
      <vt:lpstr> Reporting of AEFIs  </vt:lpstr>
      <vt:lpstr> Immunization Wastes Segregation </vt:lpstr>
      <vt:lpstr>Monitoring and Supervision of RI Programme </vt:lpstr>
      <vt:lpstr>Reporting and recording of RI Programme </vt:lpstr>
      <vt:lpstr>DAY 2 Programs</vt:lpstr>
      <vt:lpstr>PowerPoint Presentation</vt:lpstr>
      <vt:lpstr>PowerPoint Presentation</vt:lpstr>
      <vt:lpstr>PowerPoint Presentation</vt:lpstr>
      <vt:lpstr>Requirements at VHSND/ UHSND site</vt:lpstr>
      <vt:lpstr>PowerPoint Presentation</vt:lpstr>
      <vt:lpstr>MCP card</vt:lpstr>
      <vt:lpstr>“Guidance Note on Optimizing Post-Natal Care”</vt:lpstr>
      <vt:lpstr>Framework to identify the high-risk post-natal mother</vt:lpstr>
      <vt:lpstr>PowerPoint Presentation</vt:lpstr>
      <vt:lpstr>Reporting, Monitoring and Evaluation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HRP condition in MCP card</vt:lpstr>
      <vt:lpstr>PowerPoint Presentation</vt:lpstr>
      <vt:lpstr>HRP Condition to be evaluate in 1st visit</vt:lpstr>
      <vt:lpstr>HRP Condition to be evaluate in every visit/Subsequent visit</vt:lpstr>
      <vt:lpstr>PowerPoint Presentation</vt:lpstr>
      <vt:lpstr>PowerPoint Presentation</vt:lpstr>
      <vt:lpstr>The expert committee unanimously recommended the following investigation for all ANC cases at the facility level:</vt:lpstr>
      <vt:lpstr>Following investigations are recommended for every delivery cases at the time of admission for delivery at facility:</vt:lpstr>
      <vt:lpstr>Follow up Tracking for HRP</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 BPCR – Complication Readiness</vt:lpstr>
      <vt:lpstr>PMSMA &amp; EPMSMA</vt:lpstr>
      <vt:lpstr>Pradhan Mantri Surakshit Matritva Abhiyan (PMSMA)/Extended PMSMA</vt:lpstr>
      <vt:lpstr>PowerPoint Presentation</vt:lpstr>
      <vt:lpstr>Features</vt:lpstr>
      <vt:lpstr>Financial Support</vt:lpstr>
      <vt:lpstr>Non-Negotiable Component</vt:lpstr>
      <vt:lpstr>Flow of Beneficiary</vt:lpstr>
      <vt:lpstr>Roles and responsibility of Health care providers</vt:lpstr>
      <vt:lpstr>List of PMSMA HRP Condition (25)</vt:lpstr>
      <vt:lpstr>Integration of MCP card and PMSMA HRP condition</vt:lpstr>
      <vt:lpstr>Integration of MCP card and PMSMA HRP condition</vt:lpstr>
      <vt:lpstr>AMLAN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Modalities for Oral IFA consumptions for all age groups</vt:lpstr>
      <vt:lpstr>PowerPoint Presentation</vt:lpstr>
      <vt:lpstr>PowerPoint Presentation</vt:lpstr>
      <vt:lpstr>PowerPoint Presentation</vt:lpstr>
      <vt:lpstr>PowerPoint Presentation</vt:lpstr>
      <vt:lpstr>Way Forward</vt:lpstr>
      <vt:lpstr> Home Based Newborn &amp; Young Child Care</vt:lpstr>
      <vt:lpstr>HBNC</vt:lpstr>
      <vt:lpstr>HBYC</vt:lpstr>
      <vt:lpstr>Skill Needed for HBNC</vt:lpstr>
      <vt:lpstr>Skill Needed for HBYC</vt:lpstr>
      <vt:lpstr>Recording</vt:lpstr>
      <vt:lpstr>SUPPLY CHAIN MANGEMENT</vt:lpstr>
      <vt:lpstr>FLOW OF INDENT</vt:lpstr>
      <vt:lpstr>ISSUE OF DRUGS</vt:lpstr>
      <vt:lpstr>INVENTORY MANAGEMENT</vt:lpstr>
      <vt:lpstr>INVENTORY MANAGEMENT</vt:lpstr>
      <vt:lpstr>BASIC PRINCIPLE </vt:lpstr>
      <vt:lpstr>Monthly Indent Calendar</vt:lpstr>
      <vt:lpstr>INVENTORY MANAGEMENT</vt:lpstr>
      <vt:lpstr>INVENTORY MANAGEMENT</vt:lpstr>
      <vt:lpstr>MONTHLY AVERAGE CONSUMPTION Ex- Tab. Pantoprazole 40 mg</vt:lpstr>
      <vt:lpstr>PowerPoint Presentation</vt:lpstr>
      <vt:lpstr>FORECASTING</vt:lpstr>
      <vt:lpstr>FORECASTING</vt:lpstr>
      <vt:lpstr>FORECASTING</vt:lpstr>
      <vt:lpstr>SMART MOVES</vt:lpstr>
      <vt:lpstr>Block Drug &amp; Therapeutics Committee (BDTC)</vt:lpstr>
      <vt:lpstr>ANNUAL PROCUREMENT PLAN</vt:lpstr>
      <vt:lpstr>STEPS INVOLVED IN PREPARATION OF AAP</vt:lpstr>
      <vt:lpstr>PowerPoint Presentation</vt:lpstr>
      <vt:lpstr>How to Rationalise Indents</vt:lpstr>
      <vt:lpstr>Role &amp; Responsibilities of  MO I/C</vt:lpstr>
      <vt:lpstr>Role &amp; Responsibilities of  Pharmacy Officer</vt:lpstr>
      <vt:lpstr> Instrument Processing </vt:lpstr>
      <vt:lpstr>PowerPoint Presentation</vt:lpstr>
      <vt:lpstr>PowerPoint Presentation</vt:lpstr>
      <vt:lpstr>Hypochlorite solution available concentration and dilution</vt:lpstr>
      <vt:lpstr>High Level disinfection/ Chemical sterilization</vt:lpstr>
      <vt:lpstr>PowerPoint Presentation</vt:lpstr>
      <vt:lpstr>PowerPoint Presentation</vt:lpstr>
      <vt:lpstr>Test Details As per Notification</vt:lpstr>
      <vt:lpstr>List of tests as per Type facility including</vt:lpstr>
      <vt:lpstr>List of tests as per Type facility including</vt:lpstr>
      <vt:lpstr>List of tests as per Type facility including</vt:lpstr>
      <vt:lpstr>List of tests as per Type facility including</vt:lpstr>
      <vt:lpstr>PowerPoint Presentation</vt:lpstr>
      <vt:lpstr>PowerPoint Presentation</vt:lpstr>
      <vt:lpstr>PowerPoint Presentation</vt:lpstr>
      <vt:lpstr>PowerPoint Presentation</vt:lpstr>
      <vt:lpstr>MDR Process</vt:lpstr>
      <vt:lpstr>CDR Process</vt:lpstr>
      <vt:lpstr>PowerPoint Presentation</vt:lpstr>
      <vt:lpstr>PowerPoint Presentation</vt:lpstr>
      <vt:lpstr>PowerPoint Presentation</vt:lpstr>
      <vt:lpstr>Dummy Data for group work </vt:lpstr>
      <vt:lpstr>Answer key </vt:lpstr>
      <vt:lpstr>Reporting &amp; Review</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Maternal Health</dc:title>
  <dc:creator>Nilophor; Rudra Das</dc:creator>
  <cp:lastModifiedBy>sibasish swain</cp:lastModifiedBy>
  <cp:revision>77</cp:revision>
  <cp:lastPrinted>2026-06-06T05:30:39Z</cp:lastPrinted>
  <dcterms:created xsi:type="dcterms:W3CDTF">2026-06-03T10:15:04Z</dcterms:created>
  <dcterms:modified xsi:type="dcterms:W3CDTF">2026-08-22T11:46:46Z</dcterms:modified>
</cp:coreProperties>
</file>