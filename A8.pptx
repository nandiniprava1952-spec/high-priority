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A8: Partograph &amp; Prolonged Labour (Case-Based)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Topic 8</a:t>
            </a:r>
          </a:p>
          <a:p>
            <a:r>
              <a:t>- Radha (wife of Gangaram), 26 years of age, third gravida, was admitted at 5:00 am on 10 June 2026 with the complaint of labour pains since 2:00 am. Her membranes had ruptured at 4:00 am. She has two children of the ages of 5 and 2 years. On admission, her cervix was 2 cm dilated.</a:t>
            </a:r>
          </a:p>
          <a:p>
            <a:r>
              <a:t>- Plot the following findings on the partograph:</a:t>
            </a:r>
          </a:p>
          <a:p>
            <a:r>
              <a:t>- At 09:00 am:	• The cervix is dilated 5 cm.</a:t>
            </a:r>
          </a:p>
          <a:p>
            <a:r>
              <a:t>- • She had 2 contractions in 10 minutes, each lasting &lt;20 seconds.</a:t>
            </a:r>
          </a:p>
          <a:p>
            <a:r>
              <a:t>- • The FHR is 120 beats per minute.</a:t>
            </a:r>
          </a:p>
          <a:p>
            <a:r>
              <a:t>- • The membranes have ruptured and the amniotic fluid is clear.</a:t>
            </a:r>
          </a:p>
          <a:p>
            <a:r>
              <a:t>- • Her BP is 120/70 mmHg.</a:t>
            </a:r>
          </a:p>
          <a:p>
            <a:r>
              <a:t>- • Her temperature is 36.8°C.</a:t>
            </a:r>
          </a:p>
          <a:p>
            <a:r>
              <a:t>- • Her pulse is 80 per minute.</a:t>
            </a:r>
          </a:p>
          <a:p>
            <a:r>
              <a:t>- 9:30 am: 	FHR 120, contractions 2/10 each &lt;20 seconds, pulse 80/minute, amniotic fluid clear</a:t>
            </a:r>
          </a:p>
          <a:p>
            <a:r>
              <a:t>- 10:00 am:    	FHR 136, contractions 2/10 each &lt;20 seconds, pulse 80/minute, amniotic fluid clear</a:t>
            </a:r>
          </a:p>
          <a:p>
            <a:r>
              <a:t>- 10:30 am: 	FHR 140, contractions 2/10 each &lt;20 seconds, pulse 88/minute, amniotic fluid clear</a:t>
            </a:r>
          </a:p>
          <a:p>
            <a:r>
              <a:t>- 11:00 am: 	FHR 130, contractions 2/10 each &lt;20 seconds, pulse 88/minute, amniotic fluid clear</a:t>
            </a:r>
          </a:p>
          <a:p>
            <a:r>
              <a:t>- 11:30 am: 	FHR 136, contractions 2/10 each &lt;20 seconds, pulse 84/minute, amniotic fluid clear</a:t>
            </a:r>
          </a:p>
          <a:p>
            <a:r>
              <a:t>- 12:00 noon:	FHR 140, contractions 2/10 each &lt;20 seconds, pulse 88/minute, amniotic fluid clear</a:t>
            </a:r>
          </a:p>
          <a:p>
            <a:r>
              <a:t>- 12:30 pm: 	FHR 130, contractions 2/10 each &lt;20 seconds, pulse 88/minute, amniotic fluid clear</a:t>
            </a:r>
          </a:p>
          <a:p>
            <a:r>
              <a:t>- 1:00 pm:  	FHR 140, contractions 2/10 each &lt;20 seconds, pulse 90/minute, temp. 37°C, BP 100/70 , amniotic fluid clear</a:t>
            </a:r>
          </a:p>
          <a:p>
            <a:r>
              <a:t>- At 1:00 pm:</a:t>
            </a:r>
          </a:p>
          <a:p>
            <a:r>
              <a:t>- • Cervix dilatation 6 cm</a:t>
            </a:r>
          </a:p>
          <a:p>
            <a:r>
              <a:t>- • Amniotic fluid clear  and  BP 100/70 mmHg</a:t>
            </a:r>
          </a:p>
          <a:p>
            <a:r>
              <a:t>- PARTOGRAPH – CASE STUDY 1</a:t>
            </a:r>
          </a:p>
          <a:p>
            <a:r>
              <a:t>- Radha</a:t>
            </a:r>
          </a:p>
          <a:p>
            <a:r>
              <a:t>- Gangaram</a:t>
            </a:r>
          </a:p>
          <a:p>
            <a:r>
              <a:t>- 26 Years</a:t>
            </a:r>
          </a:p>
          <a:p/>
          <a:p>
            <a:r>
              <a:t>Facilitator reminder: cross-check this section against the training checklist (module_A / grp_A8)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8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Partograph &amp; Prolonged Labour (Case-Based)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