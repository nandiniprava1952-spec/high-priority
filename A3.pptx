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A3: Gestational Diabetes Mellitus (GDM)</a:t>
            </a:r>
          </a:p>
          <a:p>
            <a:r>
              <a:t>Module: Day 1 – Maternal Health</a:t>
            </a:r>
          </a:p>
          <a:p/>
          <a:p>
            <a:r>
              <a:t>Key content covered in source deck:</a:t>
            </a:r>
          </a:p>
          <a:p>
            <a:r>
              <a:t>- Topic 3</a:t>
            </a:r>
          </a:p>
          <a:p>
            <a:r>
              <a:t>- Introduction</a:t>
            </a:r>
          </a:p>
          <a:p>
            <a:r>
              <a:t>- Effects of GDM on Pregnant Woman and Newborn</a:t>
            </a:r>
          </a:p>
          <a:p>
            <a:r>
              <a:t>- Consideration for GDM Screening</a:t>
            </a:r>
          </a:p>
          <a:p>
            <a:r>
              <a:t>- Single step testing using 75 gm oral glucose &amp; measuring blood sugar 2 hours after ingestion.</a:t>
            </a:r>
          </a:p>
          <a:p>
            <a:r>
              <a:t>- 75 gm glucose is to be given orally after dissolving in approximately 300 ml water whether the pregnant women comes in fasting or non-fasting state, irrespective of the last meal.</a:t>
            </a:r>
          </a:p>
          <a:p>
            <a:r>
              <a:t>- The intake of the solution has to be completed within 5-10 minutes.</a:t>
            </a:r>
          </a:p>
          <a:p>
            <a:r>
              <a:t>- If vomiting occurs within 30 minutes of oral glucose intake, the test has to be repeated the next day, or else refer to a facility. If vomiting occurs after 30 minutes, the test continues.</a:t>
            </a:r>
          </a:p>
          <a:p>
            <a:r>
              <a:t>- Manage as HRP ANC</a:t>
            </a:r>
          </a:p>
          <a:p>
            <a:r>
              <a:t>- Management of GDM Flow Chart</a:t>
            </a:r>
          </a:p>
          <a:p>
            <a:r>
              <a:t>- Controlled blood sugar</a:t>
            </a:r>
          </a:p>
          <a:p>
            <a:r>
              <a:t>- Uncontrolled blood sugar</a:t>
            </a:r>
          </a:p>
          <a:p>
            <a:r>
              <a:t>- Aim should be to maintain FBS less than 95 mg/dl and PPBS less than 120 mg/dl</a:t>
            </a:r>
          </a:p>
          <a:p>
            <a:r>
              <a:t>- Insulin is the first drug of choice any time during pregnancy and Metformin (stat 500mg twice daily, maximum upto 2 gm) can be considered after 20 weeks of gestation for medical management of GDM.</a:t>
            </a:r>
          </a:p>
          <a:p>
            <a:r>
              <a:t>- 1. Hypoglycaemia and weight gain with metformin are less in comparison to Insulin.</a:t>
            </a:r>
          </a:p>
          <a:p>
            <a:r>
              <a:t>- 2. If Insulin is required in high doses, metformin may be added to the treatment.</a:t>
            </a:r>
          </a:p>
          <a:p>
            <a:r>
              <a:t>- Choice of drugs for GDM management</a:t>
            </a:r>
          </a:p>
          <a:p>
            <a:r>
              <a:t>- At CHC/DH/MC, a Specialist/Gynaecologist/ Physician/MO can start metformin or insulin.</a:t>
            </a:r>
          </a:p>
          <a:p>
            <a:r>
              <a:t>- Recording</a:t>
            </a:r>
          </a:p>
          <a:p>
            <a:r>
              <a:t>- MCP Card</a:t>
            </a:r>
          </a:p>
          <a:p>
            <a:r>
              <a:t>- Single visit approach should be used for GDM diagnosis and MNT counseling- all pregnant women with GDM should receive MNT counseling on the day of diagnosis.</a:t>
            </a:r>
          </a:p>
          <a:p>
            <a:r>
              <a:t>- The meal pattern should provide adequate calories and nutrients to the woman and the baby in the womb to meet the needs of the pregnancy</a:t>
            </a:r>
          </a:p>
          <a:p>
            <a:r>
              <a:t>- The meal plan should be individualized and such that prevents excess weight gain and post-prandial hyperglycemia</a:t>
            </a:r>
          </a:p>
          <a:p>
            <a:r>
              <a:t>- Management of GDM-Medical Nutrition</a:t>
            </a:r>
            <a:br/>
            <a:r>
              <a:t> Therapy (MNT)</a:t>
            </a:r>
          </a:p>
          <a:p>
            <a:r>
              <a:t>- Energy required for foetal growth</a:t>
            </a:r>
          </a:p>
          <a:p/>
          <a:p>
            <a:r>
              <a:t>Facilitator reminder: cross-check this section against the training checklist (module_A / grp_A3) in the KoboToolBox facilitation 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3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1325880"/>
            <a:ext cx="4206240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00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</a:defRPr>
            </a:pPr>
            <a:r>
              <a:t>DAY 1 – MATERNAL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E0E0E0"/>
                </a:solidFill>
                <a:latin typeface="Arial"/>
              </a:defRPr>
            </a:pPr>
            <a:r>
              <a:t>Section A3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6675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mbria"/>
              </a:defRPr>
            </a:pPr>
            <a:r>
              <a:t>Gestational Diabetes Mellitus (GDM)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CCCCC"/>
                </a:solidFill>
                <a:latin typeface="Arial"/>
              </a:defRPr>
            </a:pPr>
            <a:r>
              <a:t>Maternal &amp; Child Health Presentation – Facilitator Kit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