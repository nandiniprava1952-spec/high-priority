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authors.xml" ContentType="application/vnd.ms-powerpoint.authors+xml"/>
  <Override PartName="/ppt/diagrams/colors7.xml" ContentType="application/vnd.openxmlformats-officedocument.drawingml.diagramColors+xml"/>
  <Override PartName="/ppt/diagrams/data7.xml" ContentType="application/vnd.openxmlformats-officedocument.drawingml.diagramData+xml"/>
  <Override PartName="/ppt/diagrams/drawing7.xml" ContentType="application/vnd.ms-office.drawingml.diagramDrawing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slideLayouts/slideLayout122.xml" ContentType="application/vnd.openxmlformats-officedocument.presentationml.slideLayout+xml"/>
  <Override PartName="/ppt/slideLayouts/slideLayout123.xml" ContentType="application/vnd.openxmlformats-officedocument.presentationml.slideLayout+xml"/>
  <Override PartName="/ppt/slideLayouts/slideLayout124.xml" ContentType="application/vnd.openxmlformats-officedocument.presentationml.slideLayout+xml"/>
  <Override PartName="/ppt/slideLayouts/slideLayout125.xml" ContentType="application/vnd.openxmlformats-officedocument.presentationml.slideLayout+xml"/>
  <Override PartName="/ppt/slideLayouts/slideLayout126.xml" ContentType="application/vnd.openxmlformats-officedocument.presentationml.slideLayout+xml"/>
  <Override PartName="/ppt/slideLayouts/slideLayout127.xml" ContentType="application/vnd.openxmlformats-officedocument.presentationml.slideLayout+xml"/>
  <Override PartName="/ppt/slideLayouts/slideLayout128.xml" ContentType="application/vnd.openxmlformats-officedocument.presentationml.slideLayout+xml"/>
  <Override PartName="/ppt/slideLayouts/slideLayout129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30.xml" ContentType="application/vnd.openxmlformats-officedocument.presentationml.slideLayout+xml"/>
  <Override PartName="/ppt/slideLayouts/slideLayout131.xml" ContentType="application/vnd.openxmlformats-officedocument.presentationml.slideLayout+xml"/>
  <Override PartName="/ppt/slideLayouts/slideLayout132.xml" ContentType="application/vnd.openxmlformats-officedocument.presentationml.slideLayout+xml"/>
  <Override PartName="/ppt/slideLayouts/slideLayout133.xml" ContentType="application/vnd.openxmlformats-officedocument.presentationml.slideLayout+xml"/>
  <Override PartName="/ppt/slideLayouts/slideLayout134.xml" ContentType="application/vnd.openxmlformats-officedocument.presentationml.slideLayout+xml"/>
  <Override PartName="/ppt/slideLayouts/slideLayout13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10.xml" ContentType="application/vnd.openxmlformats-officedocument.theme+xml"/>
  <Override PartName="/ppt/theme/theme11.xml" ContentType="application/vnd.openxmlformats-officedocument.theme+xml"/>
  <Override PartName="/ppt/theme/theme12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9" r:id="rId1"/>
    <p:sldMasterId id="2147483717" r:id="rId2"/>
    <p:sldMasterId id="2147483729" r:id="rId3"/>
    <p:sldMasterId id="2147483745" r:id="rId4"/>
    <p:sldMasterId id="2147483748" r:id="rId5"/>
    <p:sldMasterId id="2147483766" r:id="rId6"/>
    <p:sldMasterId id="2147483790" r:id="rId7"/>
    <p:sldMasterId id="2147483808" r:id="rId8"/>
    <p:sldMasterId id="2147483821" r:id="rId9"/>
    <p:sldMasterId id="2147483833" r:id="rId10"/>
  </p:sldMasterIdLst>
  <p:notesMasterIdLst>
    <p:notesMasterId r:id="rId391"/>
  </p:notesMasterIdLst>
  <p:handoutMasterIdLst>
    <p:handoutMasterId r:id="rId392"/>
  </p:handoutMasterIdLst>
  <p:sldIdLst>
    <p:sldId id="2147470718" r:id="rId42"/>
    <p:sldId id="444" r:id="rId43"/>
    <p:sldId id="2147470660" r:id="rId44"/>
    <p:sldId id="2147470681" r:id="rId45"/>
    <p:sldId id="448" r:id="rId46"/>
    <p:sldId id="2147470661" r:id="rId47"/>
    <p:sldId id="432" r:id="rId48"/>
    <p:sldId id="2147470662" r:id="rId49"/>
    <p:sldId id="421" r:id="rId50"/>
    <p:sldId id="425" r:id="rId51"/>
    <p:sldId id="428" r:id="rId52"/>
    <p:sldId id="430" r:id="rId53"/>
    <p:sldId id="431" r:id="rId54"/>
  </p:sldIdLst>
  <p:sldSz cx="12192000" cy="6858000"/>
  <p:notesSz cx="7104063" cy="10234613"/>
  <p:custDataLst>
    <p:tags r:id="rId393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97807B35-6682-E863-7CDC-BAFFABE6384C}" name="Dande Venkata Sireesha" initials="DS" userId="S::dsireesha@jhpiego.org::38427968-4704-4b19-87c8-b85b3f92401e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CCCC"/>
    <a:srgbClr val="EA2E52"/>
    <a:srgbClr val="EC848E"/>
    <a:srgbClr val="F3F3F3"/>
    <a:srgbClr val="EAD5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8FD4443E-F989-4FC4-A0C8-D5A2AF1F390B}" styleName="Dark Style 1 – Accent 5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wholeTbl>
    <a:band1H>
      <a:tcStyle>
        <a:tcBdr/>
        <a:fill>
          <a:solidFill>
            <a:schemeClr val="accent5">
              <a:shade val="60000"/>
            </a:schemeClr>
          </a:solidFill>
        </a:fill>
      </a:tcStyle>
    </a:band1H>
    <a:band1V>
      <a:tcStyle>
        <a:tcBdr/>
        <a:fill>
          <a:solidFill>
            <a:schemeClr val="accent5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5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5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5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086"/>
    <p:restoredTop sz="94656"/>
  </p:normalViewPr>
  <p:slideViewPr>
    <p:cSldViewPr snapToGrid="0">
      <p:cViewPr varScale="1">
        <p:scale>
          <a:sx n="59" d="100"/>
          <a:sy n="59" d="100"/>
        </p:scale>
        <p:origin x="996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Master" Target="slideMasters/slideMaster3.xml"/><Relationship Id="rId4" Type="http://schemas.openxmlformats.org/officeDocument/2006/relationships/slideMaster" Target="slideMasters/slideMaster4.xml"/><Relationship Id="rId5" Type="http://schemas.openxmlformats.org/officeDocument/2006/relationships/slideMaster" Target="slideMasters/slideMaster5.xml"/><Relationship Id="rId6" Type="http://schemas.openxmlformats.org/officeDocument/2006/relationships/slideMaster" Target="slideMasters/slideMaster6.xml"/><Relationship Id="rId7" Type="http://schemas.openxmlformats.org/officeDocument/2006/relationships/slideMaster" Target="slideMasters/slideMaster7.xml"/><Relationship Id="rId8" Type="http://schemas.openxmlformats.org/officeDocument/2006/relationships/slideMaster" Target="slideMasters/slideMaster8.xml"/><Relationship Id="rId9" Type="http://schemas.openxmlformats.org/officeDocument/2006/relationships/slideMaster" Target="slideMasters/slideMaster9.xml"/><Relationship Id="rId10" Type="http://schemas.openxmlformats.org/officeDocument/2006/relationships/slideMaster" Target="slideMasters/slideMaster10.xml"/><Relationship Id="rId42" Type="http://schemas.openxmlformats.org/officeDocument/2006/relationships/slide" Target="slides/slide32.xml"/><Relationship Id="rId43" Type="http://schemas.openxmlformats.org/officeDocument/2006/relationships/slide" Target="slides/slide33.xml"/><Relationship Id="rId44" Type="http://schemas.openxmlformats.org/officeDocument/2006/relationships/slide" Target="slides/slide34.xml"/><Relationship Id="rId45" Type="http://schemas.openxmlformats.org/officeDocument/2006/relationships/slide" Target="slides/slide35.xml"/><Relationship Id="rId46" Type="http://schemas.openxmlformats.org/officeDocument/2006/relationships/slide" Target="slides/slide36.xml"/><Relationship Id="rId47" Type="http://schemas.openxmlformats.org/officeDocument/2006/relationships/slide" Target="slides/slide37.xml"/><Relationship Id="rId48" Type="http://schemas.openxmlformats.org/officeDocument/2006/relationships/slide" Target="slides/slide38.xml"/><Relationship Id="rId49" Type="http://schemas.openxmlformats.org/officeDocument/2006/relationships/slide" Target="slides/slide39.xml"/><Relationship Id="rId50" Type="http://schemas.openxmlformats.org/officeDocument/2006/relationships/slide" Target="slides/slide40.xml"/><Relationship Id="rId51" Type="http://schemas.openxmlformats.org/officeDocument/2006/relationships/slide" Target="slides/slide41.xml"/><Relationship Id="rId52" Type="http://schemas.openxmlformats.org/officeDocument/2006/relationships/slide" Target="slides/slide42.xml"/><Relationship Id="rId53" Type="http://schemas.openxmlformats.org/officeDocument/2006/relationships/slide" Target="slides/slide43.xml"/><Relationship Id="rId54" Type="http://schemas.openxmlformats.org/officeDocument/2006/relationships/slide" Target="slides/slide44.xml"/><Relationship Id="rId391" Type="http://schemas.openxmlformats.org/officeDocument/2006/relationships/notesMaster" Target="notesMasters/notesMaster1.xml"/><Relationship Id="rId392" Type="http://schemas.openxmlformats.org/officeDocument/2006/relationships/handoutMaster" Target="handoutMasters/handoutMaster1.xml"/><Relationship Id="rId393" Type="http://schemas.openxmlformats.org/officeDocument/2006/relationships/tags" Target="tags/tag1.xml"/><Relationship Id="rId394" Type="http://schemas.openxmlformats.org/officeDocument/2006/relationships/presProps" Target="presProps.xml"/><Relationship Id="rId395" Type="http://schemas.openxmlformats.org/officeDocument/2006/relationships/viewProps" Target="viewProps.xml"/><Relationship Id="rId396" Type="http://schemas.openxmlformats.org/officeDocument/2006/relationships/theme" Target="theme/theme1.xml"/><Relationship Id="rId397" Type="http://schemas.openxmlformats.org/officeDocument/2006/relationships/tableStyles" Target="tableStyles.xml"/><Relationship Id="rId398" Type="http://schemas.microsoft.com/office/2018/10/relationships/authors" Target="authors.xml"/></Relationships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7.xml><?xml version="1.0" encoding="utf-8"?>
<dgm:dataModel xmlns:dgm="http://schemas.openxmlformats.org/drawingml/2006/diagram" xmlns:a="http://schemas.openxmlformats.org/drawingml/2006/main">
  <dgm:ptLst>
    <dgm:pt modelId="{27B69A0B-D4FE-4AD0-8A8A-32356933B934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9B7B3806-6213-4C64-AB0F-84330BBC8C1A}">
      <dgm:prSet/>
      <dgm:spPr/>
      <dgm:t>
        <a:bodyPr/>
        <a:lstStyle/>
        <a:p>
          <a:r>
            <a:rPr lang="en-US" b="1"/>
            <a:t>Impaired Glucose Tolerance (IGT) with onset or first recognition  during pregnancy.</a:t>
          </a:r>
          <a:endParaRPr lang="en-US"/>
        </a:p>
      </dgm:t>
    </dgm:pt>
    <dgm:pt modelId="{D23518D4-889F-4680-B972-58563FA2E18D}" type="parTrans" cxnId="{AB8DAE20-1326-4736-A554-D12F9A19CD8B}">
      <dgm:prSet/>
      <dgm:spPr/>
      <dgm:t>
        <a:bodyPr/>
        <a:lstStyle/>
        <a:p>
          <a:endParaRPr lang="en-US"/>
        </a:p>
      </dgm:t>
    </dgm:pt>
    <dgm:pt modelId="{F758BEC6-B174-4831-88E7-37F5BDD031B0}" type="sibTrans" cxnId="{AB8DAE20-1326-4736-A554-D12F9A19CD8B}">
      <dgm:prSet/>
      <dgm:spPr/>
      <dgm:t>
        <a:bodyPr/>
        <a:lstStyle/>
        <a:p>
          <a:endParaRPr lang="en-US"/>
        </a:p>
      </dgm:t>
    </dgm:pt>
    <dgm:pt modelId="{F1A9E119-A20D-44F8-AE48-53B4E9B2FA6D}">
      <dgm:prSet/>
      <dgm:spPr/>
      <dgm:t>
        <a:bodyPr/>
        <a:lstStyle/>
        <a:p>
          <a:r>
            <a:rPr lang="en-US" b="1"/>
            <a:t>Out of 100 pregnant women in different parts of the country, 10-14 women have GDM </a:t>
          </a:r>
          <a:endParaRPr lang="en-US"/>
        </a:p>
      </dgm:t>
    </dgm:pt>
    <dgm:pt modelId="{268F76CF-E7F8-4CDE-9D2D-A3FAF5C29B33}" type="parTrans" cxnId="{1E62087B-5112-4A4F-B193-BDD51CA90D68}">
      <dgm:prSet/>
      <dgm:spPr/>
      <dgm:t>
        <a:bodyPr/>
        <a:lstStyle/>
        <a:p>
          <a:endParaRPr lang="en-US"/>
        </a:p>
      </dgm:t>
    </dgm:pt>
    <dgm:pt modelId="{0692496D-B728-48D3-A853-1F9A86D8406D}" type="sibTrans" cxnId="{1E62087B-5112-4A4F-B193-BDD51CA90D68}">
      <dgm:prSet/>
      <dgm:spPr/>
      <dgm:t>
        <a:bodyPr/>
        <a:lstStyle/>
        <a:p>
          <a:endParaRPr lang="en-US"/>
        </a:p>
      </dgm:t>
    </dgm:pt>
    <dgm:pt modelId="{605D0F4D-978F-4FE4-86B3-C07108978033}">
      <dgm:prSet/>
      <dgm:spPr/>
      <dgm:t>
        <a:bodyPr/>
        <a:lstStyle/>
        <a:p>
          <a:r>
            <a:rPr lang="en-US" b="1"/>
            <a:t>Prevalence of GDM in Indian women is high</a:t>
          </a:r>
          <a:endParaRPr lang="en-US"/>
        </a:p>
      </dgm:t>
    </dgm:pt>
    <dgm:pt modelId="{0EF1D853-F585-4886-A638-D7DDF8C61CB8}" type="parTrans" cxnId="{EBE19482-B978-4296-B259-D3C552D857FE}">
      <dgm:prSet/>
      <dgm:spPr/>
      <dgm:t>
        <a:bodyPr/>
        <a:lstStyle/>
        <a:p>
          <a:endParaRPr lang="en-US"/>
        </a:p>
      </dgm:t>
    </dgm:pt>
    <dgm:pt modelId="{B666F2F9-4CD9-417A-96B8-C37CF91A49C0}" type="sibTrans" cxnId="{EBE19482-B978-4296-B259-D3C552D857FE}">
      <dgm:prSet/>
      <dgm:spPr/>
      <dgm:t>
        <a:bodyPr/>
        <a:lstStyle/>
        <a:p>
          <a:endParaRPr lang="en-US"/>
        </a:p>
      </dgm:t>
    </dgm:pt>
    <dgm:pt modelId="{E0C0A164-91F2-4EAA-948B-AEF6049995B4}">
      <dgm:prSet/>
      <dgm:spPr/>
      <dgm:t>
        <a:bodyPr/>
        <a:lstStyle/>
        <a:p>
          <a:r>
            <a:rPr lang="en-US" b="1" dirty="0" err="1"/>
            <a:t>GoI</a:t>
          </a:r>
          <a:r>
            <a:rPr lang="en-US" b="1" dirty="0"/>
            <a:t> recommends screening of all women during ANC, this is part of essential antenatal care package</a:t>
          </a:r>
          <a:endParaRPr lang="en-US" dirty="0"/>
        </a:p>
      </dgm:t>
    </dgm:pt>
    <dgm:pt modelId="{30261075-BD23-433A-8FF3-93B31DC2B3B9}" type="parTrans" cxnId="{F1EB78B4-F5EB-493B-87CE-56E56676DF4D}">
      <dgm:prSet/>
      <dgm:spPr/>
      <dgm:t>
        <a:bodyPr/>
        <a:lstStyle/>
        <a:p>
          <a:endParaRPr lang="en-US"/>
        </a:p>
      </dgm:t>
    </dgm:pt>
    <dgm:pt modelId="{18530B33-3005-4717-BE20-20A359235384}" type="sibTrans" cxnId="{F1EB78B4-F5EB-493B-87CE-56E56676DF4D}">
      <dgm:prSet/>
      <dgm:spPr/>
      <dgm:t>
        <a:bodyPr/>
        <a:lstStyle/>
        <a:p>
          <a:endParaRPr lang="en-US"/>
        </a:p>
      </dgm:t>
    </dgm:pt>
    <dgm:pt modelId="{78C5E275-1D51-40A7-9A36-3797D90CB93B}" type="pres">
      <dgm:prSet presAssocID="{27B69A0B-D4FE-4AD0-8A8A-32356933B934}" presName="vert0" presStyleCnt="0">
        <dgm:presLayoutVars>
          <dgm:dir/>
          <dgm:animOne val="branch"/>
          <dgm:animLvl val="lvl"/>
        </dgm:presLayoutVars>
      </dgm:prSet>
      <dgm:spPr/>
    </dgm:pt>
    <dgm:pt modelId="{EEB6074E-8713-4981-A464-0DBBE9324E06}" type="pres">
      <dgm:prSet presAssocID="{9B7B3806-6213-4C64-AB0F-84330BBC8C1A}" presName="thickLine" presStyleLbl="alignNode1" presStyleIdx="0" presStyleCnt="4"/>
      <dgm:spPr/>
    </dgm:pt>
    <dgm:pt modelId="{EDE6E9A0-34AB-4FF7-990F-C24EE3A5E620}" type="pres">
      <dgm:prSet presAssocID="{9B7B3806-6213-4C64-AB0F-84330BBC8C1A}" presName="horz1" presStyleCnt="0"/>
      <dgm:spPr/>
    </dgm:pt>
    <dgm:pt modelId="{C0C8822B-6390-4E74-9AB2-F555CFB9A5B0}" type="pres">
      <dgm:prSet presAssocID="{9B7B3806-6213-4C64-AB0F-84330BBC8C1A}" presName="tx1" presStyleLbl="revTx" presStyleIdx="0" presStyleCnt="4"/>
      <dgm:spPr/>
    </dgm:pt>
    <dgm:pt modelId="{7CAEA7F1-F741-4587-9D52-3BBF802E056F}" type="pres">
      <dgm:prSet presAssocID="{9B7B3806-6213-4C64-AB0F-84330BBC8C1A}" presName="vert1" presStyleCnt="0"/>
      <dgm:spPr/>
    </dgm:pt>
    <dgm:pt modelId="{33186FF5-7146-4733-8679-43DFCE732A0C}" type="pres">
      <dgm:prSet presAssocID="{F1A9E119-A20D-44F8-AE48-53B4E9B2FA6D}" presName="thickLine" presStyleLbl="alignNode1" presStyleIdx="1" presStyleCnt="4"/>
      <dgm:spPr/>
    </dgm:pt>
    <dgm:pt modelId="{5EE8C218-F353-44FC-97A5-3B81D7DDDB62}" type="pres">
      <dgm:prSet presAssocID="{F1A9E119-A20D-44F8-AE48-53B4E9B2FA6D}" presName="horz1" presStyleCnt="0"/>
      <dgm:spPr/>
    </dgm:pt>
    <dgm:pt modelId="{C3268BB2-B589-4D49-9992-BE4D5130292C}" type="pres">
      <dgm:prSet presAssocID="{F1A9E119-A20D-44F8-AE48-53B4E9B2FA6D}" presName="tx1" presStyleLbl="revTx" presStyleIdx="1" presStyleCnt="4"/>
      <dgm:spPr/>
    </dgm:pt>
    <dgm:pt modelId="{DA5107C6-943E-4F43-ACBA-330999C1ED33}" type="pres">
      <dgm:prSet presAssocID="{F1A9E119-A20D-44F8-AE48-53B4E9B2FA6D}" presName="vert1" presStyleCnt="0"/>
      <dgm:spPr/>
    </dgm:pt>
    <dgm:pt modelId="{5A2C7394-99C9-41F9-92F1-CAC7CFB9038E}" type="pres">
      <dgm:prSet presAssocID="{605D0F4D-978F-4FE4-86B3-C07108978033}" presName="thickLine" presStyleLbl="alignNode1" presStyleIdx="2" presStyleCnt="4"/>
      <dgm:spPr/>
    </dgm:pt>
    <dgm:pt modelId="{B8CB2AD1-A673-41B8-AAD2-E5A03C8B2EC3}" type="pres">
      <dgm:prSet presAssocID="{605D0F4D-978F-4FE4-86B3-C07108978033}" presName="horz1" presStyleCnt="0"/>
      <dgm:spPr/>
    </dgm:pt>
    <dgm:pt modelId="{27E3DA19-1AD5-447B-B15B-AA1A27FC119A}" type="pres">
      <dgm:prSet presAssocID="{605D0F4D-978F-4FE4-86B3-C07108978033}" presName="tx1" presStyleLbl="revTx" presStyleIdx="2" presStyleCnt="4"/>
      <dgm:spPr/>
    </dgm:pt>
    <dgm:pt modelId="{6E0B61F3-2A8F-43C7-AC8E-F7DD6709C6FF}" type="pres">
      <dgm:prSet presAssocID="{605D0F4D-978F-4FE4-86B3-C07108978033}" presName="vert1" presStyleCnt="0"/>
      <dgm:spPr/>
    </dgm:pt>
    <dgm:pt modelId="{82BB3BDA-D271-49D0-976C-A7F307619F4B}" type="pres">
      <dgm:prSet presAssocID="{E0C0A164-91F2-4EAA-948B-AEF6049995B4}" presName="thickLine" presStyleLbl="alignNode1" presStyleIdx="3" presStyleCnt="4"/>
      <dgm:spPr/>
    </dgm:pt>
    <dgm:pt modelId="{69D7D3A4-FD82-4C6C-A05B-AE205D7AFBA5}" type="pres">
      <dgm:prSet presAssocID="{E0C0A164-91F2-4EAA-948B-AEF6049995B4}" presName="horz1" presStyleCnt="0"/>
      <dgm:spPr/>
    </dgm:pt>
    <dgm:pt modelId="{E82E4280-85E9-43B3-8F17-2A11EACAA243}" type="pres">
      <dgm:prSet presAssocID="{E0C0A164-91F2-4EAA-948B-AEF6049995B4}" presName="tx1" presStyleLbl="revTx" presStyleIdx="3" presStyleCnt="4"/>
      <dgm:spPr/>
    </dgm:pt>
    <dgm:pt modelId="{ABA7F557-6C73-4825-9571-0738522EE192}" type="pres">
      <dgm:prSet presAssocID="{E0C0A164-91F2-4EAA-948B-AEF6049995B4}" presName="vert1" presStyleCnt="0"/>
      <dgm:spPr/>
    </dgm:pt>
  </dgm:ptLst>
  <dgm:cxnLst>
    <dgm:cxn modelId="{3A5CED0F-27E3-450E-BD9E-1EC2508FB960}" type="presOf" srcId="{605D0F4D-978F-4FE4-86B3-C07108978033}" destId="{27E3DA19-1AD5-447B-B15B-AA1A27FC119A}" srcOrd="0" destOrd="0" presId="urn:microsoft.com/office/officeart/2008/layout/LinedList"/>
    <dgm:cxn modelId="{3DF49C18-5BF6-437F-896A-BEFFE1B3F177}" type="presOf" srcId="{9B7B3806-6213-4C64-AB0F-84330BBC8C1A}" destId="{C0C8822B-6390-4E74-9AB2-F555CFB9A5B0}" srcOrd="0" destOrd="0" presId="urn:microsoft.com/office/officeart/2008/layout/LinedList"/>
    <dgm:cxn modelId="{AB8DAE20-1326-4736-A554-D12F9A19CD8B}" srcId="{27B69A0B-D4FE-4AD0-8A8A-32356933B934}" destId="{9B7B3806-6213-4C64-AB0F-84330BBC8C1A}" srcOrd="0" destOrd="0" parTransId="{D23518D4-889F-4680-B972-58563FA2E18D}" sibTransId="{F758BEC6-B174-4831-88E7-37F5BDD031B0}"/>
    <dgm:cxn modelId="{1E62087B-5112-4A4F-B193-BDD51CA90D68}" srcId="{27B69A0B-D4FE-4AD0-8A8A-32356933B934}" destId="{F1A9E119-A20D-44F8-AE48-53B4E9B2FA6D}" srcOrd="1" destOrd="0" parTransId="{268F76CF-E7F8-4CDE-9D2D-A3FAF5C29B33}" sibTransId="{0692496D-B728-48D3-A853-1F9A86D8406D}"/>
    <dgm:cxn modelId="{EBE19482-B978-4296-B259-D3C552D857FE}" srcId="{27B69A0B-D4FE-4AD0-8A8A-32356933B934}" destId="{605D0F4D-978F-4FE4-86B3-C07108978033}" srcOrd="2" destOrd="0" parTransId="{0EF1D853-F585-4886-A638-D7DDF8C61CB8}" sibTransId="{B666F2F9-4CD9-417A-96B8-C37CF91A49C0}"/>
    <dgm:cxn modelId="{C1518D86-168C-4234-93CA-27CAF01682F1}" type="presOf" srcId="{27B69A0B-D4FE-4AD0-8A8A-32356933B934}" destId="{78C5E275-1D51-40A7-9A36-3797D90CB93B}" srcOrd="0" destOrd="0" presId="urn:microsoft.com/office/officeart/2008/layout/LinedList"/>
    <dgm:cxn modelId="{43D2EBB0-0DD5-4BC4-8437-FFC45F47CCA8}" type="presOf" srcId="{F1A9E119-A20D-44F8-AE48-53B4E9B2FA6D}" destId="{C3268BB2-B589-4D49-9992-BE4D5130292C}" srcOrd="0" destOrd="0" presId="urn:microsoft.com/office/officeart/2008/layout/LinedList"/>
    <dgm:cxn modelId="{F1EB78B4-F5EB-493B-87CE-56E56676DF4D}" srcId="{27B69A0B-D4FE-4AD0-8A8A-32356933B934}" destId="{E0C0A164-91F2-4EAA-948B-AEF6049995B4}" srcOrd="3" destOrd="0" parTransId="{30261075-BD23-433A-8FF3-93B31DC2B3B9}" sibTransId="{18530B33-3005-4717-BE20-20A359235384}"/>
    <dgm:cxn modelId="{66CDA8B8-110B-4976-AC66-6EB94E96BFEE}" type="presOf" srcId="{E0C0A164-91F2-4EAA-948B-AEF6049995B4}" destId="{E82E4280-85E9-43B3-8F17-2A11EACAA243}" srcOrd="0" destOrd="0" presId="urn:microsoft.com/office/officeart/2008/layout/LinedList"/>
    <dgm:cxn modelId="{83296505-CC32-473C-93D4-98C027A813DA}" type="presParOf" srcId="{78C5E275-1D51-40A7-9A36-3797D90CB93B}" destId="{EEB6074E-8713-4981-A464-0DBBE9324E06}" srcOrd="0" destOrd="0" presId="urn:microsoft.com/office/officeart/2008/layout/LinedList"/>
    <dgm:cxn modelId="{8DDB04BE-63F3-4A0E-8443-502CC2C7FD7E}" type="presParOf" srcId="{78C5E275-1D51-40A7-9A36-3797D90CB93B}" destId="{EDE6E9A0-34AB-4FF7-990F-C24EE3A5E620}" srcOrd="1" destOrd="0" presId="urn:microsoft.com/office/officeart/2008/layout/LinedList"/>
    <dgm:cxn modelId="{D07E852F-73AB-4757-B637-E2BF946E17B0}" type="presParOf" srcId="{EDE6E9A0-34AB-4FF7-990F-C24EE3A5E620}" destId="{C0C8822B-6390-4E74-9AB2-F555CFB9A5B0}" srcOrd="0" destOrd="0" presId="urn:microsoft.com/office/officeart/2008/layout/LinedList"/>
    <dgm:cxn modelId="{A7E8BCEB-A74C-4B69-AF90-370E8D963655}" type="presParOf" srcId="{EDE6E9A0-34AB-4FF7-990F-C24EE3A5E620}" destId="{7CAEA7F1-F741-4587-9D52-3BBF802E056F}" srcOrd="1" destOrd="0" presId="urn:microsoft.com/office/officeart/2008/layout/LinedList"/>
    <dgm:cxn modelId="{FCD9094A-50ED-4479-83CE-72ECF190C4AC}" type="presParOf" srcId="{78C5E275-1D51-40A7-9A36-3797D90CB93B}" destId="{33186FF5-7146-4733-8679-43DFCE732A0C}" srcOrd="2" destOrd="0" presId="urn:microsoft.com/office/officeart/2008/layout/LinedList"/>
    <dgm:cxn modelId="{255BD6D7-6CB7-41DE-A506-16B805135061}" type="presParOf" srcId="{78C5E275-1D51-40A7-9A36-3797D90CB93B}" destId="{5EE8C218-F353-44FC-97A5-3B81D7DDDB62}" srcOrd="3" destOrd="0" presId="urn:microsoft.com/office/officeart/2008/layout/LinedList"/>
    <dgm:cxn modelId="{DC2E7D99-FEFA-4685-AC95-0EC482F14D0C}" type="presParOf" srcId="{5EE8C218-F353-44FC-97A5-3B81D7DDDB62}" destId="{C3268BB2-B589-4D49-9992-BE4D5130292C}" srcOrd="0" destOrd="0" presId="urn:microsoft.com/office/officeart/2008/layout/LinedList"/>
    <dgm:cxn modelId="{7D51D017-EEAC-4ADB-BB52-5C46C8BD03E1}" type="presParOf" srcId="{5EE8C218-F353-44FC-97A5-3B81D7DDDB62}" destId="{DA5107C6-943E-4F43-ACBA-330999C1ED33}" srcOrd="1" destOrd="0" presId="urn:microsoft.com/office/officeart/2008/layout/LinedList"/>
    <dgm:cxn modelId="{C46D985F-15FB-43C2-B068-342320E9CECB}" type="presParOf" srcId="{78C5E275-1D51-40A7-9A36-3797D90CB93B}" destId="{5A2C7394-99C9-41F9-92F1-CAC7CFB9038E}" srcOrd="4" destOrd="0" presId="urn:microsoft.com/office/officeart/2008/layout/LinedList"/>
    <dgm:cxn modelId="{5FBE554D-BB86-446D-9C5F-705BD416D98F}" type="presParOf" srcId="{78C5E275-1D51-40A7-9A36-3797D90CB93B}" destId="{B8CB2AD1-A673-41B8-AAD2-E5A03C8B2EC3}" srcOrd="5" destOrd="0" presId="urn:microsoft.com/office/officeart/2008/layout/LinedList"/>
    <dgm:cxn modelId="{47BD3779-33F3-46E1-9176-AA4547A3920F}" type="presParOf" srcId="{B8CB2AD1-A673-41B8-AAD2-E5A03C8B2EC3}" destId="{27E3DA19-1AD5-447B-B15B-AA1A27FC119A}" srcOrd="0" destOrd="0" presId="urn:microsoft.com/office/officeart/2008/layout/LinedList"/>
    <dgm:cxn modelId="{99954E1A-4A25-4656-9550-1388911ECEA1}" type="presParOf" srcId="{B8CB2AD1-A673-41B8-AAD2-E5A03C8B2EC3}" destId="{6E0B61F3-2A8F-43C7-AC8E-F7DD6709C6FF}" srcOrd="1" destOrd="0" presId="urn:microsoft.com/office/officeart/2008/layout/LinedList"/>
    <dgm:cxn modelId="{AFCAA6D8-74F0-4CE4-8967-34863CB2D688}" type="presParOf" srcId="{78C5E275-1D51-40A7-9A36-3797D90CB93B}" destId="{82BB3BDA-D271-49D0-976C-A7F307619F4B}" srcOrd="6" destOrd="0" presId="urn:microsoft.com/office/officeart/2008/layout/LinedList"/>
    <dgm:cxn modelId="{0BA02621-5E33-45D4-A543-E8D90D6A64A5}" type="presParOf" srcId="{78C5E275-1D51-40A7-9A36-3797D90CB93B}" destId="{69D7D3A4-FD82-4C6C-A05B-AE205D7AFBA5}" srcOrd="7" destOrd="0" presId="urn:microsoft.com/office/officeart/2008/layout/LinedList"/>
    <dgm:cxn modelId="{1710EE97-A1DC-47BB-A31B-BFEEB5D72BA9}" type="presParOf" srcId="{69D7D3A4-FD82-4C6C-A05B-AE205D7AFBA5}" destId="{E82E4280-85E9-43B3-8F17-2A11EACAA243}" srcOrd="0" destOrd="0" presId="urn:microsoft.com/office/officeart/2008/layout/LinedList"/>
    <dgm:cxn modelId="{4BE3E83F-D889-4BD3-91AB-F6274B465E5F}" type="presParOf" srcId="{69D7D3A4-FD82-4C6C-A05B-AE205D7AFBA5}" destId="{ABA7F557-6C73-4825-9571-0738522EE192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EB6074E-8713-4981-A464-0DBBE9324E06}">
      <dsp:nvSpPr>
        <dsp:cNvPr id="0" name=""/>
        <dsp:cNvSpPr/>
      </dsp:nvSpPr>
      <dsp:spPr>
        <a:xfrm>
          <a:off x="0" y="0"/>
          <a:ext cx="10515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0C8822B-6390-4E74-9AB2-F555CFB9A5B0}">
      <dsp:nvSpPr>
        <dsp:cNvPr id="0" name=""/>
        <dsp:cNvSpPr/>
      </dsp:nvSpPr>
      <dsp:spPr>
        <a:xfrm>
          <a:off x="0" y="0"/>
          <a:ext cx="10515600" cy="10878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0" tIns="114300" rIns="114300" bIns="114300" numCol="1" spcCol="1270" anchor="t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b="1" kern="1200"/>
            <a:t>Impaired Glucose Tolerance (IGT) with onset or first recognition  during pregnancy.</a:t>
          </a:r>
          <a:endParaRPr lang="en-US" sz="3000" kern="1200"/>
        </a:p>
      </dsp:txBody>
      <dsp:txXfrm>
        <a:off x="0" y="0"/>
        <a:ext cx="10515600" cy="1087834"/>
      </dsp:txXfrm>
    </dsp:sp>
    <dsp:sp modelId="{33186FF5-7146-4733-8679-43DFCE732A0C}">
      <dsp:nvSpPr>
        <dsp:cNvPr id="0" name=""/>
        <dsp:cNvSpPr/>
      </dsp:nvSpPr>
      <dsp:spPr>
        <a:xfrm>
          <a:off x="0" y="1087834"/>
          <a:ext cx="10515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3268BB2-B589-4D49-9992-BE4D5130292C}">
      <dsp:nvSpPr>
        <dsp:cNvPr id="0" name=""/>
        <dsp:cNvSpPr/>
      </dsp:nvSpPr>
      <dsp:spPr>
        <a:xfrm>
          <a:off x="0" y="1087834"/>
          <a:ext cx="10515600" cy="10878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0" tIns="114300" rIns="114300" bIns="114300" numCol="1" spcCol="1270" anchor="t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b="1" kern="1200"/>
            <a:t>Out of 100 pregnant women in different parts of the country, 10-14 women have GDM </a:t>
          </a:r>
          <a:endParaRPr lang="en-US" sz="3000" kern="1200"/>
        </a:p>
      </dsp:txBody>
      <dsp:txXfrm>
        <a:off x="0" y="1087834"/>
        <a:ext cx="10515600" cy="1087834"/>
      </dsp:txXfrm>
    </dsp:sp>
    <dsp:sp modelId="{5A2C7394-99C9-41F9-92F1-CAC7CFB9038E}">
      <dsp:nvSpPr>
        <dsp:cNvPr id="0" name=""/>
        <dsp:cNvSpPr/>
      </dsp:nvSpPr>
      <dsp:spPr>
        <a:xfrm>
          <a:off x="0" y="2175669"/>
          <a:ext cx="10515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7E3DA19-1AD5-447B-B15B-AA1A27FC119A}">
      <dsp:nvSpPr>
        <dsp:cNvPr id="0" name=""/>
        <dsp:cNvSpPr/>
      </dsp:nvSpPr>
      <dsp:spPr>
        <a:xfrm>
          <a:off x="0" y="2175669"/>
          <a:ext cx="10515600" cy="10878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0" tIns="114300" rIns="114300" bIns="114300" numCol="1" spcCol="1270" anchor="t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b="1" kern="1200"/>
            <a:t>Prevalence of GDM in Indian women is high</a:t>
          </a:r>
          <a:endParaRPr lang="en-US" sz="3000" kern="1200"/>
        </a:p>
      </dsp:txBody>
      <dsp:txXfrm>
        <a:off x="0" y="2175669"/>
        <a:ext cx="10515600" cy="1087834"/>
      </dsp:txXfrm>
    </dsp:sp>
    <dsp:sp modelId="{82BB3BDA-D271-49D0-976C-A7F307619F4B}">
      <dsp:nvSpPr>
        <dsp:cNvPr id="0" name=""/>
        <dsp:cNvSpPr/>
      </dsp:nvSpPr>
      <dsp:spPr>
        <a:xfrm>
          <a:off x="0" y="3263503"/>
          <a:ext cx="10515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82E4280-85E9-43B3-8F17-2A11EACAA243}">
      <dsp:nvSpPr>
        <dsp:cNvPr id="0" name=""/>
        <dsp:cNvSpPr/>
      </dsp:nvSpPr>
      <dsp:spPr>
        <a:xfrm>
          <a:off x="0" y="3263503"/>
          <a:ext cx="10515600" cy="10878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0" tIns="114300" rIns="114300" bIns="114300" numCol="1" spcCol="1270" anchor="t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b="1" kern="1200" dirty="0" err="1"/>
            <a:t>GoI</a:t>
          </a:r>
          <a:r>
            <a:rPr lang="en-US" sz="3000" b="1" kern="1200" dirty="0"/>
            <a:t> recommends screening of all women during ANC, this is part of essential antenatal care package</a:t>
          </a:r>
          <a:endParaRPr lang="en-US" sz="3000" kern="1200" dirty="0"/>
        </a:p>
      </dsp:txBody>
      <dsp:txXfrm>
        <a:off x="0" y="3263503"/>
        <a:ext cx="10515600" cy="1087834"/>
      </dsp:txXfrm>
    </dsp:sp>
  </dsp:spTree>
</dsp:drawing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D3B46732-557D-8FCF-2968-C78E8D821C1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818EABF-2835-8D70-EFD7-D1352C40097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7C12733-6E4E-5DA1-F079-5AD524364E8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9CB399E-D04A-9279-C9B6-F8A6209EEAC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1261D89-608A-42D6-B691-97ED446F6AA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46960729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3078427" cy="513508"/>
          </a:xfrm>
          <a:prstGeom prst="rect">
            <a:avLst/>
          </a:prstGeom>
        </p:spPr>
        <p:txBody>
          <a:bodyPr vert="horz" lIns="99075" tIns="49538" rIns="99075" bIns="49538" rtlCol="0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3992" y="1"/>
            <a:ext cx="3078427" cy="513508"/>
          </a:xfrm>
          <a:prstGeom prst="rect">
            <a:avLst/>
          </a:prstGeom>
        </p:spPr>
        <p:txBody>
          <a:bodyPr vert="horz" lIns="99075" tIns="49538" rIns="99075" bIns="49538" rtlCol="0"/>
          <a:lstStyle>
            <a:lvl1pPr algn="r">
              <a:defRPr sz="1300"/>
            </a:lvl1pPr>
          </a:lstStyle>
          <a:p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75" tIns="49538" rIns="99075" bIns="49538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10407" y="4925407"/>
            <a:ext cx="5683250" cy="4029880"/>
          </a:xfrm>
          <a:prstGeom prst="rect">
            <a:avLst/>
          </a:prstGeom>
        </p:spPr>
        <p:txBody>
          <a:bodyPr vert="horz" lIns="99075" tIns="49538" rIns="99075" bIns="49538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721107"/>
            <a:ext cx="3078427" cy="513507"/>
          </a:xfrm>
          <a:prstGeom prst="rect">
            <a:avLst/>
          </a:prstGeom>
        </p:spPr>
        <p:txBody>
          <a:bodyPr vert="horz" lIns="99075" tIns="49538" rIns="99075" bIns="49538" rtlCol="0" anchor="b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3992" y="9721107"/>
            <a:ext cx="3078427" cy="513507"/>
          </a:xfrm>
          <a:prstGeom prst="rect">
            <a:avLst/>
          </a:prstGeom>
        </p:spPr>
        <p:txBody>
          <a:bodyPr vert="horz" lIns="99075" tIns="49538" rIns="99075" bIns="49538" rtlCol="0" anchor="b"/>
          <a:lstStyle>
            <a:lvl1pPr algn="r">
              <a:defRPr sz="1300"/>
            </a:lvl1pPr>
          </a:lstStyle>
          <a:p>
            <a:fld id="{A2B1AF16-7E74-AB49-8480-890ED0DDDF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1743386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7109201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8822836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690104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508698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635576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986359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112096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361136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138402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9071999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microsoft.com/office/2007/relationships/hdphoto" Target="../media/hdphoto1.wdp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2.emf"/><Relationship Id="rId3" Type="http://schemas.openxmlformats.org/officeDocument/2006/relationships/image" Target="../media/image3.emf"/></Relationships>
</file>

<file path=ppt/slideLayouts/_rels/slideLayout6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4.emf"/></Relationships>
</file>

<file path=ppt/slideLayouts/_rels/slideLayout6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5.jpg"/><Relationship Id="rId3" Type="http://schemas.openxmlformats.org/officeDocument/2006/relationships/image" Target="../media/image6.png"/><Relationship Id="rId4" Type="http://schemas.openxmlformats.org/officeDocument/2006/relationships/image" Target="../media/image3.emf"/></Relationships>
</file>

<file path=ppt/slideLayouts/_rels/slideLayout6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7.jpg"/><Relationship Id="rId3" Type="http://schemas.openxmlformats.org/officeDocument/2006/relationships/image" Target="../media/image8.emf"/><Relationship Id="rId4" Type="http://schemas.openxmlformats.org/officeDocument/2006/relationships/image" Target="../media/image6.png"/></Relationships>
</file>

<file path=ppt/slideLayouts/_rels/slideLayout6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9.jpg"/><Relationship Id="rId3" Type="http://schemas.openxmlformats.org/officeDocument/2006/relationships/image" Target="../media/image8.emf"/><Relationship Id="rId4" Type="http://schemas.openxmlformats.org/officeDocument/2006/relationships/image" Target="../media/image6.png"/></Relationships>
</file>

<file path=ppt/slideLayouts/_rels/slideLayout7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10.emf"/></Relationships>
</file>

<file path=ppt/slideLayouts/_rels/slideLayout7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11.jpg"/></Relationships>
</file>

<file path=ppt/slideLayouts/_rels/slideLayout7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8.emf"/><Relationship Id="rId3" Type="http://schemas.openxmlformats.org/officeDocument/2006/relationships/image" Target="../media/image11.jpg"/></Relationships>
</file>

<file path=ppt/slideLayouts/_rels/slideLayout7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11.jpg"/></Relationships>
</file>

<file path=ppt/slideLayouts/_rels/slideLayout8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12.jpg"/><Relationship Id="rId3" Type="http://schemas.openxmlformats.org/officeDocument/2006/relationships/image" Target="../media/image6.png"/></Relationships>
</file>

<file path=ppt/slideLayouts/_rels/slideLayout8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13.jpg"/></Relationships>
</file>

<file path=ppt/slideLayouts/_rels/slideLayout8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13.jpg"/><Relationship Id="rId3" Type="http://schemas.openxmlformats.org/officeDocument/2006/relationships/image" Target="../media/image14.emf"/></Relationships>
</file>

<file path=ppt/slideLayouts/_rels/slideLayout8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Relationship Id="rId2" Type="http://schemas.openxmlformats.org/officeDocument/2006/relationships/image" Target="../media/image19.png"/><Relationship Id="rId3" Type="http://schemas.openxmlformats.org/officeDocument/2006/relationships/image" Target="../media/image20.png"/></Relationships>
</file>

<file path=ppt/slideLayouts/_rels/slideLayout8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9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9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9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9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9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9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9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9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9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9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0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0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0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0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0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0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0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0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0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0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876860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2FADFBB3-0010-AB5C-E186-10C2783297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27603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2532442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87475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77490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2601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892060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2526851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1219496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47286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415686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9262084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 userDrawn="1"/>
        </p:nvSpPr>
        <p:spPr>
          <a:xfrm rot="5400000">
            <a:off x="5638332" y="-5410667"/>
            <a:ext cx="914402" cy="1219293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31" name="Content Placeholder 30"/>
          <p:cNvSpPr>
            <a:spLocks noGrp="1"/>
          </p:cNvSpPr>
          <p:nvPr>
            <p:ph sz="quarter" idx="13"/>
          </p:nvPr>
        </p:nvSpPr>
        <p:spPr>
          <a:xfrm>
            <a:off x="365760" y="1298448"/>
            <a:ext cx="11460480" cy="4937760"/>
          </a:xfrm>
        </p:spPr>
        <p:txBody>
          <a:bodyPr/>
          <a:lstStyle>
            <a:lvl1pPr>
              <a:buClr>
                <a:srgbClr val="A9432B"/>
              </a:buClr>
              <a:defRPr>
                <a:solidFill>
                  <a:srgbClr val="000000"/>
                </a:solidFill>
              </a:defRPr>
            </a:lvl1pPr>
            <a:lvl2pPr>
              <a:buClr>
                <a:srgbClr val="A9432B"/>
              </a:buClr>
              <a:defRPr>
                <a:solidFill>
                  <a:srgbClr val="000000"/>
                </a:solidFill>
              </a:defRPr>
            </a:lvl2pPr>
            <a:lvl3pPr>
              <a:buClr>
                <a:srgbClr val="A9432B"/>
              </a:buClr>
              <a:defRPr>
                <a:solidFill>
                  <a:srgbClr val="000000"/>
                </a:solidFill>
              </a:defRPr>
            </a:lvl3pPr>
            <a:lvl4pPr>
              <a:buClr>
                <a:srgbClr val="A9432B"/>
              </a:buClr>
              <a:defRPr>
                <a:solidFill>
                  <a:srgbClr val="000000"/>
                </a:solidFill>
              </a:defRPr>
            </a:lvl4pPr>
            <a:lvl5pPr>
              <a:buClr>
                <a:srgbClr val="A9432B"/>
              </a:buClr>
              <a:defRPr>
                <a:solidFill>
                  <a:srgbClr val="000000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Title Placeholder 1"/>
          <p:cNvSpPr>
            <a:spLocks noGrp="1"/>
          </p:cNvSpPr>
          <p:nvPr>
            <p:ph type="title"/>
          </p:nvPr>
        </p:nvSpPr>
        <p:spPr>
          <a:xfrm>
            <a:off x="368300" y="228602"/>
            <a:ext cx="11455400" cy="838199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/>
          </a:bodyPr>
          <a:lstStyle>
            <a:lvl1pPr algn="ctr">
              <a:defRPr b="1">
                <a:solidFill>
                  <a:srgbClr val="A9432B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37977162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 userDrawn="1"/>
        </p:nvSpPr>
        <p:spPr>
          <a:xfrm rot="5400000">
            <a:off x="5638332" y="-5410667"/>
            <a:ext cx="914402" cy="1219293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31" name="Content Placeholder 30"/>
          <p:cNvSpPr>
            <a:spLocks noGrp="1"/>
          </p:cNvSpPr>
          <p:nvPr>
            <p:ph sz="quarter" idx="13"/>
          </p:nvPr>
        </p:nvSpPr>
        <p:spPr>
          <a:xfrm>
            <a:off x="365760" y="1298448"/>
            <a:ext cx="11460480" cy="4937760"/>
          </a:xfrm>
        </p:spPr>
        <p:txBody>
          <a:bodyPr/>
          <a:lstStyle>
            <a:lvl1pPr>
              <a:buClr>
                <a:srgbClr val="A9432B"/>
              </a:buClr>
              <a:defRPr>
                <a:solidFill>
                  <a:srgbClr val="000000"/>
                </a:solidFill>
              </a:defRPr>
            </a:lvl1pPr>
            <a:lvl2pPr>
              <a:buClr>
                <a:srgbClr val="A9432B"/>
              </a:buClr>
              <a:defRPr>
                <a:solidFill>
                  <a:srgbClr val="000000"/>
                </a:solidFill>
              </a:defRPr>
            </a:lvl2pPr>
            <a:lvl3pPr>
              <a:buClr>
                <a:srgbClr val="A9432B"/>
              </a:buClr>
              <a:defRPr>
                <a:solidFill>
                  <a:srgbClr val="000000"/>
                </a:solidFill>
              </a:defRPr>
            </a:lvl3pPr>
            <a:lvl4pPr>
              <a:buClr>
                <a:srgbClr val="A9432B"/>
              </a:buClr>
              <a:defRPr>
                <a:solidFill>
                  <a:srgbClr val="000000"/>
                </a:solidFill>
              </a:defRPr>
            </a:lvl4pPr>
            <a:lvl5pPr>
              <a:buClr>
                <a:srgbClr val="A9432B"/>
              </a:buClr>
              <a:defRPr>
                <a:solidFill>
                  <a:srgbClr val="000000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Title Placeholder 1"/>
          <p:cNvSpPr>
            <a:spLocks noGrp="1"/>
          </p:cNvSpPr>
          <p:nvPr>
            <p:ph type="title"/>
          </p:nvPr>
        </p:nvSpPr>
        <p:spPr>
          <a:xfrm>
            <a:off x="368300" y="228601"/>
            <a:ext cx="11455400" cy="914402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/>
          </a:bodyPr>
          <a:lstStyle>
            <a:lvl1pPr algn="ctr">
              <a:defRPr b="1">
                <a:solidFill>
                  <a:srgbClr val="A9432B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1558901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 userDrawn="1"/>
        </p:nvSpPr>
        <p:spPr>
          <a:xfrm rot="5400000">
            <a:off x="5638332" y="-5410667"/>
            <a:ext cx="914402" cy="1219293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1800">
              <a:solidFill>
                <a:srgbClr val="A9432B"/>
              </a:solidFill>
            </a:endParaRPr>
          </a:p>
        </p:txBody>
      </p:sp>
      <p:sp>
        <p:nvSpPr>
          <p:cNvPr id="9" name="Title Placeholder 1"/>
          <p:cNvSpPr>
            <a:spLocks noGrp="1"/>
          </p:cNvSpPr>
          <p:nvPr>
            <p:ph type="title"/>
          </p:nvPr>
        </p:nvSpPr>
        <p:spPr>
          <a:xfrm>
            <a:off x="368300" y="228602"/>
            <a:ext cx="11455400" cy="838199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/>
          </a:bodyPr>
          <a:lstStyle>
            <a:lvl1pPr>
              <a:defRPr lang="en-US" b="1" dirty="0">
                <a:solidFill>
                  <a:srgbClr val="A9432B"/>
                </a:solidFill>
              </a:defRPr>
            </a:lvl1pPr>
          </a:lstStyle>
          <a:p>
            <a:pPr lvl="0" algn="ctr"/>
            <a:r>
              <a:rPr lang="en-US" dirty="0"/>
              <a:t>Click to edit Master title style</a:t>
            </a:r>
          </a:p>
        </p:txBody>
      </p:sp>
      <p:sp>
        <p:nvSpPr>
          <p:cNvPr id="12" name="Content Placeholder 11"/>
          <p:cNvSpPr>
            <a:spLocks noGrp="1"/>
          </p:cNvSpPr>
          <p:nvPr>
            <p:ph sz="quarter" idx="13"/>
          </p:nvPr>
        </p:nvSpPr>
        <p:spPr>
          <a:xfrm>
            <a:off x="368300" y="1298448"/>
            <a:ext cx="5669280" cy="4937760"/>
          </a:xfrm>
        </p:spPr>
        <p:txBody>
          <a:bodyPr>
            <a:normAutofit/>
          </a:bodyPr>
          <a:lstStyle>
            <a:lvl1pPr>
              <a:buClr>
                <a:srgbClr val="662C57"/>
              </a:buClr>
              <a:defRPr sz="2000">
                <a:solidFill>
                  <a:srgbClr val="000000"/>
                </a:solidFill>
              </a:defRPr>
            </a:lvl1pPr>
            <a:lvl2pPr>
              <a:buClr>
                <a:srgbClr val="662C57"/>
              </a:buClr>
              <a:defRPr sz="1800">
                <a:solidFill>
                  <a:srgbClr val="000000"/>
                </a:solidFill>
              </a:defRPr>
            </a:lvl2pPr>
            <a:lvl3pPr>
              <a:buClr>
                <a:srgbClr val="662C57"/>
              </a:buClr>
              <a:defRPr sz="1600">
                <a:solidFill>
                  <a:srgbClr val="000000"/>
                </a:solidFill>
              </a:defRPr>
            </a:lvl3pPr>
            <a:lvl4pPr>
              <a:buClr>
                <a:srgbClr val="662C57"/>
              </a:buClr>
              <a:defRPr sz="1600">
                <a:solidFill>
                  <a:srgbClr val="000000"/>
                </a:solidFill>
              </a:defRPr>
            </a:lvl4pPr>
            <a:lvl5pPr>
              <a:buClr>
                <a:srgbClr val="662C57"/>
              </a:buClr>
              <a:defRPr sz="1600">
                <a:solidFill>
                  <a:srgbClr val="000000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Content Placeholder 11"/>
          <p:cNvSpPr>
            <a:spLocks noGrp="1"/>
          </p:cNvSpPr>
          <p:nvPr>
            <p:ph sz="quarter" idx="14"/>
          </p:nvPr>
        </p:nvSpPr>
        <p:spPr>
          <a:xfrm>
            <a:off x="6154420" y="1298448"/>
            <a:ext cx="5669280" cy="4937760"/>
          </a:xfrm>
        </p:spPr>
        <p:txBody>
          <a:bodyPr>
            <a:normAutofit/>
          </a:bodyPr>
          <a:lstStyle>
            <a:lvl1pPr>
              <a:buClr>
                <a:srgbClr val="662C57"/>
              </a:buClr>
              <a:defRPr sz="2000">
                <a:solidFill>
                  <a:srgbClr val="000000"/>
                </a:solidFill>
              </a:defRPr>
            </a:lvl1pPr>
            <a:lvl2pPr>
              <a:buClr>
                <a:srgbClr val="662C57"/>
              </a:buClr>
              <a:defRPr sz="1800">
                <a:solidFill>
                  <a:srgbClr val="000000"/>
                </a:solidFill>
              </a:defRPr>
            </a:lvl2pPr>
            <a:lvl3pPr>
              <a:buClr>
                <a:srgbClr val="662C57"/>
              </a:buClr>
              <a:defRPr sz="1600">
                <a:solidFill>
                  <a:srgbClr val="000000"/>
                </a:solidFill>
              </a:defRPr>
            </a:lvl3pPr>
            <a:lvl4pPr>
              <a:buClr>
                <a:srgbClr val="662C57"/>
              </a:buClr>
              <a:defRPr sz="1600">
                <a:solidFill>
                  <a:srgbClr val="000000"/>
                </a:solidFill>
              </a:defRPr>
            </a:lvl4pPr>
            <a:lvl5pPr>
              <a:buClr>
                <a:srgbClr val="662C57"/>
              </a:buClr>
              <a:defRPr sz="1600">
                <a:solidFill>
                  <a:srgbClr val="000000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16" name="Picture 3"/>
          <p:cNvPicPr>
            <a:picLocks noChangeAspect="1" noChangeArrowheads="1"/>
          </p:cNvPicPr>
          <p:nvPr userDrawn="1"/>
        </p:nvPicPr>
        <p:blipFill rotWithShape="1">
          <a:blip r:embed="rId2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10951"/>
          <a:stretch/>
        </p:blipFill>
        <p:spPr bwMode="auto">
          <a:xfrm>
            <a:off x="5486400" y="1282700"/>
            <a:ext cx="914400" cy="5499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87553364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6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 userDrawn="1"/>
        </p:nvSpPr>
        <p:spPr>
          <a:xfrm rot="5400000">
            <a:off x="5638332" y="-5410667"/>
            <a:ext cx="914402" cy="1219293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31" name="Content Placeholder 30"/>
          <p:cNvSpPr>
            <a:spLocks noGrp="1"/>
          </p:cNvSpPr>
          <p:nvPr>
            <p:ph sz="quarter" idx="13"/>
          </p:nvPr>
        </p:nvSpPr>
        <p:spPr>
          <a:xfrm>
            <a:off x="365760" y="1298448"/>
            <a:ext cx="11460480" cy="4937760"/>
          </a:xfrm>
        </p:spPr>
        <p:txBody>
          <a:bodyPr/>
          <a:lstStyle>
            <a:lvl1pPr>
              <a:buClr>
                <a:srgbClr val="A9432B"/>
              </a:buClr>
              <a:defRPr>
                <a:solidFill>
                  <a:srgbClr val="000000"/>
                </a:solidFill>
              </a:defRPr>
            </a:lvl1pPr>
            <a:lvl2pPr>
              <a:buClr>
                <a:srgbClr val="A9432B"/>
              </a:buClr>
              <a:defRPr>
                <a:solidFill>
                  <a:srgbClr val="000000"/>
                </a:solidFill>
              </a:defRPr>
            </a:lvl2pPr>
            <a:lvl3pPr>
              <a:buClr>
                <a:srgbClr val="A9432B"/>
              </a:buClr>
              <a:defRPr>
                <a:solidFill>
                  <a:srgbClr val="000000"/>
                </a:solidFill>
              </a:defRPr>
            </a:lvl3pPr>
            <a:lvl4pPr>
              <a:buClr>
                <a:srgbClr val="A9432B"/>
              </a:buClr>
              <a:defRPr>
                <a:solidFill>
                  <a:srgbClr val="000000"/>
                </a:solidFill>
              </a:defRPr>
            </a:lvl4pPr>
            <a:lvl5pPr>
              <a:buClr>
                <a:srgbClr val="A9432B"/>
              </a:buClr>
              <a:defRPr>
                <a:solidFill>
                  <a:srgbClr val="000000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Title Placeholder 1"/>
          <p:cNvSpPr>
            <a:spLocks noGrp="1"/>
          </p:cNvSpPr>
          <p:nvPr>
            <p:ph type="title"/>
          </p:nvPr>
        </p:nvSpPr>
        <p:spPr>
          <a:xfrm>
            <a:off x="368300" y="228602"/>
            <a:ext cx="11455400" cy="824135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/>
          </a:bodyPr>
          <a:lstStyle>
            <a:lvl1pPr algn="ctr">
              <a:defRPr b="1">
                <a:solidFill>
                  <a:srgbClr val="A9432B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2246595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9475533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978" y="2130426"/>
            <a:ext cx="7774425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957" y="3886200"/>
            <a:ext cx="6402467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3746043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36479607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501" y="4406901"/>
            <a:ext cx="7774425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501" y="2906713"/>
            <a:ext cx="7774425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93301798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319" y="1600201"/>
            <a:ext cx="4039652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9411" y="1600201"/>
            <a:ext cx="4039652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42804526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319" y="1535113"/>
            <a:ext cx="4041240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319" y="2174875"/>
            <a:ext cx="404124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6235" y="1535113"/>
            <a:ext cx="404282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6235" y="2174875"/>
            <a:ext cx="404282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52287880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46060386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0525638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319" y="273050"/>
            <a:ext cx="3009097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981" y="273051"/>
            <a:ext cx="5113082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319" y="1435101"/>
            <a:ext cx="3009097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3613045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755" y="4800600"/>
            <a:ext cx="5487829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755" y="612775"/>
            <a:ext cx="5487829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755" y="5367338"/>
            <a:ext cx="5487829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3601183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16128941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31127" y="274639"/>
            <a:ext cx="2057936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319" y="274639"/>
            <a:ext cx="6021368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0615717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4163E1-6C3C-60C3-2789-C3E7E63F68A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A84D3A4-B23F-3B2E-408D-8DF1D8B0F74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8080F2-B751-F031-B6FE-69EDC0E85F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2B9BBD-9BBB-25A7-41D5-DCCA420547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278240-920C-58B3-614A-1F302EDC7D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A026B6-5CDD-4028-AFCB-F4401504FF3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82528740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B15C77-9BC2-B192-4B16-4E9B70C05E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31B5D8-2228-37F5-E92F-100658DC4A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42474968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0E142B-386B-1737-E9C6-FAEC38AD55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9A76D0-7FA6-0F67-38CC-9AE4009EE6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19203393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57F155-3AC9-74B8-182F-F78DE7AC5D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3F9265-2FFD-0FDE-7AB6-CA2C2424655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40C91D0-81F3-C1DE-D627-0F15E6AA3BA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01709542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1D3BD0-D992-87FA-F121-40EF7F15E7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1B9A1E-8425-AAAC-A4EF-5C14EDE752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AF33098-65DF-716A-4270-8B037B243E9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CCAF85E-7457-56FC-7CCA-E5FA3279BF1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87F51DF-B01D-B7B2-73C0-3B32809E30B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44871080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18ECCF-340C-CD3E-C2D5-8749FDE8D1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13264735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2093933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3E076A-4A60-1EF6-18EF-0CC70C4B07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7E987A-C2F5-3E87-0B70-97263EDE0F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5BAEAAC-A628-9B86-3D98-5544703872A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9973750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92FB26-0933-6834-6FB9-FFB7D9CDA4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60292AD-78E9-3F9E-1AF3-9880D1B9F9B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5EF03C5-C56C-38EC-872B-1FD90EA640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65332802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36CEA1-ED6E-34C2-B846-352AD62A0B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7326751-8CD1-BB97-ECE4-857D87C0380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83398604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9DF36A2-1BA2-312B-1F1B-B56756E6098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09E123B-8F1C-5AF7-49CC-E82E7B509C1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666036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09600" y="1600200"/>
            <a:ext cx="5384800" cy="4495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4495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7373298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+ 1 column" type="tx">
  <p:cSld name="Title + 1 column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Shape 62"/>
          <p:cNvGrpSpPr/>
          <p:nvPr/>
        </p:nvGrpSpPr>
        <p:grpSpPr>
          <a:xfrm>
            <a:off x="-6" y="54"/>
            <a:ext cx="9429907" cy="1769753"/>
            <a:chOff x="-4" y="40"/>
            <a:chExt cx="7072430" cy="1327315"/>
          </a:xfrm>
        </p:grpSpPr>
        <p:sp>
          <p:nvSpPr>
            <p:cNvPr id="63" name="Shape 63"/>
            <p:cNvSpPr/>
            <p:nvPr/>
          </p:nvSpPr>
          <p:spPr>
            <a:xfrm>
              <a:off x="6292649" y="126425"/>
              <a:ext cx="779700" cy="259800"/>
            </a:xfrm>
            <a:prstGeom prst="triangle">
              <a:avLst>
                <a:gd name="adj" fmla="val 32425"/>
              </a:avLst>
            </a:prstGeom>
            <a:solidFill>
              <a:srgbClr val="263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defTabSz="1219170"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latin typeface="Arvo"/>
                <a:ea typeface="Arvo"/>
                <a:cs typeface="Arvo"/>
                <a:sym typeface="Arvo"/>
              </a:endParaRPr>
            </a:p>
          </p:txBody>
        </p:sp>
        <p:grpSp>
          <p:nvGrpSpPr>
            <p:cNvPr id="3" name="Shape 64"/>
            <p:cNvGrpSpPr/>
            <p:nvPr/>
          </p:nvGrpSpPr>
          <p:grpSpPr>
            <a:xfrm rot="10800000" flipH="1">
              <a:off x="3" y="40"/>
              <a:ext cx="6756168" cy="1327315"/>
              <a:chOff x="-2168138" y="330075"/>
              <a:chExt cx="8650663" cy="1699506"/>
            </a:xfrm>
          </p:grpSpPr>
          <p:sp>
            <p:nvSpPr>
              <p:cNvPr id="65" name="Shape 65"/>
              <p:cNvSpPr/>
              <p:nvPr/>
            </p:nvSpPr>
            <p:spPr>
              <a:xfrm>
                <a:off x="-2168138" y="330081"/>
                <a:ext cx="6958200" cy="1699500"/>
              </a:xfrm>
              <a:prstGeom prst="rect">
                <a:avLst/>
              </a:prstGeom>
              <a:solidFill>
                <a:srgbClr val="C7D3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Arvo"/>
                  <a:ea typeface="Arvo"/>
                  <a:cs typeface="Arvo"/>
                  <a:sym typeface="Arvo"/>
                </a:endParaRPr>
              </a:p>
            </p:txBody>
          </p:sp>
          <p:sp>
            <p:nvSpPr>
              <p:cNvPr id="66" name="Shape 66"/>
              <p:cNvSpPr/>
              <p:nvPr/>
            </p:nvSpPr>
            <p:spPr>
              <a:xfrm>
                <a:off x="4783025" y="330075"/>
                <a:ext cx="1699500" cy="1699500"/>
              </a:xfrm>
              <a:prstGeom prst="rtTriangle">
                <a:avLst/>
              </a:prstGeom>
              <a:solidFill>
                <a:srgbClr val="C7D3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Arvo"/>
                  <a:ea typeface="Arvo"/>
                  <a:cs typeface="Arvo"/>
                  <a:sym typeface="Arvo"/>
                </a:endParaRPr>
              </a:p>
            </p:txBody>
          </p:sp>
        </p:grpSp>
        <p:grpSp>
          <p:nvGrpSpPr>
            <p:cNvPr id="4" name="Shape 67"/>
            <p:cNvGrpSpPr/>
            <p:nvPr/>
          </p:nvGrpSpPr>
          <p:grpSpPr>
            <a:xfrm rot="10800000" flipH="1">
              <a:off x="-4" y="381007"/>
              <a:ext cx="7072430" cy="771744"/>
              <a:chOff x="-9092084" y="330075"/>
              <a:chExt cx="15574609" cy="1699501"/>
            </a:xfrm>
          </p:grpSpPr>
          <p:sp>
            <p:nvSpPr>
              <p:cNvPr id="68" name="Shape 68"/>
              <p:cNvSpPr/>
              <p:nvPr/>
            </p:nvSpPr>
            <p:spPr>
              <a:xfrm>
                <a:off x="-9092084" y="330076"/>
                <a:ext cx="13882200" cy="1699500"/>
              </a:xfrm>
              <a:prstGeom prst="rect">
                <a:avLst/>
              </a:prstGeom>
              <a:solidFill>
                <a:srgbClr val="3F537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Arvo"/>
                  <a:ea typeface="Arvo"/>
                  <a:cs typeface="Arvo"/>
                  <a:sym typeface="Arvo"/>
                </a:endParaRPr>
              </a:p>
            </p:txBody>
          </p:sp>
          <p:sp>
            <p:nvSpPr>
              <p:cNvPr id="69" name="Shape 69"/>
              <p:cNvSpPr/>
              <p:nvPr/>
            </p:nvSpPr>
            <p:spPr>
              <a:xfrm>
                <a:off x="4783025" y="330075"/>
                <a:ext cx="1699500" cy="1699500"/>
              </a:xfrm>
              <a:prstGeom prst="rtTriangle">
                <a:avLst/>
              </a:prstGeom>
              <a:solidFill>
                <a:srgbClr val="3F537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Arvo"/>
                  <a:ea typeface="Arvo"/>
                  <a:cs typeface="Arvo"/>
                  <a:sym typeface="Arvo"/>
                </a:endParaRPr>
              </a:p>
            </p:txBody>
          </p:sp>
        </p:grpSp>
      </p:grpSp>
      <p:grpSp>
        <p:nvGrpSpPr>
          <p:cNvPr id="5" name="Shape 70"/>
          <p:cNvGrpSpPr/>
          <p:nvPr/>
        </p:nvGrpSpPr>
        <p:grpSpPr>
          <a:xfrm>
            <a:off x="9262456" y="5963632"/>
            <a:ext cx="2937107" cy="894393"/>
            <a:chOff x="5575242" y="4472723"/>
            <a:chExt cx="2202830" cy="670795"/>
          </a:xfrm>
        </p:grpSpPr>
        <p:sp>
          <p:nvSpPr>
            <p:cNvPr id="71" name="Shape 71"/>
            <p:cNvSpPr/>
            <p:nvPr/>
          </p:nvSpPr>
          <p:spPr>
            <a:xfrm rot="10800000">
              <a:off x="5575242" y="4948334"/>
              <a:ext cx="394200" cy="131400"/>
            </a:xfrm>
            <a:prstGeom prst="triangle">
              <a:avLst>
                <a:gd name="adj" fmla="val 32425"/>
              </a:avLst>
            </a:prstGeom>
            <a:solidFill>
              <a:srgbClr val="D26F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defTabSz="1219170"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grpSp>
          <p:nvGrpSpPr>
            <p:cNvPr id="6" name="Shape 72"/>
            <p:cNvGrpSpPr/>
            <p:nvPr/>
          </p:nvGrpSpPr>
          <p:grpSpPr>
            <a:xfrm flipH="1">
              <a:off x="5734850" y="4472723"/>
              <a:ext cx="2040837" cy="670795"/>
              <a:chOff x="1297954" y="330075"/>
              <a:chExt cx="5169293" cy="1699506"/>
            </a:xfrm>
          </p:grpSpPr>
          <p:sp>
            <p:nvSpPr>
              <p:cNvPr id="73" name="Shape 73"/>
              <p:cNvSpPr/>
              <p:nvPr/>
            </p:nvSpPr>
            <p:spPr>
              <a:xfrm>
                <a:off x="1297954" y="330081"/>
                <a:ext cx="3476700" cy="1699500"/>
              </a:xfrm>
              <a:prstGeom prst="rect">
                <a:avLst/>
              </a:prstGeom>
              <a:solidFill>
                <a:srgbClr val="C7D3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cs typeface="Arial"/>
                  <a:sym typeface="Arial"/>
                </a:endParaRPr>
              </a:p>
            </p:txBody>
          </p:sp>
          <p:sp>
            <p:nvSpPr>
              <p:cNvPr id="74" name="Shape 74"/>
              <p:cNvSpPr/>
              <p:nvPr/>
            </p:nvSpPr>
            <p:spPr>
              <a:xfrm>
                <a:off x="4767747" y="330075"/>
                <a:ext cx="1699500" cy="1699500"/>
              </a:xfrm>
              <a:prstGeom prst="rtTriangle">
                <a:avLst/>
              </a:prstGeom>
              <a:solidFill>
                <a:srgbClr val="C7D3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cs typeface="Arial"/>
                  <a:sym typeface="Arial"/>
                </a:endParaRPr>
              </a:p>
            </p:txBody>
          </p:sp>
        </p:grpSp>
        <p:grpSp>
          <p:nvGrpSpPr>
            <p:cNvPr id="7" name="Shape 75"/>
            <p:cNvGrpSpPr/>
            <p:nvPr/>
          </p:nvGrpSpPr>
          <p:grpSpPr>
            <a:xfrm flipH="1">
              <a:off x="5578209" y="4646738"/>
              <a:ext cx="2199863" cy="304563"/>
              <a:chOff x="-5827153" y="330075"/>
              <a:chExt cx="12276019" cy="1699569"/>
            </a:xfrm>
          </p:grpSpPr>
          <p:sp>
            <p:nvSpPr>
              <p:cNvPr id="76" name="Shape 76"/>
              <p:cNvSpPr/>
              <p:nvPr/>
            </p:nvSpPr>
            <p:spPr>
              <a:xfrm>
                <a:off x="-5827153" y="330144"/>
                <a:ext cx="10612200" cy="1699500"/>
              </a:xfrm>
              <a:prstGeom prst="rect">
                <a:avLst/>
              </a:prstGeom>
              <a:solidFill>
                <a:srgbClr val="FF98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cs typeface="Arial"/>
                  <a:sym typeface="Arial"/>
                </a:endParaRPr>
              </a:p>
            </p:txBody>
          </p:sp>
          <p:sp>
            <p:nvSpPr>
              <p:cNvPr id="77" name="Shape 77"/>
              <p:cNvSpPr/>
              <p:nvPr/>
            </p:nvSpPr>
            <p:spPr>
              <a:xfrm>
                <a:off x="4749366" y="330075"/>
                <a:ext cx="1699500" cy="1699500"/>
              </a:xfrm>
              <a:prstGeom prst="rtTriangle">
                <a:avLst/>
              </a:prstGeom>
              <a:solidFill>
                <a:srgbClr val="FF98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cs typeface="Arial"/>
                  <a:sym typeface="Arial"/>
                </a:endParaRPr>
              </a:p>
            </p:txBody>
          </p:sp>
        </p:grpSp>
      </p:grpSp>
      <p:sp>
        <p:nvSpPr>
          <p:cNvPr id="78" name="Shape 78"/>
          <p:cNvSpPr txBox="1">
            <a:spLocks noGrp="1"/>
          </p:cNvSpPr>
          <p:nvPr>
            <p:ph type="title"/>
          </p:nvPr>
        </p:nvSpPr>
        <p:spPr>
          <a:xfrm>
            <a:off x="1085700" y="523433"/>
            <a:ext cx="7323200" cy="1021600"/>
          </a:xfrm>
          <a:prstGeom prst="rect">
            <a:avLst/>
          </a:prstGeom>
        </p:spPr>
        <p:txBody>
          <a:bodyPr spcFirstLastPara="1" wrap="square" lIns="91425" tIns="91425" rIns="91425" bIns="91425" anchor="ctr" anchorCtr="0"/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>
            <a:endParaRPr/>
          </a:p>
        </p:txBody>
      </p:sp>
      <p:sp>
        <p:nvSpPr>
          <p:cNvPr id="79" name="Shape 79"/>
          <p:cNvSpPr txBox="1">
            <a:spLocks noGrp="1"/>
          </p:cNvSpPr>
          <p:nvPr>
            <p:ph type="body" idx="1"/>
          </p:nvPr>
        </p:nvSpPr>
        <p:spPr>
          <a:xfrm>
            <a:off x="1085700" y="1769800"/>
            <a:ext cx="8176800" cy="4194000"/>
          </a:xfrm>
          <a:prstGeom prst="rect">
            <a:avLst/>
          </a:prstGeom>
        </p:spPr>
        <p:txBody>
          <a:bodyPr spcFirstLastPara="1" wrap="square" lIns="91425" tIns="91425" rIns="91425" bIns="91425" anchor="ctr" anchorCtr="0"/>
          <a:lstStyle>
            <a:lvl1pPr marL="609585" lvl="0" indent="-507987">
              <a:spcBef>
                <a:spcPts val="800"/>
              </a:spcBef>
              <a:spcAft>
                <a:spcPts val="0"/>
              </a:spcAft>
              <a:buSzPts val="2400"/>
              <a:buChar char="▰"/>
              <a:defRPr/>
            </a:lvl1pPr>
            <a:lvl2pPr marL="1219170" lvl="1" indent="-507987">
              <a:spcBef>
                <a:spcPts val="1333"/>
              </a:spcBef>
              <a:spcAft>
                <a:spcPts val="0"/>
              </a:spcAft>
              <a:buSzPts val="2400"/>
              <a:buChar char="▻"/>
              <a:defRPr/>
            </a:lvl2pPr>
            <a:lvl3pPr marL="1828754" lvl="2" indent="-507987">
              <a:spcBef>
                <a:spcPts val="1333"/>
              </a:spcBef>
              <a:spcAft>
                <a:spcPts val="0"/>
              </a:spcAft>
              <a:buSzPts val="2400"/>
              <a:buChar char="▻"/>
              <a:defRPr/>
            </a:lvl3pPr>
            <a:lvl4pPr marL="2438339" lvl="3" indent="-507987">
              <a:spcBef>
                <a:spcPts val="1333"/>
              </a:spcBef>
              <a:spcAft>
                <a:spcPts val="0"/>
              </a:spcAft>
              <a:buSzPts val="2400"/>
              <a:buChar char="▻"/>
              <a:defRPr/>
            </a:lvl4pPr>
            <a:lvl5pPr marL="3047924" lvl="4" indent="-507987">
              <a:spcBef>
                <a:spcPts val="1333"/>
              </a:spcBef>
              <a:spcAft>
                <a:spcPts val="0"/>
              </a:spcAft>
              <a:buSzPts val="2400"/>
              <a:buChar char="▻"/>
              <a:defRPr/>
            </a:lvl5pPr>
            <a:lvl6pPr marL="3657509" lvl="5" indent="-507987">
              <a:spcBef>
                <a:spcPts val="1333"/>
              </a:spcBef>
              <a:spcAft>
                <a:spcPts val="0"/>
              </a:spcAft>
              <a:buSzPts val="2400"/>
              <a:buChar char="▻"/>
              <a:defRPr/>
            </a:lvl6pPr>
            <a:lvl7pPr marL="4267093" lvl="6" indent="-507987">
              <a:spcBef>
                <a:spcPts val="1333"/>
              </a:spcBef>
              <a:spcAft>
                <a:spcPts val="0"/>
              </a:spcAft>
              <a:buSzPts val="2400"/>
              <a:buChar char="▻"/>
              <a:defRPr/>
            </a:lvl7pPr>
            <a:lvl8pPr marL="4876678" lvl="7" indent="-507987">
              <a:spcBef>
                <a:spcPts val="1333"/>
              </a:spcBef>
              <a:spcAft>
                <a:spcPts val="0"/>
              </a:spcAft>
              <a:buSzPts val="2400"/>
              <a:buChar char="▻"/>
              <a:defRPr/>
            </a:lvl8pPr>
            <a:lvl9pPr marL="5486263" lvl="8" indent="-507987">
              <a:spcBef>
                <a:spcPts val="1333"/>
              </a:spcBef>
              <a:spcAft>
                <a:spcPts val="1333"/>
              </a:spcAft>
              <a:buSzPts val="2400"/>
              <a:buChar char="▻"/>
              <a:defRPr/>
            </a:lvl9pPr>
          </a:lstStyle>
          <a:p>
            <a:endParaRPr/>
          </a:p>
        </p:txBody>
      </p:sp>
      <p:sp>
        <p:nvSpPr>
          <p:cNvPr id="80" name="Shape 80"/>
          <p:cNvSpPr txBox="1">
            <a:spLocks noGrp="1"/>
          </p:cNvSpPr>
          <p:nvPr>
            <p:ph type="sldNum" idx="12"/>
          </p:nvPr>
        </p:nvSpPr>
        <p:spPr>
          <a:xfrm>
            <a:off x="10157333" y="6182000"/>
            <a:ext cx="1983200" cy="42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295487004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08DD0829-95D3-46D8-B093-1413418E39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1782" y="681037"/>
            <a:ext cx="10154446" cy="538163"/>
          </a:xfrm>
        </p:spPr>
        <p:txBody>
          <a:bodyPr>
            <a:noAutofit/>
          </a:bodyPr>
          <a:lstStyle>
            <a:lvl1pPr algn="l">
              <a:defRPr sz="3200" b="1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  <a:endParaRPr lang="en-IN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E6C835F-8A38-40CA-AD16-1AC58DCCF624}"/>
              </a:ext>
            </a:extLst>
          </p:cNvPr>
          <p:cNvCxnSpPr>
            <a:cxnSpLocks/>
          </p:cNvCxnSpPr>
          <p:nvPr userDrawn="1"/>
        </p:nvCxnSpPr>
        <p:spPr>
          <a:xfrm>
            <a:off x="411480" y="1386840"/>
            <a:ext cx="11414760" cy="0"/>
          </a:xfrm>
          <a:prstGeom prst="line">
            <a:avLst/>
          </a:prstGeom>
          <a:ln w="38100">
            <a:solidFill>
              <a:schemeClr val="bg1">
                <a:lumMod val="5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BEC412C6-39F5-496E-BCF2-BBC24EBFE035}"/>
              </a:ext>
            </a:extLst>
          </p:cNvPr>
          <p:cNvCxnSpPr>
            <a:cxnSpLocks/>
          </p:cNvCxnSpPr>
          <p:nvPr userDrawn="1"/>
        </p:nvCxnSpPr>
        <p:spPr>
          <a:xfrm>
            <a:off x="404656" y="1310640"/>
            <a:ext cx="0" cy="152400"/>
          </a:xfrm>
          <a:prstGeom prst="line">
            <a:avLst/>
          </a:prstGeom>
          <a:ln w="381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C1B64A70-1DD2-468E-A83F-96EFAC819EF3}"/>
              </a:ext>
            </a:extLst>
          </p:cNvPr>
          <p:cNvCxnSpPr>
            <a:cxnSpLocks/>
          </p:cNvCxnSpPr>
          <p:nvPr userDrawn="1"/>
        </p:nvCxnSpPr>
        <p:spPr>
          <a:xfrm>
            <a:off x="11826240" y="1310640"/>
            <a:ext cx="0" cy="152400"/>
          </a:xfrm>
          <a:prstGeom prst="line">
            <a:avLst/>
          </a:prstGeom>
          <a:ln w="381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9D3495B4-D984-4156-B4D8-0E6BDBEBDF5A}"/>
              </a:ext>
            </a:extLst>
          </p:cNvPr>
          <p:cNvSpPr/>
          <p:nvPr userDrawn="1"/>
        </p:nvSpPr>
        <p:spPr>
          <a:xfrm>
            <a:off x="0" y="681037"/>
            <a:ext cx="1549400" cy="538163"/>
          </a:xfrm>
          <a:custGeom>
            <a:avLst/>
            <a:gdLst>
              <a:gd name="connsiteX0" fmla="*/ 0 w 1549400"/>
              <a:gd name="connsiteY0" fmla="*/ 0 h 538163"/>
              <a:gd name="connsiteX1" fmla="*/ 1359525 w 1549400"/>
              <a:gd name="connsiteY1" fmla="*/ 0 h 538163"/>
              <a:gd name="connsiteX2" fmla="*/ 1549400 w 1549400"/>
              <a:gd name="connsiteY2" fmla="*/ 189875 h 538163"/>
              <a:gd name="connsiteX3" fmla="*/ 1549400 w 1549400"/>
              <a:gd name="connsiteY3" fmla="*/ 348288 h 538163"/>
              <a:gd name="connsiteX4" fmla="*/ 1359525 w 1549400"/>
              <a:gd name="connsiteY4" fmla="*/ 538163 h 538163"/>
              <a:gd name="connsiteX5" fmla="*/ 0 w 1549400"/>
              <a:gd name="connsiteY5" fmla="*/ 538163 h 5381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549400" h="538163">
                <a:moveTo>
                  <a:pt x="0" y="0"/>
                </a:moveTo>
                <a:lnTo>
                  <a:pt x="1359525" y="0"/>
                </a:lnTo>
                <a:cubicBezTo>
                  <a:pt x="1464390" y="0"/>
                  <a:pt x="1549400" y="85010"/>
                  <a:pt x="1549400" y="189875"/>
                </a:cubicBezTo>
                <a:lnTo>
                  <a:pt x="1549400" y="348288"/>
                </a:lnTo>
                <a:cubicBezTo>
                  <a:pt x="1549400" y="453153"/>
                  <a:pt x="1464390" y="538163"/>
                  <a:pt x="1359525" y="538163"/>
                </a:cubicBezTo>
                <a:lnTo>
                  <a:pt x="0" y="538163"/>
                </a:lnTo>
                <a:close/>
              </a:path>
            </a:pathLst>
          </a:custGeom>
          <a:solidFill>
            <a:srgbClr val="A8261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30534073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8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2FEF7DE1-51DA-4A3C-9EA8-305BF43A55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1782" y="681037"/>
            <a:ext cx="10154446" cy="538163"/>
          </a:xfrm>
        </p:spPr>
        <p:txBody>
          <a:bodyPr>
            <a:noAutofit/>
          </a:bodyPr>
          <a:lstStyle>
            <a:lvl1pPr>
              <a:defRPr sz="3200" b="1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0F818502-EE7D-47C5-BAC6-32E7714A0F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1480" y="1630680"/>
            <a:ext cx="11414754" cy="454628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0782BCD-4510-4937-9C1E-F95F6544E965}"/>
              </a:ext>
            </a:extLst>
          </p:cNvPr>
          <p:cNvCxnSpPr>
            <a:cxnSpLocks/>
          </p:cNvCxnSpPr>
          <p:nvPr userDrawn="1"/>
        </p:nvCxnSpPr>
        <p:spPr>
          <a:xfrm>
            <a:off x="411480" y="1386840"/>
            <a:ext cx="11414760" cy="0"/>
          </a:xfrm>
          <a:prstGeom prst="line">
            <a:avLst/>
          </a:prstGeom>
          <a:ln w="38100">
            <a:solidFill>
              <a:schemeClr val="bg1">
                <a:lumMod val="5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A322E42A-9523-4852-99DB-67E76B0D404D}"/>
              </a:ext>
            </a:extLst>
          </p:cNvPr>
          <p:cNvCxnSpPr>
            <a:cxnSpLocks/>
          </p:cNvCxnSpPr>
          <p:nvPr userDrawn="1"/>
        </p:nvCxnSpPr>
        <p:spPr>
          <a:xfrm>
            <a:off x="404656" y="1310640"/>
            <a:ext cx="0" cy="152400"/>
          </a:xfrm>
          <a:prstGeom prst="line">
            <a:avLst/>
          </a:prstGeom>
          <a:ln w="381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6DDDE1E1-2256-42EE-8EA5-A7A3D716556A}"/>
              </a:ext>
            </a:extLst>
          </p:cNvPr>
          <p:cNvCxnSpPr>
            <a:cxnSpLocks/>
          </p:cNvCxnSpPr>
          <p:nvPr userDrawn="1"/>
        </p:nvCxnSpPr>
        <p:spPr>
          <a:xfrm>
            <a:off x="11826240" y="1310640"/>
            <a:ext cx="0" cy="152400"/>
          </a:xfrm>
          <a:prstGeom prst="line">
            <a:avLst/>
          </a:prstGeom>
          <a:ln w="381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47E4FA80-BAA4-4EE2-BE37-23B240E6BBE0}"/>
              </a:ext>
            </a:extLst>
          </p:cNvPr>
          <p:cNvSpPr/>
          <p:nvPr userDrawn="1"/>
        </p:nvSpPr>
        <p:spPr>
          <a:xfrm>
            <a:off x="0" y="681037"/>
            <a:ext cx="1549400" cy="538163"/>
          </a:xfrm>
          <a:custGeom>
            <a:avLst/>
            <a:gdLst>
              <a:gd name="connsiteX0" fmla="*/ 0 w 1549400"/>
              <a:gd name="connsiteY0" fmla="*/ 0 h 538163"/>
              <a:gd name="connsiteX1" fmla="*/ 1359525 w 1549400"/>
              <a:gd name="connsiteY1" fmla="*/ 0 h 538163"/>
              <a:gd name="connsiteX2" fmla="*/ 1549400 w 1549400"/>
              <a:gd name="connsiteY2" fmla="*/ 189875 h 538163"/>
              <a:gd name="connsiteX3" fmla="*/ 1549400 w 1549400"/>
              <a:gd name="connsiteY3" fmla="*/ 348288 h 538163"/>
              <a:gd name="connsiteX4" fmla="*/ 1359525 w 1549400"/>
              <a:gd name="connsiteY4" fmla="*/ 538163 h 538163"/>
              <a:gd name="connsiteX5" fmla="*/ 0 w 1549400"/>
              <a:gd name="connsiteY5" fmla="*/ 538163 h 5381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549400" h="538163">
                <a:moveTo>
                  <a:pt x="0" y="0"/>
                </a:moveTo>
                <a:lnTo>
                  <a:pt x="1359525" y="0"/>
                </a:lnTo>
                <a:cubicBezTo>
                  <a:pt x="1464390" y="0"/>
                  <a:pt x="1549400" y="85010"/>
                  <a:pt x="1549400" y="189875"/>
                </a:cubicBezTo>
                <a:lnTo>
                  <a:pt x="1549400" y="348288"/>
                </a:lnTo>
                <a:cubicBezTo>
                  <a:pt x="1549400" y="453153"/>
                  <a:pt x="1464390" y="538163"/>
                  <a:pt x="1359525" y="538163"/>
                </a:cubicBezTo>
                <a:lnTo>
                  <a:pt x="0" y="538163"/>
                </a:lnTo>
                <a:close/>
              </a:path>
            </a:pathLst>
          </a:custGeom>
          <a:solidFill>
            <a:srgbClr val="A8261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74246178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00341739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57F155-3AC9-74B8-182F-F78DE7AC5D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3F9265-2FFD-0FDE-7AB6-CA2C2424655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40C91D0-81F3-C1DE-D627-0F15E6AA3BA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23152667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AACAEC-7662-442B-DE97-E02FBC40ADF1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1BB7E5-A757-F0A4-DCA3-4C3AA8BC32E6}"/>
              </a:ext>
            </a:extLst>
          </p:cNvPr>
          <p:cNvSpPr txBox="1">
            <a:spLocks noGrp="1"/>
          </p:cNvSpPr>
          <p:nvPr>
            <p:ph idx="1"/>
          </p:nvPr>
        </p:nvSpPr>
        <p:spPr/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05420654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 userDrawn="1"/>
        </p:nvSpPr>
        <p:spPr>
          <a:xfrm rot="5400000">
            <a:off x="5638332" y="-5410667"/>
            <a:ext cx="914402" cy="1219293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31" name="Content Placeholder 30"/>
          <p:cNvSpPr>
            <a:spLocks noGrp="1"/>
          </p:cNvSpPr>
          <p:nvPr>
            <p:ph sz="quarter" idx="13"/>
          </p:nvPr>
        </p:nvSpPr>
        <p:spPr>
          <a:xfrm>
            <a:off x="365760" y="1298448"/>
            <a:ext cx="11460480" cy="4937760"/>
          </a:xfrm>
        </p:spPr>
        <p:txBody>
          <a:bodyPr/>
          <a:lstStyle>
            <a:lvl1pPr>
              <a:buClr>
                <a:srgbClr val="A9432B"/>
              </a:buClr>
              <a:defRPr>
                <a:solidFill>
                  <a:srgbClr val="000000"/>
                </a:solidFill>
              </a:defRPr>
            </a:lvl1pPr>
            <a:lvl2pPr>
              <a:buClr>
                <a:srgbClr val="A9432B"/>
              </a:buClr>
              <a:defRPr>
                <a:solidFill>
                  <a:srgbClr val="000000"/>
                </a:solidFill>
              </a:defRPr>
            </a:lvl2pPr>
            <a:lvl3pPr>
              <a:buClr>
                <a:srgbClr val="A9432B"/>
              </a:buClr>
              <a:defRPr>
                <a:solidFill>
                  <a:srgbClr val="000000"/>
                </a:solidFill>
              </a:defRPr>
            </a:lvl3pPr>
            <a:lvl4pPr>
              <a:buClr>
                <a:srgbClr val="A9432B"/>
              </a:buClr>
              <a:defRPr>
                <a:solidFill>
                  <a:srgbClr val="000000"/>
                </a:solidFill>
              </a:defRPr>
            </a:lvl4pPr>
            <a:lvl5pPr>
              <a:buClr>
                <a:srgbClr val="A9432B"/>
              </a:buClr>
              <a:defRPr>
                <a:solidFill>
                  <a:srgbClr val="000000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Title Placeholder 1"/>
          <p:cNvSpPr>
            <a:spLocks noGrp="1"/>
          </p:cNvSpPr>
          <p:nvPr>
            <p:ph type="title"/>
          </p:nvPr>
        </p:nvSpPr>
        <p:spPr>
          <a:xfrm>
            <a:off x="368300" y="228602"/>
            <a:ext cx="11455400" cy="838199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/>
          </a:bodyPr>
          <a:lstStyle>
            <a:lvl1pPr algn="ctr">
              <a:defRPr b="1">
                <a:solidFill>
                  <a:srgbClr val="A9432B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948394055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 userDrawn="1"/>
        </p:nvSpPr>
        <p:spPr>
          <a:xfrm rot="5400000">
            <a:off x="5638332" y="-5410667"/>
            <a:ext cx="914402" cy="1219293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31" name="Content Placeholder 30"/>
          <p:cNvSpPr>
            <a:spLocks noGrp="1"/>
          </p:cNvSpPr>
          <p:nvPr>
            <p:ph sz="quarter" idx="13"/>
          </p:nvPr>
        </p:nvSpPr>
        <p:spPr>
          <a:xfrm>
            <a:off x="365760" y="1298448"/>
            <a:ext cx="11460480" cy="4937760"/>
          </a:xfrm>
        </p:spPr>
        <p:txBody>
          <a:bodyPr/>
          <a:lstStyle>
            <a:lvl1pPr>
              <a:buClr>
                <a:srgbClr val="A9432B"/>
              </a:buClr>
              <a:defRPr>
                <a:solidFill>
                  <a:srgbClr val="000000"/>
                </a:solidFill>
              </a:defRPr>
            </a:lvl1pPr>
            <a:lvl2pPr>
              <a:buClr>
                <a:srgbClr val="A9432B"/>
              </a:buClr>
              <a:defRPr>
                <a:solidFill>
                  <a:srgbClr val="000000"/>
                </a:solidFill>
              </a:defRPr>
            </a:lvl2pPr>
            <a:lvl3pPr>
              <a:buClr>
                <a:srgbClr val="A9432B"/>
              </a:buClr>
              <a:defRPr>
                <a:solidFill>
                  <a:srgbClr val="000000"/>
                </a:solidFill>
              </a:defRPr>
            </a:lvl3pPr>
            <a:lvl4pPr>
              <a:buClr>
                <a:srgbClr val="A9432B"/>
              </a:buClr>
              <a:defRPr>
                <a:solidFill>
                  <a:srgbClr val="000000"/>
                </a:solidFill>
              </a:defRPr>
            </a:lvl4pPr>
            <a:lvl5pPr>
              <a:buClr>
                <a:srgbClr val="A9432B"/>
              </a:buClr>
              <a:defRPr>
                <a:solidFill>
                  <a:srgbClr val="000000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Title Placeholder 1"/>
          <p:cNvSpPr>
            <a:spLocks noGrp="1"/>
          </p:cNvSpPr>
          <p:nvPr>
            <p:ph type="title"/>
          </p:nvPr>
        </p:nvSpPr>
        <p:spPr>
          <a:xfrm>
            <a:off x="368300" y="228601"/>
            <a:ext cx="11455400" cy="914402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/>
          </a:bodyPr>
          <a:lstStyle>
            <a:lvl1pPr algn="ctr">
              <a:defRPr b="1">
                <a:solidFill>
                  <a:srgbClr val="A9432B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789263400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3C9F88-86E9-5CC4-3D6C-657D402BE1B8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1524003" y="1122361"/>
            <a:ext cx="9144000" cy="2387598"/>
          </a:xfrm>
        </p:spPr>
        <p:txBody>
          <a:bodyPr anchor="b" anchorCtr="1"/>
          <a:lstStyle>
            <a:lvl1pPr algn="ctr">
              <a:defRPr sz="6000"/>
            </a:lvl1pPr>
          </a:lstStyle>
          <a:p>
            <a:pPr lvl="0"/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8129D42-6E05-6030-F80E-A6FABF9DC6E1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524003" y="3602041"/>
            <a:ext cx="9144000" cy="1655758"/>
          </a:xfrm>
        </p:spPr>
        <p:txBody>
          <a:bodyPr anchorCtr="1"/>
          <a:lstStyle>
            <a:lvl1pPr marL="0" indent="0" algn="ctr">
              <a:buNone/>
              <a:defRPr sz="2400"/>
            </a:lvl1pPr>
          </a:lstStyle>
          <a:p>
            <a:pPr lvl="0"/>
            <a:r>
              <a:rPr lang="en-US"/>
              <a:t>Click to edit Master subtitle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94218761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AACAEC-7662-442B-DE97-E02FBC40ADF1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1BB7E5-A757-F0A4-DCA3-4C3AA8BC32E6}"/>
              </a:ext>
            </a:extLst>
          </p:cNvPr>
          <p:cNvSpPr txBox="1">
            <a:spLocks noGrp="1"/>
          </p:cNvSpPr>
          <p:nvPr>
            <p:ph idx="1"/>
          </p:nvPr>
        </p:nvSpPr>
        <p:spPr/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80076450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0E6725-11C7-8AC7-11E5-AAC81764F01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1847" y="1709735"/>
            <a:ext cx="10515600" cy="2852735"/>
          </a:xfrm>
        </p:spPr>
        <p:txBody>
          <a:bodyPr anchor="b"/>
          <a:lstStyle>
            <a:lvl1pPr>
              <a:defRPr sz="6000"/>
            </a:lvl1pPr>
          </a:lstStyle>
          <a:p>
            <a:pPr lvl="0"/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78B3E4-BD1E-2992-E55E-6E622068171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1847" y="4589465"/>
            <a:ext cx="10515600" cy="1500182"/>
          </a:xfrm>
        </p:spPr>
        <p:txBody>
          <a:bodyPr/>
          <a:lstStyle>
            <a:lvl1pPr marL="0" indent="0">
              <a:buNone/>
              <a:defRPr sz="2400">
                <a:solidFill>
                  <a:srgbClr val="767676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40083921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2A615A-0748-F8E8-2B93-7AC67AD50D2B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589835-CA8A-4EF0-5B61-52276E32F0E6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838203" y="1825627"/>
            <a:ext cx="5181603" cy="4351336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E66D794-E860-6C81-5A60-35231154E1DA}"/>
              </a:ext>
            </a:extLst>
          </p:cNvPr>
          <p:cNvSpPr txBox="1">
            <a:spLocks noGrp="1"/>
          </p:cNvSpPr>
          <p:nvPr>
            <p:ph idx="2"/>
          </p:nvPr>
        </p:nvSpPr>
        <p:spPr>
          <a:xfrm>
            <a:off x="6172200" y="1825627"/>
            <a:ext cx="5181603" cy="4351336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71983420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FA5897-1ECD-873E-84D3-41BFF8AF3FE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9784" y="365129"/>
            <a:ext cx="10515600" cy="1325559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ECCF8A-8FFE-B9BF-52CE-5454D38EEAF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9784" y="1681160"/>
            <a:ext cx="5157782" cy="823910"/>
          </a:xfrm>
        </p:spPr>
        <p:txBody>
          <a:bodyPr anchor="b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080B978-03DA-B019-265D-0BAE53546179}"/>
              </a:ext>
            </a:extLst>
          </p:cNvPr>
          <p:cNvSpPr txBox="1">
            <a:spLocks noGrp="1"/>
          </p:cNvSpPr>
          <p:nvPr>
            <p:ph idx="2"/>
          </p:nvPr>
        </p:nvSpPr>
        <p:spPr>
          <a:xfrm>
            <a:off x="839784" y="2505071"/>
            <a:ext cx="5157782" cy="3684583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011E5E9-54B5-1CB7-85AA-72865A708F4F}"/>
              </a:ext>
            </a:extLst>
          </p:cNvPr>
          <p:cNvSpPr txBox="1">
            <a:spLocks noGrp="1"/>
          </p:cNvSpPr>
          <p:nvPr>
            <p:ph type="body" idx="3"/>
          </p:nvPr>
        </p:nvSpPr>
        <p:spPr>
          <a:xfrm>
            <a:off x="6172200" y="1681160"/>
            <a:ext cx="5183184" cy="823910"/>
          </a:xfrm>
        </p:spPr>
        <p:txBody>
          <a:bodyPr anchor="b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F48F26A-AB96-0F7E-6D39-692237F77A55}"/>
              </a:ext>
            </a:extLst>
          </p:cNvPr>
          <p:cNvSpPr txBox="1">
            <a:spLocks noGrp="1"/>
          </p:cNvSpPr>
          <p:nvPr>
            <p:ph idx="4"/>
          </p:nvPr>
        </p:nvSpPr>
        <p:spPr>
          <a:xfrm>
            <a:off x="6172200" y="2505071"/>
            <a:ext cx="5183184" cy="3684583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27401766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62DE27-564F-909C-2474-F9B9D491ABE6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71036298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04720555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2C1298-7628-BFDD-D448-3ED5060CF33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9784" y="457200"/>
            <a:ext cx="3932240" cy="1600200"/>
          </a:xfrm>
        </p:spPr>
        <p:txBody>
          <a:bodyPr anchor="b"/>
          <a:lstStyle>
            <a:lvl1pPr>
              <a:defRPr sz="3200"/>
            </a:lvl1pPr>
          </a:lstStyle>
          <a:p>
            <a:pPr lvl="0"/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25A0D2-6B79-78A9-264D-4051A8817D0E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5183184" y="987423"/>
            <a:ext cx="6172200" cy="487362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17D71C3-71E0-D242-A6AD-90036E7E37A7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839784" y="2057400"/>
            <a:ext cx="3932240" cy="3811584"/>
          </a:xfrm>
        </p:spPr>
        <p:txBody>
          <a:bodyPr/>
          <a:lstStyle>
            <a:lvl1pPr marL="0" indent="0">
              <a:buNone/>
              <a:defRPr sz="16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CA37B5-D886-E370-2885-12BA7BE9BDEE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9FD2DA2-D24D-6A82-7B14-AE6FABFF30D9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05E9A08-69FE-3525-F234-68C458DA827A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AE1850F8-7832-4952-B4BD-14C3E99DE1D8}" type="slidenum"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43080886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0382B1-7FB7-0AD0-C6A5-0AB70BAF624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9784" y="457200"/>
            <a:ext cx="3932240" cy="1600200"/>
          </a:xfrm>
        </p:spPr>
        <p:txBody>
          <a:bodyPr anchor="b"/>
          <a:lstStyle>
            <a:lvl1pPr>
              <a:defRPr sz="3200"/>
            </a:lvl1pPr>
          </a:lstStyle>
          <a:p>
            <a:pPr lvl="0"/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2F0B88E-3309-371B-8826-D39EB1724CD8}"/>
              </a:ext>
            </a:extLst>
          </p:cNvPr>
          <p:cNvSpPr txBox="1">
            <a:spLocks noGrp="1"/>
          </p:cNvSpPr>
          <p:nvPr>
            <p:ph type="pic" idx="1"/>
          </p:nvPr>
        </p:nvSpPr>
        <p:spPr>
          <a:xfrm>
            <a:off x="5183184" y="987423"/>
            <a:ext cx="6172200" cy="4873623"/>
          </a:xfrm>
        </p:spPr>
        <p:txBody>
          <a:bodyPr/>
          <a:lstStyle>
            <a:lvl1pPr marL="0" indent="0">
              <a:buNone/>
              <a:defRPr lang="en-IN" sz="3200"/>
            </a:lvl1pPr>
          </a:lstStyle>
          <a:p>
            <a:pPr lvl="0"/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0B053A5-672B-38C1-1923-B1F2ACB1B65A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839784" y="2057400"/>
            <a:ext cx="3932240" cy="3811584"/>
          </a:xfrm>
        </p:spPr>
        <p:txBody>
          <a:bodyPr/>
          <a:lstStyle>
            <a:lvl1pPr marL="0" indent="0">
              <a:buNone/>
              <a:defRPr sz="16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9856987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C1B396-7FE9-DBA8-015B-F373BB56C74D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8618F8A-332B-1E08-CA2B-8890CB0E4CFA}"/>
              </a:ext>
            </a:extLst>
          </p:cNvPr>
          <p:cNvSpPr txBox="1"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58133081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C45EEB9-6A47-2E58-EC44-0FA558BC00EC}"/>
              </a:ext>
            </a:extLst>
          </p:cNvPr>
          <p:cNvSpPr txBox="1">
            <a:spLocks noGrp="1"/>
          </p:cNvSpPr>
          <p:nvPr>
            <p:ph type="title" orient="vert"/>
          </p:nvPr>
        </p:nvSpPr>
        <p:spPr>
          <a:xfrm>
            <a:off x="8724903" y="365129"/>
            <a:ext cx="2628899" cy="5811834"/>
          </a:xfrm>
        </p:spPr>
        <p:txBody>
          <a:bodyPr vert="eaVert"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F367C5A-CAC2-FCA2-7F34-F582BBEE0267}"/>
              </a:ext>
            </a:extLst>
          </p:cNvPr>
          <p:cNvSpPr txBox="1">
            <a:spLocks noGrp="1"/>
          </p:cNvSpPr>
          <p:nvPr>
            <p:ph type="body" orient="vert" idx="1"/>
          </p:nvPr>
        </p:nvSpPr>
        <p:spPr>
          <a:xfrm>
            <a:off x="838203" y="365129"/>
            <a:ext cx="7734296" cy="5811834"/>
          </a:xfrm>
        </p:spPr>
        <p:txBody>
          <a:bodyPr vert="eaVert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0170320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5">
            <a:extLst>
              <a:ext uri="{FF2B5EF4-FFF2-40B4-BE49-F238E27FC236}">
                <a16:creationId xmlns:a16="http://schemas.microsoft.com/office/drawing/2014/main" id="{D53AEF42-15E7-649A-BE0F-3BDA462B102A}"/>
              </a:ext>
            </a:extLst>
          </p:cNvPr>
          <p:cNvSpPr/>
          <p:nvPr/>
        </p:nvSpPr>
        <p:spPr>
          <a:xfrm>
            <a:off x="-1591" y="0"/>
            <a:ext cx="9312277" cy="685800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0"/>
              <a:gd name="f6" fmla="val 5867"/>
              <a:gd name="f7" fmla="val 4320"/>
              <a:gd name="f8" fmla="val 3187"/>
              <a:gd name="f9" fmla="val 3717"/>
              <a:gd name="f10" fmla="val 3993"/>
              <a:gd name="f11" fmla="val 4197"/>
              <a:gd name="f12" fmla="val 3574"/>
              <a:gd name="f13" fmla="val 4630"/>
              <a:gd name="f14" fmla="val 3063"/>
              <a:gd name="f15" fmla="val 5097"/>
              <a:gd name="f16" fmla="val 2509"/>
              <a:gd name="f17" fmla="val 5447"/>
              <a:gd name="f18" fmla="val 1824"/>
              <a:gd name="f19" fmla="val 5669"/>
              <a:gd name="f20" fmla="val 1003"/>
              <a:gd name="f21" fmla="val 5752"/>
              <a:gd name="f22" fmla="val 692"/>
              <a:gd name="f23" fmla="val 5818"/>
              <a:gd name="f24" fmla="val 357"/>
              <a:gd name="f25" fmla="+- 0 0 -90"/>
              <a:gd name="f26" fmla="*/ f3 1 5867"/>
              <a:gd name="f27" fmla="*/ f4 1 4320"/>
              <a:gd name="f28" fmla="+- f7 0 f5"/>
              <a:gd name="f29" fmla="+- f6 0 f5"/>
              <a:gd name="f30" fmla="*/ f25 f0 1"/>
              <a:gd name="f31" fmla="*/ f29 1 5867"/>
              <a:gd name="f32" fmla="*/ f28 1 4320"/>
              <a:gd name="f33" fmla="*/ 0 f29 1"/>
              <a:gd name="f34" fmla="*/ 0 f28 1"/>
              <a:gd name="f35" fmla="*/ 4320 f28 1"/>
              <a:gd name="f36" fmla="*/ 3187 f29 1"/>
              <a:gd name="f37" fmla="*/ 4630 f29 1"/>
              <a:gd name="f38" fmla="*/ 3063 f28 1"/>
              <a:gd name="f39" fmla="*/ 5669 f29 1"/>
              <a:gd name="f40" fmla="*/ 1003 f28 1"/>
              <a:gd name="f41" fmla="*/ 5867 f29 1"/>
              <a:gd name="f42" fmla="*/ f30 1 f2"/>
              <a:gd name="f43" fmla="*/ f33 1 5867"/>
              <a:gd name="f44" fmla="*/ f34 1 4320"/>
              <a:gd name="f45" fmla="*/ f35 1 4320"/>
              <a:gd name="f46" fmla="*/ f36 1 5867"/>
              <a:gd name="f47" fmla="*/ f37 1 5867"/>
              <a:gd name="f48" fmla="*/ f38 1 4320"/>
              <a:gd name="f49" fmla="*/ f39 1 5867"/>
              <a:gd name="f50" fmla="*/ f40 1 4320"/>
              <a:gd name="f51" fmla="*/ f41 1 5867"/>
              <a:gd name="f52" fmla="*/ 0 1 f31"/>
              <a:gd name="f53" fmla="*/ f6 1 f31"/>
              <a:gd name="f54" fmla="*/ 0 1 f32"/>
              <a:gd name="f55" fmla="*/ f7 1 f32"/>
              <a:gd name="f56" fmla="+- f42 0 f1"/>
              <a:gd name="f57" fmla="*/ f43 1 f31"/>
              <a:gd name="f58" fmla="*/ f44 1 f32"/>
              <a:gd name="f59" fmla="*/ f45 1 f32"/>
              <a:gd name="f60" fmla="*/ f46 1 f31"/>
              <a:gd name="f61" fmla="*/ f47 1 f31"/>
              <a:gd name="f62" fmla="*/ f48 1 f32"/>
              <a:gd name="f63" fmla="*/ f49 1 f31"/>
              <a:gd name="f64" fmla="*/ f50 1 f32"/>
              <a:gd name="f65" fmla="*/ f51 1 f31"/>
              <a:gd name="f66" fmla="*/ f52 f26 1"/>
              <a:gd name="f67" fmla="*/ f53 f26 1"/>
              <a:gd name="f68" fmla="*/ f55 f27 1"/>
              <a:gd name="f69" fmla="*/ f54 f27 1"/>
              <a:gd name="f70" fmla="*/ f57 f26 1"/>
              <a:gd name="f71" fmla="*/ f58 f27 1"/>
              <a:gd name="f72" fmla="*/ f59 f27 1"/>
              <a:gd name="f73" fmla="*/ f60 f26 1"/>
              <a:gd name="f74" fmla="*/ f61 f26 1"/>
              <a:gd name="f75" fmla="*/ f62 f27 1"/>
              <a:gd name="f76" fmla="*/ f63 f26 1"/>
              <a:gd name="f77" fmla="*/ f64 f27 1"/>
              <a:gd name="f78" fmla="*/ f65 f2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56">
                <a:pos x="f70" y="f71"/>
              </a:cxn>
              <a:cxn ang="f56">
                <a:pos x="f70" y="f72"/>
              </a:cxn>
              <a:cxn ang="f56">
                <a:pos x="f73" y="f72"/>
              </a:cxn>
              <a:cxn ang="f56">
                <a:pos x="f74" y="f75"/>
              </a:cxn>
              <a:cxn ang="f56">
                <a:pos x="f76" y="f77"/>
              </a:cxn>
              <a:cxn ang="f56">
                <a:pos x="f78" y="f71"/>
              </a:cxn>
              <a:cxn ang="f56">
                <a:pos x="f70" y="f71"/>
              </a:cxn>
            </a:cxnLst>
            <a:rect l="f66" t="f69" r="f67" b="f68"/>
            <a:pathLst>
              <a:path w="5867" h="4320">
                <a:moveTo>
                  <a:pt x="f5" y="f5"/>
                </a:moveTo>
                <a:cubicBezTo>
                  <a:pt x="f5" y="f7"/>
                  <a:pt x="f5" y="f7"/>
                  <a:pt x="f5" y="f7"/>
                </a:cubicBezTo>
                <a:cubicBezTo>
                  <a:pt x="f8" y="f7"/>
                  <a:pt x="f8" y="f7"/>
                  <a:pt x="f8" y="f7"/>
                </a:cubicBezTo>
                <a:cubicBezTo>
                  <a:pt x="f9" y="f10"/>
                  <a:pt x="f11" y="f12"/>
                  <a:pt x="f13" y="f14"/>
                </a:cubicBezTo>
                <a:cubicBezTo>
                  <a:pt x="f15" y="f16"/>
                  <a:pt x="f17" y="f18"/>
                  <a:pt x="f19" y="f20"/>
                </a:cubicBezTo>
                <a:cubicBezTo>
                  <a:pt x="f21" y="f22"/>
                  <a:pt x="f23" y="f24"/>
                  <a:pt x="f6" y="f5"/>
                </a:cubicBezTo>
                <a:lnTo>
                  <a:pt x="f5" y="f5"/>
                </a:lnTo>
                <a:close/>
              </a:path>
            </a:pathLst>
          </a:custGeom>
          <a:solidFill>
            <a:srgbClr val="00667D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IE" sz="18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2455129793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71745154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2">
            <a:extLst>
              <a:ext uri="{FF2B5EF4-FFF2-40B4-BE49-F238E27FC236}">
                <a16:creationId xmlns:a16="http://schemas.microsoft.com/office/drawing/2014/main" id="{3CC45D23-C112-4CD7-62D5-4A6E79A165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308985" cy="6858000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636CA3EB-8B7D-F2D9-5F80-59E1BB96320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31594" y="436561"/>
            <a:ext cx="5064349" cy="2482852"/>
          </a:xfrm>
        </p:spPr>
        <p:txBody>
          <a:bodyPr anchor="b"/>
          <a:lstStyle>
            <a:lvl1pPr>
              <a:lnSpc>
                <a:spcPct val="85000"/>
              </a:lnSpc>
              <a:defRPr sz="4400"/>
            </a:lvl1pPr>
          </a:lstStyle>
          <a:p>
            <a:pPr lvl="0"/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3F1AB2C8-8615-D21C-243F-5F34F55C769F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631594" y="3257550"/>
            <a:ext cx="5064349" cy="385767"/>
          </a:xfrm>
        </p:spPr>
        <p:txBody>
          <a:bodyPr>
            <a:noAutofit/>
          </a:bodyPr>
          <a:lstStyle>
            <a:lvl1pPr marL="0" indent="0">
              <a:buNone/>
              <a:defRPr b="1">
                <a:solidFill>
                  <a:srgbClr val="00667D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IE"/>
          </a:p>
        </p:txBody>
      </p:sp>
      <p:sp>
        <p:nvSpPr>
          <p:cNvPr id="7" name="Text Placeholder 10">
            <a:extLst>
              <a:ext uri="{FF2B5EF4-FFF2-40B4-BE49-F238E27FC236}">
                <a16:creationId xmlns:a16="http://schemas.microsoft.com/office/drawing/2014/main" id="{26EDFD50-C74E-C5A3-69E8-3B0FAC282308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631822" y="3657600"/>
            <a:ext cx="5064120" cy="1228725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pic>
        <p:nvPicPr>
          <p:cNvPr id="8" name="Picture 13">
            <a:extLst>
              <a:ext uri="{FF2B5EF4-FFF2-40B4-BE49-F238E27FC236}">
                <a16:creationId xmlns:a16="http://schemas.microsoft.com/office/drawing/2014/main" id="{A1A0F650-68B9-562D-8D12-B3A867861C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594" y="6232843"/>
            <a:ext cx="1677603" cy="111840"/>
          </a:xfrm>
          <a:prstGeom prst="rect">
            <a:avLst/>
          </a:prstGeom>
          <a:noFill/>
          <a:ln cap="flat">
            <a:noFill/>
          </a:ln>
        </p:spPr>
      </p:pic>
    </p:spTree>
    <p:extLst>
      <p:ext uri="{BB962C8B-B14F-4D97-AF65-F5344CB8AC3E}">
        <p14:creationId xmlns:p14="http://schemas.microsoft.com/office/powerpoint/2010/main" val="1478012269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5">
            <a:extLst>
              <a:ext uri="{FF2B5EF4-FFF2-40B4-BE49-F238E27FC236}">
                <a16:creationId xmlns:a16="http://schemas.microsoft.com/office/drawing/2014/main" id="{6A1F6C06-3DAF-30D4-CED4-9CD4BC33DD72}"/>
              </a:ext>
            </a:extLst>
          </p:cNvPr>
          <p:cNvSpPr/>
          <p:nvPr/>
        </p:nvSpPr>
        <p:spPr>
          <a:xfrm>
            <a:off x="-1591" y="0"/>
            <a:ext cx="9312277" cy="685800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0"/>
              <a:gd name="f6" fmla="val 5867"/>
              <a:gd name="f7" fmla="val 4320"/>
              <a:gd name="f8" fmla="val 3187"/>
              <a:gd name="f9" fmla="val 3717"/>
              <a:gd name="f10" fmla="val 3993"/>
              <a:gd name="f11" fmla="val 4197"/>
              <a:gd name="f12" fmla="val 3574"/>
              <a:gd name="f13" fmla="val 4630"/>
              <a:gd name="f14" fmla="val 3063"/>
              <a:gd name="f15" fmla="val 5097"/>
              <a:gd name="f16" fmla="val 2509"/>
              <a:gd name="f17" fmla="val 5447"/>
              <a:gd name="f18" fmla="val 1824"/>
              <a:gd name="f19" fmla="val 5669"/>
              <a:gd name="f20" fmla="val 1003"/>
              <a:gd name="f21" fmla="val 5752"/>
              <a:gd name="f22" fmla="val 692"/>
              <a:gd name="f23" fmla="val 5818"/>
              <a:gd name="f24" fmla="val 357"/>
              <a:gd name="f25" fmla="+- 0 0 -90"/>
              <a:gd name="f26" fmla="*/ f3 1 5867"/>
              <a:gd name="f27" fmla="*/ f4 1 4320"/>
              <a:gd name="f28" fmla="+- f7 0 f5"/>
              <a:gd name="f29" fmla="+- f6 0 f5"/>
              <a:gd name="f30" fmla="*/ f25 f0 1"/>
              <a:gd name="f31" fmla="*/ f29 1 5867"/>
              <a:gd name="f32" fmla="*/ f28 1 4320"/>
              <a:gd name="f33" fmla="*/ 0 f29 1"/>
              <a:gd name="f34" fmla="*/ 0 f28 1"/>
              <a:gd name="f35" fmla="*/ 4320 f28 1"/>
              <a:gd name="f36" fmla="*/ 3187 f29 1"/>
              <a:gd name="f37" fmla="*/ 4630 f29 1"/>
              <a:gd name="f38" fmla="*/ 3063 f28 1"/>
              <a:gd name="f39" fmla="*/ 5669 f29 1"/>
              <a:gd name="f40" fmla="*/ 1003 f28 1"/>
              <a:gd name="f41" fmla="*/ 5867 f29 1"/>
              <a:gd name="f42" fmla="*/ f30 1 f2"/>
              <a:gd name="f43" fmla="*/ f33 1 5867"/>
              <a:gd name="f44" fmla="*/ f34 1 4320"/>
              <a:gd name="f45" fmla="*/ f35 1 4320"/>
              <a:gd name="f46" fmla="*/ f36 1 5867"/>
              <a:gd name="f47" fmla="*/ f37 1 5867"/>
              <a:gd name="f48" fmla="*/ f38 1 4320"/>
              <a:gd name="f49" fmla="*/ f39 1 5867"/>
              <a:gd name="f50" fmla="*/ f40 1 4320"/>
              <a:gd name="f51" fmla="*/ f41 1 5867"/>
              <a:gd name="f52" fmla="*/ 0 1 f31"/>
              <a:gd name="f53" fmla="*/ f6 1 f31"/>
              <a:gd name="f54" fmla="*/ 0 1 f32"/>
              <a:gd name="f55" fmla="*/ f7 1 f32"/>
              <a:gd name="f56" fmla="+- f42 0 f1"/>
              <a:gd name="f57" fmla="*/ f43 1 f31"/>
              <a:gd name="f58" fmla="*/ f44 1 f32"/>
              <a:gd name="f59" fmla="*/ f45 1 f32"/>
              <a:gd name="f60" fmla="*/ f46 1 f31"/>
              <a:gd name="f61" fmla="*/ f47 1 f31"/>
              <a:gd name="f62" fmla="*/ f48 1 f32"/>
              <a:gd name="f63" fmla="*/ f49 1 f31"/>
              <a:gd name="f64" fmla="*/ f50 1 f32"/>
              <a:gd name="f65" fmla="*/ f51 1 f31"/>
              <a:gd name="f66" fmla="*/ f52 f26 1"/>
              <a:gd name="f67" fmla="*/ f53 f26 1"/>
              <a:gd name="f68" fmla="*/ f55 f27 1"/>
              <a:gd name="f69" fmla="*/ f54 f27 1"/>
              <a:gd name="f70" fmla="*/ f57 f26 1"/>
              <a:gd name="f71" fmla="*/ f58 f27 1"/>
              <a:gd name="f72" fmla="*/ f59 f27 1"/>
              <a:gd name="f73" fmla="*/ f60 f26 1"/>
              <a:gd name="f74" fmla="*/ f61 f26 1"/>
              <a:gd name="f75" fmla="*/ f62 f27 1"/>
              <a:gd name="f76" fmla="*/ f63 f26 1"/>
              <a:gd name="f77" fmla="*/ f64 f27 1"/>
              <a:gd name="f78" fmla="*/ f65 f2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56">
                <a:pos x="f70" y="f71"/>
              </a:cxn>
              <a:cxn ang="f56">
                <a:pos x="f70" y="f72"/>
              </a:cxn>
              <a:cxn ang="f56">
                <a:pos x="f73" y="f72"/>
              </a:cxn>
              <a:cxn ang="f56">
                <a:pos x="f74" y="f75"/>
              </a:cxn>
              <a:cxn ang="f56">
                <a:pos x="f76" y="f77"/>
              </a:cxn>
              <a:cxn ang="f56">
                <a:pos x="f78" y="f71"/>
              </a:cxn>
              <a:cxn ang="f56">
                <a:pos x="f70" y="f71"/>
              </a:cxn>
            </a:cxnLst>
            <a:rect l="f66" t="f69" r="f67" b="f68"/>
            <a:pathLst>
              <a:path w="5867" h="4320">
                <a:moveTo>
                  <a:pt x="f5" y="f5"/>
                </a:moveTo>
                <a:cubicBezTo>
                  <a:pt x="f5" y="f7"/>
                  <a:pt x="f5" y="f7"/>
                  <a:pt x="f5" y="f7"/>
                </a:cubicBezTo>
                <a:cubicBezTo>
                  <a:pt x="f8" y="f7"/>
                  <a:pt x="f8" y="f7"/>
                  <a:pt x="f8" y="f7"/>
                </a:cubicBezTo>
                <a:cubicBezTo>
                  <a:pt x="f9" y="f10"/>
                  <a:pt x="f11" y="f12"/>
                  <a:pt x="f13" y="f14"/>
                </a:cubicBezTo>
                <a:cubicBezTo>
                  <a:pt x="f15" y="f16"/>
                  <a:pt x="f17" y="f18"/>
                  <a:pt x="f19" y="f20"/>
                </a:cubicBezTo>
                <a:cubicBezTo>
                  <a:pt x="f21" y="f22"/>
                  <a:pt x="f23" y="f24"/>
                  <a:pt x="f6" y="f5"/>
                </a:cubicBezTo>
                <a:lnTo>
                  <a:pt x="f5" y="f5"/>
                </a:lnTo>
                <a:close/>
              </a:path>
            </a:pathLst>
          </a:custGeom>
          <a:solidFill>
            <a:srgbClr val="00667D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IE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64A21FE4-21AC-7C61-C60B-9B41566BD44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31594" y="436561"/>
            <a:ext cx="6416902" cy="1957849"/>
          </a:xfrm>
        </p:spPr>
        <p:txBody>
          <a:bodyPr anchor="b"/>
          <a:lstStyle>
            <a:lvl1pPr>
              <a:lnSpc>
                <a:spcPct val="85000"/>
              </a:lnSpc>
              <a:defRPr sz="440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F8107EA4-A580-208A-18B3-1347912116AD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631594" y="2349495"/>
            <a:ext cx="6416902" cy="1847846"/>
          </a:xfrm>
        </p:spPr>
        <p:txBody>
          <a:bodyPr>
            <a:noAutofit/>
          </a:bodyPr>
          <a:lstStyle>
            <a:lvl1pPr marL="0" indent="0">
              <a:lnSpc>
                <a:spcPct val="85000"/>
              </a:lnSpc>
              <a:buNone/>
              <a:defRPr sz="440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IE"/>
          </a:p>
        </p:txBody>
      </p:sp>
      <p:sp>
        <p:nvSpPr>
          <p:cNvPr id="5" name="Text Placeholder 10">
            <a:extLst>
              <a:ext uri="{FF2B5EF4-FFF2-40B4-BE49-F238E27FC236}">
                <a16:creationId xmlns:a16="http://schemas.microsoft.com/office/drawing/2014/main" id="{86B1D2C4-9FDE-0681-35D2-67C0F95881E9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631822" y="4458879"/>
            <a:ext cx="5064120" cy="1228725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b="1">
                <a:solidFill>
                  <a:srgbClr val="26CAD3"/>
                </a:solidFill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32116103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5">
            <a:extLst>
              <a:ext uri="{FF2B5EF4-FFF2-40B4-BE49-F238E27FC236}">
                <a16:creationId xmlns:a16="http://schemas.microsoft.com/office/drawing/2014/main" id="{13006703-B28E-F11B-D929-1081890B8289}"/>
              </a:ext>
            </a:extLst>
          </p:cNvPr>
          <p:cNvSpPr/>
          <p:nvPr/>
        </p:nvSpPr>
        <p:spPr>
          <a:xfrm>
            <a:off x="-1591" y="0"/>
            <a:ext cx="9312277" cy="685800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0"/>
              <a:gd name="f6" fmla="val 5867"/>
              <a:gd name="f7" fmla="val 4320"/>
              <a:gd name="f8" fmla="val 3187"/>
              <a:gd name="f9" fmla="val 3717"/>
              <a:gd name="f10" fmla="val 3993"/>
              <a:gd name="f11" fmla="val 4197"/>
              <a:gd name="f12" fmla="val 3574"/>
              <a:gd name="f13" fmla="val 4630"/>
              <a:gd name="f14" fmla="val 3063"/>
              <a:gd name="f15" fmla="val 5097"/>
              <a:gd name="f16" fmla="val 2509"/>
              <a:gd name="f17" fmla="val 5447"/>
              <a:gd name="f18" fmla="val 1824"/>
              <a:gd name="f19" fmla="val 5669"/>
              <a:gd name="f20" fmla="val 1003"/>
              <a:gd name="f21" fmla="val 5752"/>
              <a:gd name="f22" fmla="val 692"/>
              <a:gd name="f23" fmla="val 5818"/>
              <a:gd name="f24" fmla="val 357"/>
              <a:gd name="f25" fmla="+- 0 0 -90"/>
              <a:gd name="f26" fmla="*/ f3 1 5867"/>
              <a:gd name="f27" fmla="*/ f4 1 4320"/>
              <a:gd name="f28" fmla="+- f7 0 f5"/>
              <a:gd name="f29" fmla="+- f6 0 f5"/>
              <a:gd name="f30" fmla="*/ f25 f0 1"/>
              <a:gd name="f31" fmla="*/ f29 1 5867"/>
              <a:gd name="f32" fmla="*/ f28 1 4320"/>
              <a:gd name="f33" fmla="*/ 0 f29 1"/>
              <a:gd name="f34" fmla="*/ 0 f28 1"/>
              <a:gd name="f35" fmla="*/ 4320 f28 1"/>
              <a:gd name="f36" fmla="*/ 3187 f29 1"/>
              <a:gd name="f37" fmla="*/ 4630 f29 1"/>
              <a:gd name="f38" fmla="*/ 3063 f28 1"/>
              <a:gd name="f39" fmla="*/ 5669 f29 1"/>
              <a:gd name="f40" fmla="*/ 1003 f28 1"/>
              <a:gd name="f41" fmla="*/ 5867 f29 1"/>
              <a:gd name="f42" fmla="*/ f30 1 f2"/>
              <a:gd name="f43" fmla="*/ f33 1 5867"/>
              <a:gd name="f44" fmla="*/ f34 1 4320"/>
              <a:gd name="f45" fmla="*/ f35 1 4320"/>
              <a:gd name="f46" fmla="*/ f36 1 5867"/>
              <a:gd name="f47" fmla="*/ f37 1 5867"/>
              <a:gd name="f48" fmla="*/ f38 1 4320"/>
              <a:gd name="f49" fmla="*/ f39 1 5867"/>
              <a:gd name="f50" fmla="*/ f40 1 4320"/>
              <a:gd name="f51" fmla="*/ f41 1 5867"/>
              <a:gd name="f52" fmla="*/ 0 1 f31"/>
              <a:gd name="f53" fmla="*/ f6 1 f31"/>
              <a:gd name="f54" fmla="*/ 0 1 f32"/>
              <a:gd name="f55" fmla="*/ f7 1 f32"/>
              <a:gd name="f56" fmla="+- f42 0 f1"/>
              <a:gd name="f57" fmla="*/ f43 1 f31"/>
              <a:gd name="f58" fmla="*/ f44 1 f32"/>
              <a:gd name="f59" fmla="*/ f45 1 f32"/>
              <a:gd name="f60" fmla="*/ f46 1 f31"/>
              <a:gd name="f61" fmla="*/ f47 1 f31"/>
              <a:gd name="f62" fmla="*/ f48 1 f32"/>
              <a:gd name="f63" fmla="*/ f49 1 f31"/>
              <a:gd name="f64" fmla="*/ f50 1 f32"/>
              <a:gd name="f65" fmla="*/ f51 1 f31"/>
              <a:gd name="f66" fmla="*/ f52 f26 1"/>
              <a:gd name="f67" fmla="*/ f53 f26 1"/>
              <a:gd name="f68" fmla="*/ f55 f27 1"/>
              <a:gd name="f69" fmla="*/ f54 f27 1"/>
              <a:gd name="f70" fmla="*/ f57 f26 1"/>
              <a:gd name="f71" fmla="*/ f58 f27 1"/>
              <a:gd name="f72" fmla="*/ f59 f27 1"/>
              <a:gd name="f73" fmla="*/ f60 f26 1"/>
              <a:gd name="f74" fmla="*/ f61 f26 1"/>
              <a:gd name="f75" fmla="*/ f62 f27 1"/>
              <a:gd name="f76" fmla="*/ f63 f26 1"/>
              <a:gd name="f77" fmla="*/ f64 f27 1"/>
              <a:gd name="f78" fmla="*/ f65 f2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56">
                <a:pos x="f70" y="f71"/>
              </a:cxn>
              <a:cxn ang="f56">
                <a:pos x="f70" y="f72"/>
              </a:cxn>
              <a:cxn ang="f56">
                <a:pos x="f73" y="f72"/>
              </a:cxn>
              <a:cxn ang="f56">
                <a:pos x="f74" y="f75"/>
              </a:cxn>
              <a:cxn ang="f56">
                <a:pos x="f76" y="f77"/>
              </a:cxn>
              <a:cxn ang="f56">
                <a:pos x="f78" y="f71"/>
              </a:cxn>
              <a:cxn ang="f56">
                <a:pos x="f70" y="f71"/>
              </a:cxn>
            </a:cxnLst>
            <a:rect l="f66" t="f69" r="f67" b="f68"/>
            <a:pathLst>
              <a:path w="5867" h="4320">
                <a:moveTo>
                  <a:pt x="f5" y="f5"/>
                </a:moveTo>
                <a:cubicBezTo>
                  <a:pt x="f5" y="f7"/>
                  <a:pt x="f5" y="f7"/>
                  <a:pt x="f5" y="f7"/>
                </a:cubicBezTo>
                <a:cubicBezTo>
                  <a:pt x="f8" y="f7"/>
                  <a:pt x="f8" y="f7"/>
                  <a:pt x="f8" y="f7"/>
                </a:cubicBezTo>
                <a:cubicBezTo>
                  <a:pt x="f9" y="f10"/>
                  <a:pt x="f11" y="f12"/>
                  <a:pt x="f13" y="f14"/>
                </a:cubicBezTo>
                <a:cubicBezTo>
                  <a:pt x="f15" y="f16"/>
                  <a:pt x="f17" y="f18"/>
                  <a:pt x="f19" y="f20"/>
                </a:cubicBezTo>
                <a:cubicBezTo>
                  <a:pt x="f21" y="f22"/>
                  <a:pt x="f23" y="f24"/>
                  <a:pt x="f6" y="f5"/>
                </a:cubicBezTo>
                <a:lnTo>
                  <a:pt x="f5" y="f5"/>
                </a:lnTo>
                <a:close/>
              </a:path>
            </a:pathLst>
          </a:custGeom>
          <a:solidFill>
            <a:srgbClr val="00667D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IE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8E34227F-2ACD-4335-5633-346161E3F39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31594" y="436561"/>
            <a:ext cx="6416902" cy="1957849"/>
          </a:xfrm>
        </p:spPr>
        <p:txBody>
          <a:bodyPr anchor="b"/>
          <a:lstStyle>
            <a:lvl1pPr>
              <a:lnSpc>
                <a:spcPct val="85000"/>
              </a:lnSpc>
              <a:defRPr sz="440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F9332E11-87B4-67B6-3231-AF88218A3658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631594" y="2349495"/>
            <a:ext cx="6416902" cy="1847846"/>
          </a:xfrm>
        </p:spPr>
        <p:txBody>
          <a:bodyPr>
            <a:noAutofit/>
          </a:bodyPr>
          <a:lstStyle>
            <a:lvl1pPr marL="0" indent="0">
              <a:lnSpc>
                <a:spcPct val="85000"/>
              </a:lnSpc>
              <a:buNone/>
              <a:defRPr sz="440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IE"/>
          </a:p>
        </p:txBody>
      </p:sp>
      <p:sp>
        <p:nvSpPr>
          <p:cNvPr id="5" name="Text Placeholder 10">
            <a:extLst>
              <a:ext uri="{FF2B5EF4-FFF2-40B4-BE49-F238E27FC236}">
                <a16:creationId xmlns:a16="http://schemas.microsoft.com/office/drawing/2014/main" id="{B59DD7D8-489B-89CE-AE41-0F432FA4A7EF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631822" y="4458879"/>
            <a:ext cx="5064120" cy="1228725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b="1">
                <a:solidFill>
                  <a:srgbClr val="26CAD3"/>
                </a:solidFill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pic>
        <p:nvPicPr>
          <p:cNvPr id="6" name="Picture 15">
            <a:extLst>
              <a:ext uri="{FF2B5EF4-FFF2-40B4-BE49-F238E27FC236}">
                <a16:creationId xmlns:a16="http://schemas.microsoft.com/office/drawing/2014/main" id="{93571DC0-72B7-89C4-3E34-22F617D157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1594" y="6232843"/>
            <a:ext cx="1677603" cy="111840"/>
          </a:xfrm>
          <a:prstGeom prst="rect">
            <a:avLst/>
          </a:prstGeom>
          <a:noFill/>
          <a:ln cap="flat">
            <a:noFill/>
          </a:ln>
        </p:spPr>
      </p:pic>
    </p:spTree>
    <p:extLst>
      <p:ext uri="{BB962C8B-B14F-4D97-AF65-F5344CB8AC3E}">
        <p14:creationId xmlns:p14="http://schemas.microsoft.com/office/powerpoint/2010/main" val="3645373376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3_Title Slide"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5">
            <a:extLst>
              <a:ext uri="{FF2B5EF4-FFF2-40B4-BE49-F238E27FC236}">
                <a16:creationId xmlns:a16="http://schemas.microsoft.com/office/drawing/2014/main" id="{9A45FBA7-6C8A-BCA8-BC2D-72EADDA9C099}"/>
              </a:ext>
            </a:extLst>
          </p:cNvPr>
          <p:cNvSpPr/>
          <p:nvPr/>
        </p:nvSpPr>
        <p:spPr>
          <a:xfrm>
            <a:off x="0" y="0"/>
            <a:ext cx="7029449" cy="685800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0"/>
              <a:gd name="f6" fmla="val 4428"/>
              <a:gd name="f7" fmla="val 4320"/>
              <a:gd name="f8" fmla="val 4150"/>
              <a:gd name="f9" fmla="val 4333"/>
              <a:gd name="f10" fmla="val 3814"/>
              <a:gd name="f11" fmla="val 3278"/>
              <a:gd name="f12" fmla="val 2715"/>
              <a:gd name="f13" fmla="val 1447"/>
              <a:gd name="f14" fmla="val 3970"/>
              <a:gd name="f15" fmla="val 524"/>
              <a:gd name="f16" fmla="val 3271"/>
              <a:gd name="f17" fmla="+- 0 0 -90"/>
              <a:gd name="f18" fmla="*/ f3 1 4428"/>
              <a:gd name="f19" fmla="*/ f4 1 4320"/>
              <a:gd name="f20" fmla="+- f7 0 f5"/>
              <a:gd name="f21" fmla="+- f6 0 f5"/>
              <a:gd name="f22" fmla="*/ f17 f0 1"/>
              <a:gd name="f23" fmla="*/ f21 1 4428"/>
              <a:gd name="f24" fmla="*/ f20 1 4320"/>
              <a:gd name="f25" fmla="*/ 0 f21 1"/>
              <a:gd name="f26" fmla="*/ 4320 f20 1"/>
              <a:gd name="f27" fmla="*/ 4150 f21 1"/>
              <a:gd name="f28" fmla="*/ 4428 f21 1"/>
              <a:gd name="f29" fmla="*/ 2715 f20 1"/>
              <a:gd name="f30" fmla="*/ 3271 f21 1"/>
              <a:gd name="f31" fmla="*/ 0 f20 1"/>
              <a:gd name="f32" fmla="*/ f22 1 f2"/>
              <a:gd name="f33" fmla="*/ f25 1 4428"/>
              <a:gd name="f34" fmla="*/ f26 1 4320"/>
              <a:gd name="f35" fmla="*/ f27 1 4428"/>
              <a:gd name="f36" fmla="*/ f28 1 4428"/>
              <a:gd name="f37" fmla="*/ f29 1 4320"/>
              <a:gd name="f38" fmla="*/ f30 1 4428"/>
              <a:gd name="f39" fmla="*/ f31 1 4320"/>
              <a:gd name="f40" fmla="*/ 0 1 f23"/>
              <a:gd name="f41" fmla="*/ f6 1 f23"/>
              <a:gd name="f42" fmla="*/ 0 1 f24"/>
              <a:gd name="f43" fmla="*/ f7 1 f24"/>
              <a:gd name="f44" fmla="+- f32 0 f1"/>
              <a:gd name="f45" fmla="*/ f33 1 f23"/>
              <a:gd name="f46" fmla="*/ f34 1 f24"/>
              <a:gd name="f47" fmla="*/ f35 1 f23"/>
              <a:gd name="f48" fmla="*/ f36 1 f23"/>
              <a:gd name="f49" fmla="*/ f37 1 f24"/>
              <a:gd name="f50" fmla="*/ f38 1 f23"/>
              <a:gd name="f51" fmla="*/ f39 1 f24"/>
              <a:gd name="f52" fmla="*/ f40 f18 1"/>
              <a:gd name="f53" fmla="*/ f41 f18 1"/>
              <a:gd name="f54" fmla="*/ f43 f19 1"/>
              <a:gd name="f55" fmla="*/ f42 f19 1"/>
              <a:gd name="f56" fmla="*/ f45 f18 1"/>
              <a:gd name="f57" fmla="*/ f46 f19 1"/>
              <a:gd name="f58" fmla="*/ f47 f18 1"/>
              <a:gd name="f59" fmla="*/ f48 f18 1"/>
              <a:gd name="f60" fmla="*/ f49 f19 1"/>
              <a:gd name="f61" fmla="*/ f50 f18 1"/>
              <a:gd name="f62" fmla="*/ f51 f19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44">
                <a:pos x="f56" y="f57"/>
              </a:cxn>
              <a:cxn ang="f44">
                <a:pos x="f58" y="f57"/>
              </a:cxn>
              <a:cxn ang="f44">
                <a:pos x="f59" y="f60"/>
              </a:cxn>
              <a:cxn ang="f44">
                <a:pos x="f61" y="f62"/>
              </a:cxn>
              <a:cxn ang="f44">
                <a:pos x="f56" y="f62"/>
              </a:cxn>
              <a:cxn ang="f44">
                <a:pos x="f56" y="f57"/>
              </a:cxn>
            </a:cxnLst>
            <a:rect l="f52" t="f55" r="f53" b="f54"/>
            <a:pathLst>
              <a:path w="4428" h="4320">
                <a:moveTo>
                  <a:pt x="f5" y="f7"/>
                </a:moveTo>
                <a:cubicBezTo>
                  <a:pt x="f8" y="f7"/>
                  <a:pt x="f8" y="f7"/>
                  <a:pt x="f8" y="f7"/>
                </a:cubicBezTo>
                <a:cubicBezTo>
                  <a:pt x="f9" y="f10"/>
                  <a:pt x="f6" y="f11"/>
                  <a:pt x="f6" y="f12"/>
                </a:cubicBezTo>
                <a:cubicBezTo>
                  <a:pt x="f6" y="f13"/>
                  <a:pt x="f14" y="f15"/>
                  <a:pt x="f16" y="f5"/>
                </a:cubicBezTo>
                <a:cubicBezTo>
                  <a:pt x="f5" y="f5"/>
                  <a:pt x="f5" y="f5"/>
                  <a:pt x="f5" y="f5"/>
                </a:cubicBezTo>
                <a:lnTo>
                  <a:pt x="f5" y="f7"/>
                </a:lnTo>
                <a:close/>
              </a:path>
            </a:pathLst>
          </a:custGeom>
          <a:solidFill>
            <a:srgbClr val="FFFFFF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IE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2DBF3618-DAA6-10EB-423C-97C038864E5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31594" y="1972854"/>
            <a:ext cx="5441539" cy="1401628"/>
          </a:xfrm>
        </p:spPr>
        <p:txBody>
          <a:bodyPr anchor="b"/>
          <a:lstStyle>
            <a:lvl1pPr>
              <a:lnSpc>
                <a:spcPct val="85000"/>
              </a:lnSpc>
              <a:defRPr sz="3400"/>
            </a:lvl1pPr>
          </a:lstStyle>
          <a:p>
            <a:pPr lvl="0"/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12C92BA2-A637-A4A9-3337-346AF8565499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631594" y="3281955"/>
            <a:ext cx="5441539" cy="1454179"/>
          </a:xfrm>
        </p:spPr>
        <p:txBody>
          <a:bodyPr>
            <a:noAutofit/>
          </a:bodyPr>
          <a:lstStyle>
            <a:lvl1pPr marL="0" indent="0">
              <a:lnSpc>
                <a:spcPct val="85000"/>
              </a:lnSpc>
              <a:buNone/>
              <a:defRPr sz="3400">
                <a:solidFill>
                  <a:srgbClr val="00667D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IE"/>
          </a:p>
        </p:txBody>
      </p:sp>
      <p:sp>
        <p:nvSpPr>
          <p:cNvPr id="5" name="Text Placeholder 10">
            <a:extLst>
              <a:ext uri="{FF2B5EF4-FFF2-40B4-BE49-F238E27FC236}">
                <a16:creationId xmlns:a16="http://schemas.microsoft.com/office/drawing/2014/main" id="{122D4199-90D5-18E8-BD7B-13DA11943A31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631822" y="5032372"/>
            <a:ext cx="3803017" cy="901698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500" b="1"/>
            </a:lvl1pPr>
          </a:lstStyle>
          <a:p>
            <a:pPr lvl="0"/>
            <a:r>
              <a:rPr lang="en-US"/>
              <a:t>Edit Master text styles</a:t>
            </a:r>
          </a:p>
        </p:txBody>
      </p:sp>
      <p:pic>
        <p:nvPicPr>
          <p:cNvPr id="7" name="Picture 17">
            <a:extLst>
              <a:ext uri="{FF2B5EF4-FFF2-40B4-BE49-F238E27FC236}">
                <a16:creationId xmlns:a16="http://schemas.microsoft.com/office/drawing/2014/main" id="{0493544F-A4AD-6882-0901-8CF58EC5EF5A}"/>
              </a:ext>
            </a:extLst>
          </p:cNvPr>
          <p:cNvPicPr>
            <a:picLocks noChangeAspect="1"/>
          </p:cNvPicPr>
          <p:nvPr/>
        </p:nvPicPr>
        <p:blipFill>
          <a:blip r:embed="rId3">
            <a:biLevel thresh="50000"/>
          </a:blip>
          <a:srcRect l="11982" t="16649" r="11982" b="16649"/>
          <a:stretch>
            <a:fillRect/>
          </a:stretch>
        </p:blipFill>
        <p:spPr>
          <a:xfrm>
            <a:off x="11010802" y="5993608"/>
            <a:ext cx="938302" cy="618244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8" name="Picture 13">
            <a:extLst>
              <a:ext uri="{FF2B5EF4-FFF2-40B4-BE49-F238E27FC236}">
                <a16:creationId xmlns:a16="http://schemas.microsoft.com/office/drawing/2014/main" id="{AE8B770A-4B49-FE64-C2F6-C2E7ED80A03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1594" y="6232843"/>
            <a:ext cx="1677603" cy="111840"/>
          </a:xfrm>
          <a:prstGeom prst="rect">
            <a:avLst/>
          </a:prstGeom>
          <a:noFill/>
          <a:ln cap="flat">
            <a:noFill/>
          </a:ln>
        </p:spPr>
      </p:pic>
    </p:spTree>
    <p:extLst>
      <p:ext uri="{BB962C8B-B14F-4D97-AF65-F5344CB8AC3E}">
        <p14:creationId xmlns:p14="http://schemas.microsoft.com/office/powerpoint/2010/main" val="1111680920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C3259E-702F-ED73-90BE-A6345F828FCF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662A64-D988-C1C4-C8A2-8CC0BD6DDED8}"/>
              </a:ext>
            </a:extLst>
          </p:cNvPr>
          <p:cNvSpPr txBox="1">
            <a:spLocks noGrp="1"/>
          </p:cNvSpPr>
          <p:nvPr>
            <p:ph idx="1"/>
          </p:nvPr>
        </p:nvSpPr>
        <p:spPr/>
        <p:txBody>
          <a:bodyPr/>
          <a:lstStyle>
            <a:lvl1pPr>
              <a:defRPr/>
            </a:lvl1pPr>
            <a:lvl2pPr marL="442917" lvl="1" indent="-198433">
              <a:spcBef>
                <a:spcPts val="500"/>
              </a:spcBef>
              <a:buFont typeface="Calibri" pitchFamily="34"/>
              <a:buChar char="›"/>
              <a:defRPr sz="1800"/>
            </a:lvl2pPr>
            <a:lvl3pPr marL="663570" lvl="2" indent="-212726">
              <a:spcBef>
                <a:spcPts val="500"/>
              </a:spcBef>
              <a:buFont typeface="Calibri" pitchFamily="34"/>
              <a:buChar char="»"/>
              <a:defRPr sz="1600"/>
            </a:lvl3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439406648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 W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2A614C-625B-05B0-3B53-76601251CE6E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966167-0D7E-D130-B4D9-B71C887CE159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631594" y="1904996"/>
            <a:ext cx="9115717" cy="4271967"/>
          </a:xfrm>
        </p:spPr>
        <p:txBody>
          <a:bodyPr/>
          <a:lstStyle>
            <a:lvl1pPr>
              <a:defRPr/>
            </a:lvl1pPr>
            <a:lvl2pPr marL="442917" lvl="1" indent="-198433">
              <a:spcBef>
                <a:spcPts val="500"/>
              </a:spcBef>
              <a:buFont typeface="Calibri" pitchFamily="34"/>
              <a:buChar char="›"/>
              <a:defRPr sz="1800"/>
            </a:lvl2pPr>
            <a:lvl3pPr marL="663570" lvl="2" indent="-212726">
              <a:spcBef>
                <a:spcPts val="500"/>
              </a:spcBef>
              <a:buFont typeface="Calibri" pitchFamily="34"/>
              <a:buChar char="»"/>
              <a:defRPr sz="1600"/>
            </a:lvl3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1890802171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Divider Slide"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8">
            <a:extLst>
              <a:ext uri="{FF2B5EF4-FFF2-40B4-BE49-F238E27FC236}">
                <a16:creationId xmlns:a16="http://schemas.microsoft.com/office/drawing/2014/main" id="{E5B143AE-91AF-3B47-44FE-63325EE14E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48296" cy="4538660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74204F10-954C-B383-07B0-27B2459E872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33505" y="358143"/>
            <a:ext cx="3940405" cy="1765935"/>
          </a:xfrm>
        </p:spPr>
        <p:txBody>
          <a:bodyPr anchor="b"/>
          <a:lstStyle>
            <a:lvl1pPr>
              <a:lnSpc>
                <a:spcPct val="85000"/>
              </a:lnSpc>
              <a:defRPr sz="4400"/>
            </a:lvl1pPr>
          </a:lstStyle>
          <a:p>
            <a:pPr lvl="0"/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F1D64489-A629-32AD-A625-EE2CF20E4B7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33505" y="2151061"/>
            <a:ext cx="3940405" cy="1500182"/>
          </a:xfrm>
        </p:spPr>
        <p:txBody>
          <a:bodyPr>
            <a:noAutofit/>
          </a:bodyPr>
          <a:lstStyle>
            <a:lvl1pPr marL="0" indent="0">
              <a:lnSpc>
                <a:spcPct val="85000"/>
              </a:lnSpc>
              <a:buNone/>
              <a:defRPr sz="2400">
                <a:solidFill>
                  <a:srgbClr val="898989"/>
                </a:solidFill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D4B1766-6724-1A5E-0B3D-8BA201C10FF9}"/>
              </a:ext>
            </a:extLst>
          </p:cNvPr>
          <p:cNvPicPr>
            <a:picLocks noChangeAspect="1"/>
          </p:cNvPicPr>
          <p:nvPr/>
        </p:nvPicPr>
        <p:blipFill>
          <a:blip r:embed="rId4">
            <a:biLevel thresh="50000"/>
          </a:blip>
          <a:srcRect l="11982" t="16649" r="11982" b="16649"/>
          <a:stretch>
            <a:fillRect/>
          </a:stretch>
        </p:blipFill>
        <p:spPr>
          <a:xfrm>
            <a:off x="11010802" y="5993608"/>
            <a:ext cx="938302" cy="618244"/>
          </a:xfrm>
          <a:prstGeom prst="rect">
            <a:avLst/>
          </a:prstGeom>
          <a:noFill/>
          <a:ln cap="flat">
            <a:noFill/>
          </a:ln>
        </p:spPr>
      </p:pic>
    </p:spTree>
    <p:extLst>
      <p:ext uri="{BB962C8B-B14F-4D97-AF65-F5344CB8AC3E}">
        <p14:creationId xmlns:p14="http://schemas.microsoft.com/office/powerpoint/2010/main" val="2778317762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1_Divider Slide"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8">
            <a:extLst>
              <a:ext uri="{FF2B5EF4-FFF2-40B4-BE49-F238E27FC236}">
                <a16:creationId xmlns:a16="http://schemas.microsoft.com/office/drawing/2014/main" id="{5A99B41E-A7F3-FFDA-7BE6-5CF5A0FFFE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6743700" y="0"/>
            <a:ext cx="5448296" cy="4538660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8489F9FF-30CD-C651-42AB-BCE11C8AE2F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986799" y="358143"/>
            <a:ext cx="3940405" cy="1765935"/>
          </a:xfrm>
        </p:spPr>
        <p:txBody>
          <a:bodyPr anchor="b"/>
          <a:lstStyle>
            <a:lvl1pPr>
              <a:lnSpc>
                <a:spcPct val="85000"/>
              </a:lnSpc>
              <a:defRPr sz="4400"/>
            </a:lvl1pPr>
          </a:lstStyle>
          <a:p>
            <a:pPr lvl="0"/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7E2B0095-F0FC-5CB7-D504-4804E559507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986799" y="2151061"/>
            <a:ext cx="3940405" cy="1500182"/>
          </a:xfrm>
        </p:spPr>
        <p:txBody>
          <a:bodyPr>
            <a:noAutofit/>
          </a:bodyPr>
          <a:lstStyle>
            <a:lvl1pPr marL="0" indent="0">
              <a:lnSpc>
                <a:spcPct val="85000"/>
              </a:lnSpc>
              <a:buNone/>
              <a:defRPr sz="2400">
                <a:solidFill>
                  <a:srgbClr val="898989"/>
                </a:solidFill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F7D6655-6894-869A-86BC-2260156BB153}"/>
              </a:ext>
            </a:extLst>
          </p:cNvPr>
          <p:cNvPicPr>
            <a:picLocks noChangeAspect="1"/>
          </p:cNvPicPr>
          <p:nvPr/>
        </p:nvPicPr>
        <p:blipFill>
          <a:blip r:embed="rId4">
            <a:biLevel thresh="50000"/>
          </a:blip>
          <a:srcRect l="11982" t="16649" r="11982" b="16649"/>
          <a:stretch>
            <a:fillRect/>
          </a:stretch>
        </p:blipFill>
        <p:spPr>
          <a:xfrm>
            <a:off x="11010802" y="5993608"/>
            <a:ext cx="938302" cy="618244"/>
          </a:xfrm>
          <a:prstGeom prst="rect">
            <a:avLst/>
          </a:prstGeom>
          <a:noFill/>
          <a:ln cap="flat">
            <a:noFill/>
          </a:ln>
        </p:spPr>
      </p:pic>
    </p:spTree>
    <p:extLst>
      <p:ext uri="{BB962C8B-B14F-4D97-AF65-F5344CB8AC3E}">
        <p14:creationId xmlns:p14="http://schemas.microsoft.com/office/powerpoint/2010/main" val="3695478005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2_Divider Slide">
    <p:bg>
      <p:bgPr>
        <a:solidFill>
          <a:srgbClr val="00667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5">
            <a:extLst>
              <a:ext uri="{FF2B5EF4-FFF2-40B4-BE49-F238E27FC236}">
                <a16:creationId xmlns:a16="http://schemas.microsoft.com/office/drawing/2014/main" id="{EC86076B-2C5A-8EAC-83E2-36529320FE2B}"/>
              </a:ext>
            </a:extLst>
          </p:cNvPr>
          <p:cNvSpPr/>
          <p:nvPr/>
        </p:nvSpPr>
        <p:spPr>
          <a:xfrm flipV="1">
            <a:off x="0" y="1693861"/>
            <a:ext cx="6199183" cy="5162546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0"/>
              <a:gd name="f6" fmla="val 3430"/>
              <a:gd name="f7" fmla="val 2856"/>
              <a:gd name="f8" fmla="val 2730"/>
              <a:gd name="f9" fmla="val 2244"/>
              <a:gd name="f10" fmla="val 3196"/>
              <a:gd name="f11" fmla="val 1836"/>
              <a:gd name="f12" fmla="val 1281"/>
              <a:gd name="f13" fmla="val 578"/>
              <a:gd name="f14" fmla="val 373"/>
              <a:gd name="f15" fmla="val 3410"/>
              <a:gd name="f16" fmla="val 181"/>
              <a:gd name="f17" fmla="val 3370"/>
              <a:gd name="f18" fmla="val 2664"/>
              <a:gd name="f19" fmla="val 311"/>
              <a:gd name="f20" fmla="val 2792"/>
              <a:gd name="f21" fmla="val 654"/>
              <a:gd name="f22" fmla="val 1029"/>
              <a:gd name="f23" fmla="val 1699"/>
              <a:gd name="f24" fmla="val 2266"/>
              <a:gd name="f25" fmla="val 2652"/>
              <a:gd name="f26" fmla="+- 0 0 -90"/>
              <a:gd name="f27" fmla="*/ f3 1 3430"/>
              <a:gd name="f28" fmla="*/ f4 1 2856"/>
              <a:gd name="f29" fmla="+- f7 0 f5"/>
              <a:gd name="f30" fmla="+- f6 0 f5"/>
              <a:gd name="f31" fmla="*/ f26 f0 1"/>
              <a:gd name="f32" fmla="*/ f30 1 3430"/>
              <a:gd name="f33" fmla="*/ f29 1 2856"/>
              <a:gd name="f34" fmla="*/ 2730 f30 1"/>
              <a:gd name="f35" fmla="*/ 2244 f29 1"/>
              <a:gd name="f36" fmla="*/ 3430 f30 1"/>
              <a:gd name="f37" fmla="*/ 578 f29 1"/>
              <a:gd name="f38" fmla="*/ 3370 f30 1"/>
              <a:gd name="f39" fmla="*/ 0 f29 1"/>
              <a:gd name="f40" fmla="*/ 0 f30 1"/>
              <a:gd name="f41" fmla="*/ 2664 f29 1"/>
              <a:gd name="f42" fmla="*/ 1029 f30 1"/>
              <a:gd name="f43" fmla="*/ 2856 f29 1"/>
              <a:gd name="f44" fmla="*/ f31 1 f2"/>
              <a:gd name="f45" fmla="*/ f34 1 3430"/>
              <a:gd name="f46" fmla="*/ f35 1 2856"/>
              <a:gd name="f47" fmla="*/ f36 1 3430"/>
              <a:gd name="f48" fmla="*/ f37 1 2856"/>
              <a:gd name="f49" fmla="*/ f38 1 3430"/>
              <a:gd name="f50" fmla="*/ f39 1 2856"/>
              <a:gd name="f51" fmla="*/ f40 1 3430"/>
              <a:gd name="f52" fmla="*/ f41 1 2856"/>
              <a:gd name="f53" fmla="*/ f42 1 3430"/>
              <a:gd name="f54" fmla="*/ f43 1 2856"/>
              <a:gd name="f55" fmla="*/ 0 1 f32"/>
              <a:gd name="f56" fmla="*/ f6 1 f32"/>
              <a:gd name="f57" fmla="*/ 0 1 f33"/>
              <a:gd name="f58" fmla="*/ f7 1 f33"/>
              <a:gd name="f59" fmla="+- f44 0 f1"/>
              <a:gd name="f60" fmla="*/ f45 1 f32"/>
              <a:gd name="f61" fmla="*/ f46 1 f33"/>
              <a:gd name="f62" fmla="*/ f47 1 f32"/>
              <a:gd name="f63" fmla="*/ f48 1 f33"/>
              <a:gd name="f64" fmla="*/ f49 1 f32"/>
              <a:gd name="f65" fmla="*/ f50 1 f33"/>
              <a:gd name="f66" fmla="*/ f51 1 f32"/>
              <a:gd name="f67" fmla="*/ f52 1 f33"/>
              <a:gd name="f68" fmla="*/ f53 1 f32"/>
              <a:gd name="f69" fmla="*/ f54 1 f33"/>
              <a:gd name="f70" fmla="*/ f55 f27 1"/>
              <a:gd name="f71" fmla="*/ f56 f27 1"/>
              <a:gd name="f72" fmla="*/ f58 f28 1"/>
              <a:gd name="f73" fmla="*/ f57 f28 1"/>
              <a:gd name="f74" fmla="*/ f60 f27 1"/>
              <a:gd name="f75" fmla="*/ f61 f28 1"/>
              <a:gd name="f76" fmla="*/ f62 f27 1"/>
              <a:gd name="f77" fmla="*/ f63 f28 1"/>
              <a:gd name="f78" fmla="*/ f64 f27 1"/>
              <a:gd name="f79" fmla="*/ f65 f28 1"/>
              <a:gd name="f80" fmla="*/ f66 f27 1"/>
              <a:gd name="f81" fmla="*/ f67 f28 1"/>
              <a:gd name="f82" fmla="*/ f68 f27 1"/>
              <a:gd name="f83" fmla="*/ f69 f28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59">
                <a:pos x="f74" y="f75"/>
              </a:cxn>
              <a:cxn ang="f59">
                <a:pos x="f76" y="f77"/>
              </a:cxn>
              <a:cxn ang="f59">
                <a:pos x="f78" y="f79"/>
              </a:cxn>
              <a:cxn ang="f59">
                <a:pos x="f80" y="f79"/>
              </a:cxn>
              <a:cxn ang="f59">
                <a:pos x="f80" y="f81"/>
              </a:cxn>
              <a:cxn ang="f59">
                <a:pos x="f82" y="f83"/>
              </a:cxn>
              <a:cxn ang="f59">
                <a:pos x="f74" y="f75"/>
              </a:cxn>
            </a:cxnLst>
            <a:rect l="f70" t="f73" r="f71" b="f72"/>
            <a:pathLst>
              <a:path w="3430" h="2856">
                <a:moveTo>
                  <a:pt x="f8" y="f9"/>
                </a:moveTo>
                <a:cubicBezTo>
                  <a:pt x="f10" y="f11"/>
                  <a:pt x="f6" y="f12"/>
                  <a:pt x="f6" y="f13"/>
                </a:cubicBezTo>
                <a:cubicBezTo>
                  <a:pt x="f6" y="f14"/>
                  <a:pt x="f15" y="f16"/>
                  <a:pt x="f17" y="f5"/>
                </a:cubicBezTo>
                <a:cubicBezTo>
                  <a:pt x="f5" y="f5"/>
                  <a:pt x="f5" y="f5"/>
                  <a:pt x="f5" y="f5"/>
                </a:cubicBezTo>
                <a:cubicBezTo>
                  <a:pt x="f5" y="f18"/>
                  <a:pt x="f5" y="f18"/>
                  <a:pt x="f5" y="f18"/>
                </a:cubicBezTo>
                <a:cubicBezTo>
                  <a:pt x="f19" y="f20"/>
                  <a:pt x="f21" y="f7"/>
                  <a:pt x="f22" y="f7"/>
                </a:cubicBezTo>
                <a:cubicBezTo>
                  <a:pt x="f23" y="f7"/>
                  <a:pt x="f24" y="f25"/>
                  <a:pt x="f8" y="f9"/>
                </a:cubicBezTo>
                <a:close/>
              </a:path>
            </a:pathLst>
          </a:custGeom>
          <a:solidFill>
            <a:srgbClr val="FFFFFF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IE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27BEE4A8-6D71-8D3F-99C4-30E678509CF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31594" y="3285786"/>
            <a:ext cx="3940405" cy="1765935"/>
          </a:xfrm>
        </p:spPr>
        <p:txBody>
          <a:bodyPr anchor="ctr"/>
          <a:lstStyle>
            <a:lvl1pPr>
              <a:lnSpc>
                <a:spcPct val="85000"/>
              </a:lnSpc>
              <a:defRPr sz="4400"/>
            </a:lvl1pPr>
          </a:lstStyle>
          <a:p>
            <a:pPr lvl="0"/>
            <a:r>
              <a:rPr lang="en-US"/>
              <a:t>Click to edit Master title style</a:t>
            </a:r>
            <a:endParaRPr lang="en-IE"/>
          </a:p>
        </p:txBody>
      </p:sp>
      <p:pic>
        <p:nvPicPr>
          <p:cNvPr id="7" name="Picture 13">
            <a:extLst>
              <a:ext uri="{FF2B5EF4-FFF2-40B4-BE49-F238E27FC236}">
                <a16:creationId xmlns:a16="http://schemas.microsoft.com/office/drawing/2014/main" id="{55EB8B96-1EC1-0D30-1AEA-B67C189CDA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4610" y="667292"/>
            <a:ext cx="5029200" cy="1587416"/>
          </a:xfrm>
          <a:prstGeom prst="rect">
            <a:avLst/>
          </a:prstGeom>
          <a:noFill/>
          <a:ln cap="flat">
            <a:noFill/>
          </a:ln>
        </p:spPr>
      </p:pic>
    </p:spTree>
    <p:extLst>
      <p:ext uri="{BB962C8B-B14F-4D97-AF65-F5344CB8AC3E}">
        <p14:creationId xmlns:p14="http://schemas.microsoft.com/office/powerpoint/2010/main" val="1971381792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3_Divider slide">
    <p:bg>
      <p:bgPr>
        <a:solidFill>
          <a:srgbClr val="00667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4">
            <a:extLst>
              <a:ext uri="{FF2B5EF4-FFF2-40B4-BE49-F238E27FC236}">
                <a16:creationId xmlns:a16="http://schemas.microsoft.com/office/drawing/2014/main" id="{9FFE6A9D-9DFA-163F-0B05-B1A10BDCB0FE}"/>
              </a:ext>
            </a:extLst>
          </p:cNvPr>
          <p:cNvGrpSpPr/>
          <p:nvPr/>
        </p:nvGrpSpPr>
        <p:grpSpPr>
          <a:xfrm>
            <a:off x="9916997" y="301660"/>
            <a:ext cx="1940676" cy="3432063"/>
            <a:chOff x="9916997" y="301660"/>
            <a:chExt cx="1940676" cy="3432063"/>
          </a:xfrm>
        </p:grpSpPr>
        <p:sp>
          <p:nvSpPr>
            <p:cNvPr id="7" name="Freeform 5">
              <a:extLst>
                <a:ext uri="{FF2B5EF4-FFF2-40B4-BE49-F238E27FC236}">
                  <a16:creationId xmlns:a16="http://schemas.microsoft.com/office/drawing/2014/main" id="{A68D608F-2C77-EBC3-000F-3688DEDE20BA}"/>
                </a:ext>
              </a:extLst>
            </p:cNvPr>
            <p:cNvSpPr/>
            <p:nvPr/>
          </p:nvSpPr>
          <p:spPr>
            <a:xfrm>
              <a:off x="10334100" y="301660"/>
              <a:ext cx="705459" cy="670584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222"/>
                <a:gd name="f7" fmla="val 211"/>
                <a:gd name="f8" fmla="val 32"/>
                <a:gd name="f9" fmla="val 183"/>
                <a:gd name="f10" fmla="val 54"/>
                <a:gd name="f11" fmla="val 202"/>
                <a:gd name="f12" fmla="val 80"/>
                <a:gd name="f13" fmla="val 111"/>
                <a:gd name="f14" fmla="val 142"/>
                <a:gd name="f15" fmla="val 168"/>
                <a:gd name="f16" fmla="val 190"/>
                <a:gd name="f17" fmla="val 164"/>
                <a:gd name="f18" fmla="val 139"/>
                <a:gd name="f19" fmla="val 106"/>
                <a:gd name="f20" fmla="val 74"/>
                <a:gd name="f21" fmla="val 48"/>
                <a:gd name="f22" fmla="val 29"/>
                <a:gd name="f23" fmla="val 10"/>
                <a:gd name="f24" fmla="val 11"/>
                <a:gd name="f25" fmla="+- 0 0 -90"/>
                <a:gd name="f26" fmla="*/ f3 1 222"/>
                <a:gd name="f27" fmla="*/ f4 1 211"/>
                <a:gd name="f28" fmla="+- f7 0 f5"/>
                <a:gd name="f29" fmla="+- f6 0 f5"/>
                <a:gd name="f30" fmla="*/ f25 f0 1"/>
                <a:gd name="f31" fmla="*/ f29 1 222"/>
                <a:gd name="f32" fmla="*/ f28 1 211"/>
                <a:gd name="f33" fmla="*/ 32 f29 1"/>
                <a:gd name="f34" fmla="*/ 183 f28 1"/>
                <a:gd name="f35" fmla="*/ 111 f29 1"/>
                <a:gd name="f36" fmla="*/ 211 f28 1"/>
                <a:gd name="f37" fmla="*/ 190 f29 1"/>
                <a:gd name="f38" fmla="*/ 222 f29 1"/>
                <a:gd name="f39" fmla="*/ 106 f28 1"/>
                <a:gd name="f40" fmla="*/ 29 f28 1"/>
                <a:gd name="f41" fmla="*/ 0 f28 1"/>
                <a:gd name="f42" fmla="*/ 0 f29 1"/>
                <a:gd name="f43" fmla="*/ f30 1 f2"/>
                <a:gd name="f44" fmla="*/ f33 1 222"/>
                <a:gd name="f45" fmla="*/ f34 1 211"/>
                <a:gd name="f46" fmla="*/ f35 1 222"/>
                <a:gd name="f47" fmla="*/ f36 1 211"/>
                <a:gd name="f48" fmla="*/ f37 1 222"/>
                <a:gd name="f49" fmla="*/ f38 1 222"/>
                <a:gd name="f50" fmla="*/ f39 1 211"/>
                <a:gd name="f51" fmla="*/ f40 1 211"/>
                <a:gd name="f52" fmla="*/ f41 1 211"/>
                <a:gd name="f53" fmla="*/ f42 1 222"/>
                <a:gd name="f54" fmla="*/ 0 1 f31"/>
                <a:gd name="f55" fmla="*/ f6 1 f31"/>
                <a:gd name="f56" fmla="*/ 0 1 f32"/>
                <a:gd name="f57" fmla="*/ f7 1 f32"/>
                <a:gd name="f58" fmla="+- f43 0 f1"/>
                <a:gd name="f59" fmla="*/ f44 1 f31"/>
                <a:gd name="f60" fmla="*/ f45 1 f32"/>
                <a:gd name="f61" fmla="*/ f46 1 f31"/>
                <a:gd name="f62" fmla="*/ f47 1 f32"/>
                <a:gd name="f63" fmla="*/ f48 1 f31"/>
                <a:gd name="f64" fmla="*/ f49 1 f31"/>
                <a:gd name="f65" fmla="*/ f50 1 f32"/>
                <a:gd name="f66" fmla="*/ f51 1 f32"/>
                <a:gd name="f67" fmla="*/ f52 1 f32"/>
                <a:gd name="f68" fmla="*/ f53 1 f31"/>
                <a:gd name="f69" fmla="*/ f54 f26 1"/>
                <a:gd name="f70" fmla="*/ f55 f26 1"/>
                <a:gd name="f71" fmla="*/ f57 f27 1"/>
                <a:gd name="f72" fmla="*/ f56 f27 1"/>
                <a:gd name="f73" fmla="*/ f59 f26 1"/>
                <a:gd name="f74" fmla="*/ f60 f27 1"/>
                <a:gd name="f75" fmla="*/ f61 f26 1"/>
                <a:gd name="f76" fmla="*/ f62 f27 1"/>
                <a:gd name="f77" fmla="*/ f63 f26 1"/>
                <a:gd name="f78" fmla="*/ f64 f26 1"/>
                <a:gd name="f79" fmla="*/ f65 f27 1"/>
                <a:gd name="f80" fmla="*/ f66 f27 1"/>
                <a:gd name="f81" fmla="*/ f67 f27 1"/>
                <a:gd name="f82" fmla="*/ f68 f26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58">
                  <a:pos x="f73" y="f74"/>
                </a:cxn>
                <a:cxn ang="f58">
                  <a:pos x="f75" y="f76"/>
                </a:cxn>
                <a:cxn ang="f58">
                  <a:pos x="f77" y="f74"/>
                </a:cxn>
                <a:cxn ang="f58">
                  <a:pos x="f78" y="f79"/>
                </a:cxn>
                <a:cxn ang="f58">
                  <a:pos x="f77" y="f80"/>
                </a:cxn>
                <a:cxn ang="f58">
                  <a:pos x="f75" y="f81"/>
                </a:cxn>
                <a:cxn ang="f58">
                  <a:pos x="f73" y="f80"/>
                </a:cxn>
                <a:cxn ang="f58">
                  <a:pos x="f82" y="f79"/>
                </a:cxn>
                <a:cxn ang="f58">
                  <a:pos x="f73" y="f74"/>
                </a:cxn>
              </a:cxnLst>
              <a:rect l="f69" t="f72" r="f70" b="f71"/>
              <a:pathLst>
                <a:path w="222" h="211">
                  <a:moveTo>
                    <a:pt x="f8" y="f9"/>
                  </a:moveTo>
                  <a:cubicBezTo>
                    <a:pt x="f10" y="f11"/>
                    <a:pt x="f12" y="f7"/>
                    <a:pt x="f13" y="f7"/>
                  </a:cubicBezTo>
                  <a:cubicBezTo>
                    <a:pt x="f14" y="f7"/>
                    <a:pt x="f15" y="f11"/>
                    <a:pt x="f16" y="f9"/>
                  </a:cubicBezTo>
                  <a:cubicBezTo>
                    <a:pt x="f7" y="f17"/>
                    <a:pt x="f6" y="f18"/>
                    <a:pt x="f6" y="f19"/>
                  </a:cubicBezTo>
                  <a:cubicBezTo>
                    <a:pt x="f6" y="f20"/>
                    <a:pt x="f7" y="f21"/>
                    <a:pt x="f16" y="f22"/>
                  </a:cubicBezTo>
                  <a:cubicBezTo>
                    <a:pt x="f15" y="f23"/>
                    <a:pt x="f14" y="f5"/>
                    <a:pt x="f13" y="f5"/>
                  </a:cubicBezTo>
                  <a:cubicBezTo>
                    <a:pt x="f12" y="f5"/>
                    <a:pt x="f10" y="f23"/>
                    <a:pt x="f8" y="f22"/>
                  </a:cubicBezTo>
                  <a:cubicBezTo>
                    <a:pt x="f24" y="f21"/>
                    <a:pt x="f5" y="f20"/>
                    <a:pt x="f5" y="f19"/>
                  </a:cubicBezTo>
                  <a:cubicBezTo>
                    <a:pt x="f5" y="f18"/>
                    <a:pt x="f24" y="f17"/>
                    <a:pt x="f8" y="f9"/>
                  </a:cubicBezTo>
                </a:path>
              </a:pathLst>
            </a:custGeom>
            <a:noFill/>
            <a:ln cap="flat">
              <a:noFill/>
              <a:prstDash val="solid"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IE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endParaRPr>
            </a:p>
          </p:txBody>
        </p:sp>
        <p:sp>
          <p:nvSpPr>
            <p:cNvPr id="8" name="Freeform 6">
              <a:extLst>
                <a:ext uri="{FF2B5EF4-FFF2-40B4-BE49-F238E27FC236}">
                  <a16:creationId xmlns:a16="http://schemas.microsoft.com/office/drawing/2014/main" id="{A204BF0E-86B3-0AC7-86A5-76076993F1E8}"/>
                </a:ext>
              </a:extLst>
            </p:cNvPr>
            <p:cNvSpPr/>
            <p:nvPr/>
          </p:nvSpPr>
          <p:spPr>
            <a:xfrm>
              <a:off x="11240737" y="1162696"/>
              <a:ext cx="616936" cy="587437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194"/>
                <a:gd name="f7" fmla="val 185"/>
                <a:gd name="f8" fmla="val 166"/>
                <a:gd name="f9" fmla="val 26"/>
                <a:gd name="f10" fmla="val 147"/>
                <a:gd name="f11" fmla="val 9"/>
                <a:gd name="f12" fmla="val 124"/>
                <a:gd name="f13" fmla="val 97"/>
                <a:gd name="f14" fmla="val 70"/>
                <a:gd name="f15" fmla="val 47"/>
                <a:gd name="f16" fmla="val 29"/>
                <a:gd name="f17" fmla="val 10"/>
                <a:gd name="f18" fmla="val 42"/>
                <a:gd name="f19" fmla="val 65"/>
                <a:gd name="f20" fmla="val 93"/>
                <a:gd name="f21" fmla="val 122"/>
                <a:gd name="f22" fmla="val 144"/>
                <a:gd name="f23" fmla="val 161"/>
                <a:gd name="f24" fmla="val 177"/>
                <a:gd name="f25" fmla="+- 0 0 -90"/>
                <a:gd name="f26" fmla="*/ f3 1 194"/>
                <a:gd name="f27" fmla="*/ f4 1 185"/>
                <a:gd name="f28" fmla="+- f7 0 f5"/>
                <a:gd name="f29" fmla="+- f6 0 f5"/>
                <a:gd name="f30" fmla="*/ f25 f0 1"/>
                <a:gd name="f31" fmla="*/ f29 1 194"/>
                <a:gd name="f32" fmla="*/ f28 1 185"/>
                <a:gd name="f33" fmla="*/ 166 f29 1"/>
                <a:gd name="f34" fmla="*/ 26 f28 1"/>
                <a:gd name="f35" fmla="*/ 97 f29 1"/>
                <a:gd name="f36" fmla="*/ 0 f28 1"/>
                <a:gd name="f37" fmla="*/ 29 f29 1"/>
                <a:gd name="f38" fmla="*/ 0 f29 1"/>
                <a:gd name="f39" fmla="*/ 93 f28 1"/>
                <a:gd name="f40" fmla="*/ 161 f28 1"/>
                <a:gd name="f41" fmla="*/ 185 f28 1"/>
                <a:gd name="f42" fmla="*/ 194 f29 1"/>
                <a:gd name="f43" fmla="*/ f30 1 f2"/>
                <a:gd name="f44" fmla="*/ f33 1 194"/>
                <a:gd name="f45" fmla="*/ f34 1 185"/>
                <a:gd name="f46" fmla="*/ f35 1 194"/>
                <a:gd name="f47" fmla="*/ f36 1 185"/>
                <a:gd name="f48" fmla="*/ f37 1 194"/>
                <a:gd name="f49" fmla="*/ f38 1 194"/>
                <a:gd name="f50" fmla="*/ f39 1 185"/>
                <a:gd name="f51" fmla="*/ f40 1 185"/>
                <a:gd name="f52" fmla="*/ f41 1 185"/>
                <a:gd name="f53" fmla="*/ f42 1 194"/>
                <a:gd name="f54" fmla="*/ 0 1 f31"/>
                <a:gd name="f55" fmla="*/ f6 1 f31"/>
                <a:gd name="f56" fmla="*/ 0 1 f32"/>
                <a:gd name="f57" fmla="*/ f7 1 f32"/>
                <a:gd name="f58" fmla="+- f43 0 f1"/>
                <a:gd name="f59" fmla="*/ f44 1 f31"/>
                <a:gd name="f60" fmla="*/ f45 1 f32"/>
                <a:gd name="f61" fmla="*/ f46 1 f31"/>
                <a:gd name="f62" fmla="*/ f47 1 f32"/>
                <a:gd name="f63" fmla="*/ f48 1 f31"/>
                <a:gd name="f64" fmla="*/ f49 1 f31"/>
                <a:gd name="f65" fmla="*/ f50 1 f32"/>
                <a:gd name="f66" fmla="*/ f51 1 f32"/>
                <a:gd name="f67" fmla="*/ f52 1 f32"/>
                <a:gd name="f68" fmla="*/ f53 1 f31"/>
                <a:gd name="f69" fmla="*/ f54 f26 1"/>
                <a:gd name="f70" fmla="*/ f55 f26 1"/>
                <a:gd name="f71" fmla="*/ f57 f27 1"/>
                <a:gd name="f72" fmla="*/ f56 f27 1"/>
                <a:gd name="f73" fmla="*/ f59 f26 1"/>
                <a:gd name="f74" fmla="*/ f60 f27 1"/>
                <a:gd name="f75" fmla="*/ f61 f26 1"/>
                <a:gd name="f76" fmla="*/ f62 f27 1"/>
                <a:gd name="f77" fmla="*/ f63 f26 1"/>
                <a:gd name="f78" fmla="*/ f64 f26 1"/>
                <a:gd name="f79" fmla="*/ f65 f27 1"/>
                <a:gd name="f80" fmla="*/ f66 f27 1"/>
                <a:gd name="f81" fmla="*/ f67 f27 1"/>
                <a:gd name="f82" fmla="*/ f68 f26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58">
                  <a:pos x="f73" y="f74"/>
                </a:cxn>
                <a:cxn ang="f58">
                  <a:pos x="f75" y="f76"/>
                </a:cxn>
                <a:cxn ang="f58">
                  <a:pos x="f77" y="f74"/>
                </a:cxn>
                <a:cxn ang="f58">
                  <a:pos x="f78" y="f79"/>
                </a:cxn>
                <a:cxn ang="f58">
                  <a:pos x="f77" y="f80"/>
                </a:cxn>
                <a:cxn ang="f58">
                  <a:pos x="f75" y="f81"/>
                </a:cxn>
                <a:cxn ang="f58">
                  <a:pos x="f73" y="f80"/>
                </a:cxn>
                <a:cxn ang="f58">
                  <a:pos x="f82" y="f79"/>
                </a:cxn>
                <a:cxn ang="f58">
                  <a:pos x="f73" y="f74"/>
                </a:cxn>
              </a:cxnLst>
              <a:rect l="f69" t="f72" r="f70" b="f71"/>
              <a:pathLst>
                <a:path w="194" h="185">
                  <a:moveTo>
                    <a:pt x="f8" y="f9"/>
                  </a:moveTo>
                  <a:cubicBezTo>
                    <a:pt x="f10" y="f11"/>
                    <a:pt x="f12" y="f5"/>
                    <a:pt x="f13" y="f5"/>
                  </a:cubicBezTo>
                  <a:cubicBezTo>
                    <a:pt x="f14" y="f5"/>
                    <a:pt x="f15" y="f11"/>
                    <a:pt x="f16" y="f9"/>
                  </a:cubicBezTo>
                  <a:cubicBezTo>
                    <a:pt x="f17" y="f18"/>
                    <a:pt x="f5" y="f19"/>
                    <a:pt x="f5" y="f20"/>
                  </a:cubicBezTo>
                  <a:cubicBezTo>
                    <a:pt x="f5" y="f21"/>
                    <a:pt x="f17" y="f22"/>
                    <a:pt x="f16" y="f23"/>
                  </a:cubicBezTo>
                  <a:cubicBezTo>
                    <a:pt x="f15" y="f24"/>
                    <a:pt x="f14" y="f7"/>
                    <a:pt x="f13" y="f7"/>
                  </a:cubicBezTo>
                  <a:cubicBezTo>
                    <a:pt x="f12" y="f7"/>
                    <a:pt x="f10" y="f24"/>
                    <a:pt x="f8" y="f23"/>
                  </a:cubicBezTo>
                  <a:cubicBezTo>
                    <a:pt x="f7" y="f22"/>
                    <a:pt x="f6" y="f21"/>
                    <a:pt x="f6" y="f20"/>
                  </a:cubicBezTo>
                  <a:cubicBezTo>
                    <a:pt x="f6" y="f19"/>
                    <a:pt x="f7" y="f18"/>
                    <a:pt x="f8" y="f9"/>
                  </a:cubicBezTo>
                </a:path>
              </a:pathLst>
            </a:custGeom>
            <a:noFill/>
            <a:ln cap="flat">
              <a:noFill/>
              <a:prstDash val="solid"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IE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endParaRPr>
            </a:p>
          </p:txBody>
        </p:sp>
        <p:sp>
          <p:nvSpPr>
            <p:cNvPr id="9" name="Freeform 7">
              <a:extLst>
                <a:ext uri="{FF2B5EF4-FFF2-40B4-BE49-F238E27FC236}">
                  <a16:creationId xmlns:a16="http://schemas.microsoft.com/office/drawing/2014/main" id="{F10875CF-F839-010B-6AA8-5B9A35A4E728}"/>
                </a:ext>
              </a:extLst>
            </p:cNvPr>
            <p:cNvSpPr/>
            <p:nvPr/>
          </p:nvSpPr>
          <p:spPr>
            <a:xfrm>
              <a:off x="11234034" y="1845350"/>
              <a:ext cx="611578" cy="985759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192"/>
                <a:gd name="f7" fmla="val 310"/>
                <a:gd name="f8" fmla="val 33"/>
                <a:gd name="f9" fmla="val 308"/>
                <a:gd name="f10" fmla="val 133"/>
                <a:gd name="f11" fmla="val 264"/>
                <a:gd name="f12" fmla="val 198"/>
                <a:gd name="f13" fmla="val 114"/>
                <a:gd name="f14" fmla="val 41"/>
                <a:gd name="f15" fmla="val 149"/>
                <a:gd name="f16" fmla="val 96"/>
                <a:gd name="f17" fmla="val 43"/>
                <a:gd name="f18" fmla="val 38"/>
                <a:gd name="f19" fmla="val 90"/>
                <a:gd name="f20" fmla="val 122"/>
                <a:gd name="f21" fmla="val 14"/>
                <a:gd name="f22" fmla="val 153"/>
                <a:gd name="f23" fmla="val 44"/>
                <a:gd name="f24" fmla="val 169"/>
                <a:gd name="f25" fmla="val 26"/>
                <a:gd name="f26" fmla="val 194"/>
                <a:gd name="f27" fmla="val 18"/>
                <a:gd name="f28" fmla="val 221"/>
                <a:gd name="f29" fmla="val 250"/>
                <a:gd name="f30" fmla="val 266"/>
                <a:gd name="f31" fmla="val 20"/>
                <a:gd name="f32" fmla="val 283"/>
                <a:gd name="f33" fmla="val 24"/>
                <a:gd name="f34" fmla="val 302"/>
                <a:gd name="f35" fmla="+- 0 0 -90"/>
                <a:gd name="f36" fmla="*/ f3 1 192"/>
                <a:gd name="f37" fmla="*/ f4 1 310"/>
                <a:gd name="f38" fmla="+- f7 0 f5"/>
                <a:gd name="f39" fmla="+- f6 0 f5"/>
                <a:gd name="f40" fmla="*/ f35 f0 1"/>
                <a:gd name="f41" fmla="*/ f39 1 192"/>
                <a:gd name="f42" fmla="*/ f38 1 310"/>
                <a:gd name="f43" fmla="*/ 33 f39 1"/>
                <a:gd name="f44" fmla="*/ 308 f38 1"/>
                <a:gd name="f45" fmla="*/ 192 f39 1"/>
                <a:gd name="f46" fmla="*/ 114 f38 1"/>
                <a:gd name="f47" fmla="*/ 96 f39 1"/>
                <a:gd name="f48" fmla="*/ 0 f38 1"/>
                <a:gd name="f49" fmla="*/ 0 f39 1"/>
                <a:gd name="f50" fmla="*/ 90 f38 1"/>
                <a:gd name="f51" fmla="*/ 44 f39 1"/>
                <a:gd name="f52" fmla="*/ 169 f38 1"/>
                <a:gd name="f53" fmla="*/ 18 f39 1"/>
                <a:gd name="f54" fmla="*/ 250 f38 1"/>
                <a:gd name="f55" fmla="*/ 24 f39 1"/>
                <a:gd name="f56" fmla="*/ 302 f38 1"/>
                <a:gd name="f57" fmla="*/ f40 1 f2"/>
                <a:gd name="f58" fmla="*/ f43 1 192"/>
                <a:gd name="f59" fmla="*/ f44 1 310"/>
                <a:gd name="f60" fmla="*/ f45 1 192"/>
                <a:gd name="f61" fmla="*/ f46 1 310"/>
                <a:gd name="f62" fmla="*/ f47 1 192"/>
                <a:gd name="f63" fmla="*/ f48 1 310"/>
                <a:gd name="f64" fmla="*/ f49 1 192"/>
                <a:gd name="f65" fmla="*/ f50 1 310"/>
                <a:gd name="f66" fmla="*/ f51 1 192"/>
                <a:gd name="f67" fmla="*/ f52 1 310"/>
                <a:gd name="f68" fmla="*/ f53 1 192"/>
                <a:gd name="f69" fmla="*/ f54 1 310"/>
                <a:gd name="f70" fmla="*/ f55 1 192"/>
                <a:gd name="f71" fmla="*/ f56 1 310"/>
                <a:gd name="f72" fmla="*/ 0 1 f41"/>
                <a:gd name="f73" fmla="*/ f6 1 f41"/>
                <a:gd name="f74" fmla="*/ 0 1 f42"/>
                <a:gd name="f75" fmla="*/ f7 1 f42"/>
                <a:gd name="f76" fmla="+- f57 0 f1"/>
                <a:gd name="f77" fmla="*/ f58 1 f41"/>
                <a:gd name="f78" fmla="*/ f59 1 f42"/>
                <a:gd name="f79" fmla="*/ f60 1 f41"/>
                <a:gd name="f80" fmla="*/ f61 1 f42"/>
                <a:gd name="f81" fmla="*/ f62 1 f41"/>
                <a:gd name="f82" fmla="*/ f63 1 f42"/>
                <a:gd name="f83" fmla="*/ f64 1 f41"/>
                <a:gd name="f84" fmla="*/ f65 1 f42"/>
                <a:gd name="f85" fmla="*/ f66 1 f41"/>
                <a:gd name="f86" fmla="*/ f67 1 f42"/>
                <a:gd name="f87" fmla="*/ f68 1 f41"/>
                <a:gd name="f88" fmla="*/ f69 1 f42"/>
                <a:gd name="f89" fmla="*/ f70 1 f41"/>
                <a:gd name="f90" fmla="*/ f71 1 f42"/>
                <a:gd name="f91" fmla="*/ f72 f36 1"/>
                <a:gd name="f92" fmla="*/ f73 f36 1"/>
                <a:gd name="f93" fmla="*/ f75 f37 1"/>
                <a:gd name="f94" fmla="*/ f74 f37 1"/>
                <a:gd name="f95" fmla="*/ f77 f36 1"/>
                <a:gd name="f96" fmla="*/ f78 f37 1"/>
                <a:gd name="f97" fmla="*/ f79 f36 1"/>
                <a:gd name="f98" fmla="*/ f80 f37 1"/>
                <a:gd name="f99" fmla="*/ f81 f36 1"/>
                <a:gd name="f100" fmla="*/ f82 f37 1"/>
                <a:gd name="f101" fmla="*/ f83 f36 1"/>
                <a:gd name="f102" fmla="*/ f84 f37 1"/>
                <a:gd name="f103" fmla="*/ f85 f36 1"/>
                <a:gd name="f104" fmla="*/ f86 f37 1"/>
                <a:gd name="f105" fmla="*/ f87 f36 1"/>
                <a:gd name="f106" fmla="*/ f88 f37 1"/>
                <a:gd name="f107" fmla="*/ f89 f36 1"/>
                <a:gd name="f108" fmla="*/ f90 f37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76">
                  <a:pos x="f95" y="f96"/>
                </a:cxn>
                <a:cxn ang="f76">
                  <a:pos x="f97" y="f98"/>
                </a:cxn>
                <a:cxn ang="f76">
                  <a:pos x="f99" y="f100"/>
                </a:cxn>
                <a:cxn ang="f76">
                  <a:pos x="f101" y="f102"/>
                </a:cxn>
                <a:cxn ang="f76">
                  <a:pos x="f103" y="f104"/>
                </a:cxn>
                <a:cxn ang="f76">
                  <a:pos x="f105" y="f106"/>
                </a:cxn>
                <a:cxn ang="f76">
                  <a:pos x="f107" y="f108"/>
                </a:cxn>
                <a:cxn ang="f76">
                  <a:pos x="f95" y="f96"/>
                </a:cxn>
              </a:cxnLst>
              <a:rect l="f91" t="f94" r="f92" b="f93"/>
              <a:pathLst>
                <a:path w="192" h="310">
                  <a:moveTo>
                    <a:pt x="f8" y="f9"/>
                  </a:moveTo>
                  <a:cubicBezTo>
                    <a:pt x="f10" y="f11"/>
                    <a:pt x="f6" y="f12"/>
                    <a:pt x="f6" y="f13"/>
                  </a:cubicBezTo>
                  <a:cubicBezTo>
                    <a:pt x="f6" y="f14"/>
                    <a:pt x="f15" y="f5"/>
                    <a:pt x="f16" y="f5"/>
                  </a:cubicBezTo>
                  <a:cubicBezTo>
                    <a:pt x="f17" y="f5"/>
                    <a:pt x="f5" y="f18"/>
                    <a:pt x="f5" y="f19"/>
                  </a:cubicBezTo>
                  <a:cubicBezTo>
                    <a:pt x="f5" y="f20"/>
                    <a:pt x="f21" y="f22"/>
                    <a:pt x="f23" y="f24"/>
                  </a:cubicBezTo>
                  <a:cubicBezTo>
                    <a:pt x="f25" y="f26"/>
                    <a:pt x="f27" y="f28"/>
                    <a:pt x="f27" y="f29"/>
                  </a:cubicBezTo>
                  <a:cubicBezTo>
                    <a:pt x="f27" y="f30"/>
                    <a:pt x="f31" y="f32"/>
                    <a:pt x="f33" y="f34"/>
                  </a:cubicBezTo>
                  <a:cubicBezTo>
                    <a:pt x="f33" y="f34"/>
                    <a:pt x="f25" y="f7"/>
                    <a:pt x="f8" y="f9"/>
                  </a:cubicBezTo>
                </a:path>
              </a:pathLst>
            </a:custGeom>
            <a:noFill/>
            <a:ln cap="flat">
              <a:noFill/>
              <a:prstDash val="solid"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IE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endParaRPr>
            </a:p>
          </p:txBody>
        </p:sp>
        <p:sp>
          <p:nvSpPr>
            <p:cNvPr id="10" name="Freeform 8">
              <a:extLst>
                <a:ext uri="{FF2B5EF4-FFF2-40B4-BE49-F238E27FC236}">
                  <a16:creationId xmlns:a16="http://schemas.microsoft.com/office/drawing/2014/main" id="{F118CDCD-19D6-E720-96EB-8DF1FF08EBFD}"/>
                </a:ext>
              </a:extLst>
            </p:cNvPr>
            <p:cNvSpPr/>
            <p:nvPr/>
          </p:nvSpPr>
          <p:spPr>
            <a:xfrm>
              <a:off x="9916997" y="1109048"/>
              <a:ext cx="1173522" cy="2624675"/>
            </a:xfrm>
            <a:custGeom>
              <a:avLst/>
              <a:gdLst>
                <a:gd name="f0" fmla="val 10800000"/>
                <a:gd name="f1" fmla="val 5400000"/>
                <a:gd name="f2" fmla="val 360"/>
                <a:gd name="f3" fmla="val 180"/>
                <a:gd name="f4" fmla="val w"/>
                <a:gd name="f5" fmla="val h"/>
                <a:gd name="f6" fmla="val 0"/>
                <a:gd name="f7" fmla="val 369"/>
                <a:gd name="f8" fmla="val 826"/>
                <a:gd name="f9" fmla="val 294"/>
                <a:gd name="f10" fmla="val 28"/>
                <a:gd name="f11" fmla="val 203"/>
                <a:gd name="f12" fmla="val 146"/>
                <a:gd name="f13" fmla="val 26"/>
                <a:gd name="f14" fmla="val 141"/>
                <a:gd name="f15" fmla="val 29"/>
                <a:gd name="f16" fmla="val 137"/>
                <a:gd name="f17" fmla="val 34"/>
                <a:gd name="f18" fmla="val 40"/>
                <a:gd name="f19" fmla="val 246"/>
                <a:gd name="f20" fmla="val 247"/>
                <a:gd name="f21" fmla="val 552"/>
                <a:gd name="f22" fmla="val 569"/>
                <a:gd name="f23" fmla="val 135"/>
                <a:gd name="f24" fmla="val 584"/>
                <a:gd name="f25" fmla="val 132"/>
                <a:gd name="f26" fmla="val 598"/>
                <a:gd name="f27" fmla="val 129"/>
                <a:gd name="f28" fmla="val 612"/>
                <a:gd name="f29" fmla="val 124"/>
                <a:gd name="f30" fmla="val 624"/>
                <a:gd name="f31" fmla="val 115"/>
                <a:gd name="f32" fmla="val 635"/>
                <a:gd name="f33" fmla="val 107"/>
                <a:gd name="f34" fmla="val 645"/>
                <a:gd name="f35" fmla="val 95"/>
                <a:gd name="f36" fmla="val 654"/>
                <a:gd name="f37" fmla="val 80"/>
                <a:gd name="f38" fmla="val 661"/>
                <a:gd name="f39" fmla="val 55"/>
                <a:gd name="f40" fmla="val 672"/>
                <a:gd name="f41" fmla="val 15"/>
                <a:gd name="f42" fmla="val 675"/>
                <a:gd name="f43" fmla="val 5"/>
                <a:gd name="f44" fmla="val 676"/>
                <a:gd name="f45" fmla="val 4"/>
                <a:gd name="f46" fmla="val 686"/>
                <a:gd name="f47" fmla="val 758"/>
                <a:gd name="f48" fmla="val 781"/>
                <a:gd name="f49" fmla="val 6"/>
                <a:gd name="f50" fmla="val 824"/>
                <a:gd name="f51" fmla="val 148"/>
                <a:gd name="f52" fmla="val 167"/>
                <a:gd name="f53" fmla="val 821"/>
                <a:gd name="f54" fmla="val 189"/>
                <a:gd name="f55" fmla="val 816"/>
                <a:gd name="f56" fmla="val 210"/>
                <a:gd name="f57" fmla="val 811"/>
                <a:gd name="f58" fmla="val 232"/>
                <a:gd name="f59" fmla="val 802"/>
                <a:gd name="f60" fmla="val 253"/>
                <a:gd name="f61" fmla="val 789"/>
                <a:gd name="f62" fmla="val 275"/>
                <a:gd name="f63" fmla="val 777"/>
                <a:gd name="f64" fmla="val 760"/>
                <a:gd name="f65" fmla="val 311"/>
                <a:gd name="f66" fmla="val 740"/>
                <a:gd name="f67" fmla="val 329"/>
                <a:gd name="f68" fmla="val 720"/>
                <a:gd name="f69" fmla="val 341"/>
                <a:gd name="f70" fmla="val 694"/>
                <a:gd name="f71" fmla="val 350"/>
                <a:gd name="f72" fmla="val 664"/>
                <a:gd name="f73" fmla="val 355"/>
                <a:gd name="f74" fmla="val 358"/>
                <a:gd name="f75" fmla="val 623"/>
                <a:gd name="f76" fmla="val 361"/>
                <a:gd name="f77" fmla="val 574"/>
                <a:gd name="f78" fmla="val 362"/>
                <a:gd name="f79" fmla="val 553"/>
                <a:gd name="f80" fmla="val 536"/>
                <a:gd name="f81" fmla="val 51"/>
                <a:gd name="f82" fmla="+- 0 0 -90"/>
                <a:gd name="f83" fmla="*/ f4 1 369"/>
                <a:gd name="f84" fmla="*/ f5 1 826"/>
                <a:gd name="f85" fmla="+- f8 0 f6"/>
                <a:gd name="f86" fmla="+- f7 0 f6"/>
                <a:gd name="f87" fmla="*/ f82 f0 1"/>
                <a:gd name="f88" fmla="*/ f86 1 369"/>
                <a:gd name="f89" fmla="*/ f85 1 826"/>
                <a:gd name="f90" fmla="*/ 294 f86 1"/>
                <a:gd name="f91" fmla="*/ 28 f85 1"/>
                <a:gd name="f92" fmla="*/ 146 f86 1"/>
                <a:gd name="f93" fmla="*/ 26 f85 1"/>
                <a:gd name="f94" fmla="*/ 137 f86 1"/>
                <a:gd name="f95" fmla="*/ 40 f85 1"/>
                <a:gd name="f96" fmla="*/ 246 f85 1"/>
                <a:gd name="f97" fmla="*/ 247 f85 1"/>
                <a:gd name="f98" fmla="*/ 552 f85 1"/>
                <a:gd name="f99" fmla="*/ 132 f86 1"/>
                <a:gd name="f100" fmla="*/ 598 f85 1"/>
                <a:gd name="f101" fmla="*/ 115 f86 1"/>
                <a:gd name="f102" fmla="*/ 635 f85 1"/>
                <a:gd name="f103" fmla="*/ 80 f86 1"/>
                <a:gd name="f104" fmla="*/ 661 f85 1"/>
                <a:gd name="f105" fmla="*/ 15 f86 1"/>
                <a:gd name="f106" fmla="*/ 675 f85 1"/>
                <a:gd name="f107" fmla="*/ 4 f86 1"/>
                <a:gd name="f108" fmla="*/ 686 f85 1"/>
                <a:gd name="f109" fmla="*/ 781 f85 1"/>
                <a:gd name="f110" fmla="*/ 824 f85 1"/>
                <a:gd name="f111" fmla="*/ 189 f86 1"/>
                <a:gd name="f112" fmla="*/ 816 f85 1"/>
                <a:gd name="f113" fmla="*/ 253 f86 1"/>
                <a:gd name="f114" fmla="*/ 789 f85 1"/>
                <a:gd name="f115" fmla="*/ 311 f86 1"/>
                <a:gd name="f116" fmla="*/ 740 f85 1"/>
                <a:gd name="f117" fmla="*/ 350 f86 1"/>
                <a:gd name="f118" fmla="*/ 664 f85 1"/>
                <a:gd name="f119" fmla="*/ 360 f86 1"/>
                <a:gd name="f120" fmla="*/ 362 f86 1"/>
                <a:gd name="f121" fmla="*/ 536 f85 1"/>
                <a:gd name="f122" fmla="*/ 141 f85 1"/>
                <a:gd name="f123" fmla="*/ f87 1 f3"/>
                <a:gd name="f124" fmla="*/ f90 1 369"/>
                <a:gd name="f125" fmla="*/ f91 1 826"/>
                <a:gd name="f126" fmla="*/ f92 1 369"/>
                <a:gd name="f127" fmla="*/ f93 1 826"/>
                <a:gd name="f128" fmla="*/ f94 1 369"/>
                <a:gd name="f129" fmla="*/ f95 1 826"/>
                <a:gd name="f130" fmla="*/ f96 1 826"/>
                <a:gd name="f131" fmla="*/ f97 1 826"/>
                <a:gd name="f132" fmla="*/ f98 1 826"/>
                <a:gd name="f133" fmla="*/ f99 1 369"/>
                <a:gd name="f134" fmla="*/ f100 1 826"/>
                <a:gd name="f135" fmla="*/ f101 1 369"/>
                <a:gd name="f136" fmla="*/ f102 1 826"/>
                <a:gd name="f137" fmla="*/ f103 1 369"/>
                <a:gd name="f138" fmla="*/ f104 1 826"/>
                <a:gd name="f139" fmla="*/ f105 1 369"/>
                <a:gd name="f140" fmla="*/ f106 1 826"/>
                <a:gd name="f141" fmla="*/ f107 1 369"/>
                <a:gd name="f142" fmla="*/ f108 1 826"/>
                <a:gd name="f143" fmla="*/ f109 1 826"/>
                <a:gd name="f144" fmla="*/ f110 1 826"/>
                <a:gd name="f145" fmla="*/ f111 1 369"/>
                <a:gd name="f146" fmla="*/ f112 1 826"/>
                <a:gd name="f147" fmla="*/ f113 1 369"/>
                <a:gd name="f148" fmla="*/ f114 1 826"/>
                <a:gd name="f149" fmla="*/ f115 1 369"/>
                <a:gd name="f150" fmla="*/ f116 1 826"/>
                <a:gd name="f151" fmla="*/ f117 1 369"/>
                <a:gd name="f152" fmla="*/ f118 1 826"/>
                <a:gd name="f153" fmla="*/ f119 1 369"/>
                <a:gd name="f154" fmla="*/ f120 1 369"/>
                <a:gd name="f155" fmla="*/ f121 1 826"/>
                <a:gd name="f156" fmla="*/ f122 1 826"/>
                <a:gd name="f157" fmla="*/ 0 1 f88"/>
                <a:gd name="f158" fmla="*/ f7 1 f88"/>
                <a:gd name="f159" fmla="*/ 0 1 f89"/>
                <a:gd name="f160" fmla="*/ f8 1 f89"/>
                <a:gd name="f161" fmla="+- f123 0 f1"/>
                <a:gd name="f162" fmla="*/ f124 1 f88"/>
                <a:gd name="f163" fmla="*/ f125 1 f89"/>
                <a:gd name="f164" fmla="*/ f126 1 f88"/>
                <a:gd name="f165" fmla="*/ f127 1 f89"/>
                <a:gd name="f166" fmla="*/ f128 1 f88"/>
                <a:gd name="f167" fmla="*/ f129 1 f89"/>
                <a:gd name="f168" fmla="*/ f130 1 f89"/>
                <a:gd name="f169" fmla="*/ f131 1 f89"/>
                <a:gd name="f170" fmla="*/ f132 1 f89"/>
                <a:gd name="f171" fmla="*/ f133 1 f88"/>
                <a:gd name="f172" fmla="*/ f134 1 f89"/>
                <a:gd name="f173" fmla="*/ f135 1 f88"/>
                <a:gd name="f174" fmla="*/ f136 1 f89"/>
                <a:gd name="f175" fmla="*/ f137 1 f88"/>
                <a:gd name="f176" fmla="*/ f138 1 f89"/>
                <a:gd name="f177" fmla="*/ f139 1 f88"/>
                <a:gd name="f178" fmla="*/ f140 1 f89"/>
                <a:gd name="f179" fmla="*/ f141 1 f88"/>
                <a:gd name="f180" fmla="*/ f142 1 f89"/>
                <a:gd name="f181" fmla="*/ f143 1 f89"/>
                <a:gd name="f182" fmla="*/ f144 1 f89"/>
                <a:gd name="f183" fmla="*/ f145 1 f88"/>
                <a:gd name="f184" fmla="*/ f146 1 f89"/>
                <a:gd name="f185" fmla="*/ f147 1 f88"/>
                <a:gd name="f186" fmla="*/ f148 1 f89"/>
                <a:gd name="f187" fmla="*/ f149 1 f88"/>
                <a:gd name="f188" fmla="*/ f150 1 f89"/>
                <a:gd name="f189" fmla="*/ f151 1 f88"/>
                <a:gd name="f190" fmla="*/ f152 1 f89"/>
                <a:gd name="f191" fmla="*/ f153 1 f88"/>
                <a:gd name="f192" fmla="*/ f154 1 f88"/>
                <a:gd name="f193" fmla="*/ f155 1 f89"/>
                <a:gd name="f194" fmla="*/ f156 1 f89"/>
                <a:gd name="f195" fmla="*/ f157 f83 1"/>
                <a:gd name="f196" fmla="*/ f158 f83 1"/>
                <a:gd name="f197" fmla="*/ f160 f84 1"/>
                <a:gd name="f198" fmla="*/ f159 f84 1"/>
                <a:gd name="f199" fmla="*/ f162 f83 1"/>
                <a:gd name="f200" fmla="*/ f163 f84 1"/>
                <a:gd name="f201" fmla="*/ f164 f83 1"/>
                <a:gd name="f202" fmla="*/ f165 f84 1"/>
                <a:gd name="f203" fmla="*/ f166 f83 1"/>
                <a:gd name="f204" fmla="*/ f167 f84 1"/>
                <a:gd name="f205" fmla="*/ f168 f84 1"/>
                <a:gd name="f206" fmla="*/ f169 f84 1"/>
                <a:gd name="f207" fmla="*/ f170 f84 1"/>
                <a:gd name="f208" fmla="*/ f171 f83 1"/>
                <a:gd name="f209" fmla="*/ f172 f84 1"/>
                <a:gd name="f210" fmla="*/ f173 f83 1"/>
                <a:gd name="f211" fmla="*/ f174 f84 1"/>
                <a:gd name="f212" fmla="*/ f175 f83 1"/>
                <a:gd name="f213" fmla="*/ f176 f84 1"/>
                <a:gd name="f214" fmla="*/ f177 f83 1"/>
                <a:gd name="f215" fmla="*/ f178 f84 1"/>
                <a:gd name="f216" fmla="*/ f179 f83 1"/>
                <a:gd name="f217" fmla="*/ f180 f84 1"/>
                <a:gd name="f218" fmla="*/ f181 f84 1"/>
                <a:gd name="f219" fmla="*/ f182 f84 1"/>
                <a:gd name="f220" fmla="*/ f183 f83 1"/>
                <a:gd name="f221" fmla="*/ f184 f84 1"/>
                <a:gd name="f222" fmla="*/ f185 f83 1"/>
                <a:gd name="f223" fmla="*/ f186 f84 1"/>
                <a:gd name="f224" fmla="*/ f187 f83 1"/>
                <a:gd name="f225" fmla="*/ f188 f84 1"/>
                <a:gd name="f226" fmla="*/ f189 f83 1"/>
                <a:gd name="f227" fmla="*/ f190 f84 1"/>
                <a:gd name="f228" fmla="*/ f191 f83 1"/>
                <a:gd name="f229" fmla="*/ f192 f83 1"/>
                <a:gd name="f230" fmla="*/ f193 f84 1"/>
                <a:gd name="f231" fmla="*/ f194 f84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161">
                  <a:pos x="f199" y="f200"/>
                </a:cxn>
                <a:cxn ang="f161">
                  <a:pos x="f201" y="f202"/>
                </a:cxn>
                <a:cxn ang="f161">
                  <a:pos x="f203" y="f204"/>
                </a:cxn>
                <a:cxn ang="f161">
                  <a:pos x="f203" y="f204"/>
                </a:cxn>
                <a:cxn ang="f161">
                  <a:pos x="f203" y="f205"/>
                </a:cxn>
                <a:cxn ang="f161">
                  <a:pos x="f203" y="f206"/>
                </a:cxn>
                <a:cxn ang="f161">
                  <a:pos x="f203" y="f207"/>
                </a:cxn>
                <a:cxn ang="f161">
                  <a:pos x="f208" y="f209"/>
                </a:cxn>
                <a:cxn ang="f161">
                  <a:pos x="f210" y="f211"/>
                </a:cxn>
                <a:cxn ang="f161">
                  <a:pos x="f212" y="f213"/>
                </a:cxn>
                <a:cxn ang="f161">
                  <a:pos x="f214" y="f215"/>
                </a:cxn>
                <a:cxn ang="f161">
                  <a:pos x="f216" y="f217"/>
                </a:cxn>
                <a:cxn ang="f161">
                  <a:pos x="f216" y="f218"/>
                </a:cxn>
                <a:cxn ang="f161">
                  <a:pos x="f208" y="f219"/>
                </a:cxn>
                <a:cxn ang="f161">
                  <a:pos x="f220" y="f221"/>
                </a:cxn>
                <a:cxn ang="f161">
                  <a:pos x="f222" y="f223"/>
                </a:cxn>
                <a:cxn ang="f161">
                  <a:pos x="f224" y="f225"/>
                </a:cxn>
                <a:cxn ang="f161">
                  <a:pos x="f226" y="f227"/>
                </a:cxn>
                <a:cxn ang="f161">
                  <a:pos x="f228" y="f209"/>
                </a:cxn>
                <a:cxn ang="f161">
                  <a:pos x="f229" y="f230"/>
                </a:cxn>
                <a:cxn ang="f161">
                  <a:pos x="f229" y="f231"/>
                </a:cxn>
                <a:cxn ang="f161">
                  <a:pos x="f199" y="f200"/>
                </a:cxn>
              </a:cxnLst>
              <a:rect l="f195" t="f198" r="f196" b="f197"/>
              <a:pathLst>
                <a:path w="369" h="826">
                  <a:moveTo>
                    <a:pt x="f9" y="f10"/>
                  </a:moveTo>
                  <a:cubicBezTo>
                    <a:pt x="f11" y="f6"/>
                    <a:pt x="f12" y="f13"/>
                    <a:pt x="f12" y="f13"/>
                  </a:cubicBezTo>
                  <a:cubicBezTo>
                    <a:pt x="f14" y="f15"/>
                    <a:pt x="f16" y="f17"/>
                    <a:pt x="f16" y="f18"/>
                  </a:cubicBezTo>
                  <a:cubicBezTo>
                    <a:pt x="f16" y="f18"/>
                    <a:pt x="f16" y="f18"/>
                    <a:pt x="f16" y="f18"/>
                  </a:cubicBezTo>
                  <a:cubicBezTo>
                    <a:pt x="f16" y="f19"/>
                    <a:pt x="f16" y="f19"/>
                    <a:pt x="f16" y="f19"/>
                  </a:cubicBezTo>
                  <a:cubicBezTo>
                    <a:pt x="f16" y="f19"/>
                    <a:pt x="f16" y="f20"/>
                    <a:pt x="f16" y="f20"/>
                  </a:cubicBezTo>
                  <a:cubicBezTo>
                    <a:pt x="f16" y="f21"/>
                    <a:pt x="f16" y="f21"/>
                    <a:pt x="f16" y="f21"/>
                  </a:cubicBezTo>
                  <a:cubicBezTo>
                    <a:pt x="f16" y="f22"/>
                    <a:pt x="f23" y="f24"/>
                    <a:pt x="f25" y="f26"/>
                  </a:cubicBezTo>
                  <a:cubicBezTo>
                    <a:pt x="f27" y="f28"/>
                    <a:pt x="f29" y="f30"/>
                    <a:pt x="f31" y="f32"/>
                  </a:cubicBezTo>
                  <a:cubicBezTo>
                    <a:pt x="f33" y="f34"/>
                    <a:pt x="f35" y="f36"/>
                    <a:pt x="f37" y="f38"/>
                  </a:cubicBezTo>
                  <a:cubicBezTo>
                    <a:pt x="f37" y="f38"/>
                    <a:pt x="f39" y="f40"/>
                    <a:pt x="f41" y="f42"/>
                  </a:cubicBezTo>
                  <a:cubicBezTo>
                    <a:pt x="f41" y="f42"/>
                    <a:pt x="f43" y="f44"/>
                    <a:pt x="f45" y="f46"/>
                  </a:cubicBezTo>
                  <a:cubicBezTo>
                    <a:pt x="f45" y="f46"/>
                    <a:pt x="f6" y="f47"/>
                    <a:pt x="f45" y="f48"/>
                  </a:cubicBezTo>
                  <a:cubicBezTo>
                    <a:pt x="f49" y="f8"/>
                    <a:pt x="f25" y="f50"/>
                    <a:pt x="f25" y="f50"/>
                  </a:cubicBezTo>
                  <a:cubicBezTo>
                    <a:pt x="f51" y="f50"/>
                    <a:pt x="f52" y="f53"/>
                    <a:pt x="f54" y="f55"/>
                  </a:cubicBezTo>
                  <a:cubicBezTo>
                    <a:pt x="f56" y="f57"/>
                    <a:pt x="f58" y="f59"/>
                    <a:pt x="f60" y="f61"/>
                  </a:cubicBezTo>
                  <a:cubicBezTo>
                    <a:pt x="f62" y="f63"/>
                    <a:pt x="f9" y="f64"/>
                    <a:pt x="f65" y="f66"/>
                  </a:cubicBezTo>
                  <a:cubicBezTo>
                    <a:pt x="f67" y="f68"/>
                    <a:pt x="f69" y="f70"/>
                    <a:pt x="f71" y="f72"/>
                  </a:cubicBezTo>
                  <a:cubicBezTo>
                    <a:pt x="f73" y="f34"/>
                    <a:pt x="f74" y="f75"/>
                    <a:pt x="f2" y="f26"/>
                  </a:cubicBezTo>
                  <a:cubicBezTo>
                    <a:pt x="f76" y="f77"/>
                    <a:pt x="f78" y="f79"/>
                    <a:pt x="f78" y="f80"/>
                  </a:cubicBezTo>
                  <a:cubicBezTo>
                    <a:pt x="f78" y="f14"/>
                    <a:pt x="f78" y="f14"/>
                    <a:pt x="f78" y="f14"/>
                  </a:cubicBezTo>
                  <a:cubicBezTo>
                    <a:pt x="f78" y="f14"/>
                    <a:pt x="f7" y="f81"/>
                    <a:pt x="f9" y="f10"/>
                  </a:cubicBezTo>
                </a:path>
              </a:pathLst>
            </a:custGeom>
            <a:noFill/>
            <a:ln cap="flat">
              <a:noFill/>
              <a:prstDash val="solid"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IE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endParaRPr>
            </a:p>
          </p:txBody>
        </p:sp>
      </p:grpSp>
      <p:sp>
        <p:nvSpPr>
          <p:cNvPr id="11" name="Title 1">
            <a:extLst>
              <a:ext uri="{FF2B5EF4-FFF2-40B4-BE49-F238E27FC236}">
                <a16:creationId xmlns:a16="http://schemas.microsoft.com/office/drawing/2014/main" id="{00BDEC53-67BB-37A8-A028-AF5FF912F10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31594" y="577845"/>
            <a:ext cx="5045302" cy="3155868"/>
          </a:xfrm>
        </p:spPr>
        <p:txBody>
          <a:bodyPr/>
          <a:lstStyle>
            <a:lvl1pPr>
              <a:defRPr sz="440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658354771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A2F2FC-FFBC-C1E3-18D6-E053688A937E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407037-7D5F-565C-C0EB-ADFC82C5C486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631594" y="1913638"/>
            <a:ext cx="4787999" cy="4263316"/>
          </a:xfrm>
        </p:spPr>
        <p:txBody>
          <a:bodyPr/>
          <a:lstStyle>
            <a:lvl1pPr>
              <a:defRPr/>
            </a:lvl1pPr>
            <a:lvl2pPr marL="442917" lvl="1" indent="-198433">
              <a:spcBef>
                <a:spcPts val="500"/>
              </a:spcBef>
              <a:buFont typeface="Calibri" pitchFamily="34"/>
              <a:buChar char="›"/>
              <a:defRPr sz="1800"/>
            </a:lvl2pPr>
            <a:lvl3pPr marL="663570" lvl="2" indent="-212726">
              <a:spcBef>
                <a:spcPts val="500"/>
              </a:spcBef>
              <a:buFont typeface="Calibri" pitchFamily="34"/>
              <a:buChar char="»"/>
              <a:defRPr sz="1600"/>
            </a:lvl3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C3D5277-586F-A06E-F63F-C11DA979440E}"/>
              </a:ext>
            </a:extLst>
          </p:cNvPr>
          <p:cNvSpPr txBox="1">
            <a:spLocks noGrp="1"/>
          </p:cNvSpPr>
          <p:nvPr>
            <p:ph idx="2"/>
          </p:nvPr>
        </p:nvSpPr>
        <p:spPr>
          <a:xfrm>
            <a:off x="6772403" y="1913638"/>
            <a:ext cx="4787999" cy="4263316"/>
          </a:xfrm>
        </p:spPr>
        <p:txBody>
          <a:bodyPr/>
          <a:lstStyle>
            <a:lvl1pPr>
              <a:defRPr/>
            </a:lvl1pPr>
            <a:lvl2pPr marL="442917" lvl="1" indent="-198433">
              <a:spcBef>
                <a:spcPts val="500"/>
              </a:spcBef>
              <a:buFont typeface="Calibri" pitchFamily="34"/>
              <a:buChar char="›"/>
              <a:defRPr sz="1800"/>
            </a:lvl2pPr>
            <a:lvl3pPr marL="663570" lvl="2" indent="-212726">
              <a:spcBef>
                <a:spcPts val="500"/>
              </a:spcBef>
              <a:buFont typeface="Calibri" pitchFamily="34"/>
              <a:buChar char="»"/>
              <a:defRPr sz="1600"/>
            </a:lvl3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714149850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1469D256-C4E1-049F-70F6-F0FFC9F4BC82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631594" y="2189649"/>
            <a:ext cx="4790971" cy="578714"/>
          </a:xfrm>
        </p:spPr>
        <p:txBody>
          <a:bodyPr bIns="0" anchor="b">
            <a:noAutofit/>
          </a:bodyPr>
          <a:lstStyle>
            <a:lvl1pPr marL="0" indent="0">
              <a:buNone/>
              <a:defRPr sz="2100" b="1">
                <a:solidFill>
                  <a:srgbClr val="26CAD3"/>
                </a:solidFill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3D6E9E0F-EFC3-2CA5-17F0-3361F00BF3CC}"/>
              </a:ext>
            </a:extLst>
          </p:cNvPr>
          <p:cNvSpPr txBox="1">
            <a:spLocks noGrp="1"/>
          </p:cNvSpPr>
          <p:nvPr>
            <p:ph idx="4294967295"/>
          </p:nvPr>
        </p:nvSpPr>
        <p:spPr>
          <a:xfrm>
            <a:off x="631594" y="2717797"/>
            <a:ext cx="4790971" cy="3236189"/>
          </a:xfrm>
        </p:spPr>
        <p:txBody>
          <a:bodyPr/>
          <a:lstStyle>
            <a:lvl1pPr>
              <a:defRPr/>
            </a:lvl1pPr>
            <a:lvl2pPr marL="442917" lvl="1" indent="-198433">
              <a:spcBef>
                <a:spcPts val="500"/>
              </a:spcBef>
              <a:buFont typeface="Calibri" pitchFamily="34"/>
              <a:buChar char="›"/>
              <a:defRPr sz="1800"/>
            </a:lvl2pPr>
            <a:lvl3pPr marL="663570" lvl="2" indent="-212726">
              <a:spcBef>
                <a:spcPts val="500"/>
              </a:spcBef>
              <a:buFont typeface="Calibri" pitchFamily="34"/>
              <a:buChar char="»"/>
              <a:defRPr sz="1600"/>
            </a:lvl3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F3B4838F-7C3A-7342-A52D-D768DEE35245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6749588" y="2189649"/>
            <a:ext cx="4810813" cy="578714"/>
          </a:xfrm>
        </p:spPr>
        <p:txBody>
          <a:bodyPr bIns="0" anchor="b">
            <a:noAutofit/>
          </a:bodyPr>
          <a:lstStyle>
            <a:lvl1pPr marL="0" indent="0">
              <a:buNone/>
              <a:defRPr sz="2100" b="1">
                <a:solidFill>
                  <a:srgbClr val="26CAD3"/>
                </a:solidFill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0745CC02-1B8D-B157-5C55-252A99719017}"/>
              </a:ext>
            </a:extLst>
          </p:cNvPr>
          <p:cNvSpPr txBox="1">
            <a:spLocks noGrp="1"/>
          </p:cNvSpPr>
          <p:nvPr>
            <p:ph idx="4294967295"/>
          </p:nvPr>
        </p:nvSpPr>
        <p:spPr>
          <a:xfrm>
            <a:off x="6749588" y="2717797"/>
            <a:ext cx="4810813" cy="3236189"/>
          </a:xfrm>
        </p:spPr>
        <p:txBody>
          <a:bodyPr/>
          <a:lstStyle>
            <a:lvl1pPr>
              <a:defRPr/>
            </a:lvl1pPr>
            <a:lvl2pPr marL="442917" lvl="1" indent="-198433">
              <a:spcBef>
                <a:spcPts val="500"/>
              </a:spcBef>
              <a:buFont typeface="Calibri" pitchFamily="34"/>
              <a:buChar char="›"/>
              <a:defRPr sz="1800"/>
            </a:lvl2pPr>
            <a:lvl3pPr marL="663570" lvl="2" indent="-212726">
              <a:spcBef>
                <a:spcPts val="500"/>
              </a:spcBef>
              <a:buFont typeface="Calibri" pitchFamily="34"/>
              <a:buChar char="»"/>
              <a:defRPr sz="1600"/>
            </a:lvl3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itle 9">
            <a:extLst>
              <a:ext uri="{FF2B5EF4-FFF2-40B4-BE49-F238E27FC236}">
                <a16:creationId xmlns:a16="http://schemas.microsoft.com/office/drawing/2014/main" id="{D665BB44-34F7-92F9-2ECE-83A2931589B1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906208550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BBC828-298E-6489-860F-5E7F62816280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745225844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96267667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ext &amp;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834454-F38F-ECD4-E78B-69E3A61C574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31594" y="577845"/>
            <a:ext cx="4911361" cy="1112833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604DE0-7EEA-BB26-4322-A2231BF93FEB}"/>
              </a:ext>
            </a:extLst>
          </p:cNvPr>
          <p:cNvSpPr txBox="1">
            <a:spLocks noGrp="1"/>
          </p:cNvSpPr>
          <p:nvPr>
            <p:ph idx="4294967295"/>
          </p:nvPr>
        </p:nvSpPr>
        <p:spPr>
          <a:xfrm>
            <a:off x="631594" y="1913638"/>
            <a:ext cx="4911361" cy="4062953"/>
          </a:xfrm>
        </p:spPr>
        <p:txBody>
          <a:bodyPr/>
          <a:lstStyle>
            <a:lvl1pPr>
              <a:defRPr/>
            </a:lvl1pPr>
            <a:lvl2pPr marL="442917" lvl="1" indent="-198433">
              <a:spcBef>
                <a:spcPts val="500"/>
              </a:spcBef>
              <a:buFont typeface="Calibri" pitchFamily="34"/>
              <a:buChar char="›"/>
              <a:defRPr sz="1800"/>
            </a:lvl2pPr>
            <a:lvl3pPr marL="663570" lvl="2" indent="-212726">
              <a:spcBef>
                <a:spcPts val="500"/>
              </a:spcBef>
              <a:buFont typeface="Calibri" pitchFamily="34"/>
              <a:buChar char="»"/>
              <a:defRPr sz="1600"/>
            </a:lvl3pPr>
            <a:lvl4pPr marL="1600200" lvl="3">
              <a:spcBef>
                <a:spcPts val="500"/>
              </a:spcBef>
              <a:defRPr sz="1400"/>
            </a:lvl4pPr>
            <a:lvl5pPr marL="2057400" lvl="4">
              <a:spcBef>
                <a:spcPts val="500"/>
              </a:spcBef>
              <a:defRPr sz="140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7" name="Picture Placeholder 9">
            <a:extLst>
              <a:ext uri="{FF2B5EF4-FFF2-40B4-BE49-F238E27FC236}">
                <a16:creationId xmlns:a16="http://schemas.microsoft.com/office/drawing/2014/main" id="{A84ECFE9-D713-73CD-3593-4C160BCBEAC7}"/>
              </a:ext>
            </a:extLst>
          </p:cNvPr>
          <p:cNvSpPr txBox="1">
            <a:spLocks noGrp="1"/>
          </p:cNvSpPr>
          <p:nvPr>
            <p:ph type="pic" idx="4294967295"/>
          </p:nvPr>
        </p:nvSpPr>
        <p:spPr>
          <a:xfrm>
            <a:off x="6651400" y="577855"/>
            <a:ext cx="4908782" cy="5398745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icon to add picture</a:t>
            </a:r>
            <a:endParaRPr lang="en-IE"/>
          </a:p>
        </p:txBody>
      </p:sp>
      <p:cxnSp>
        <p:nvCxnSpPr>
          <p:cNvPr id="8" name="Straight Connector 11">
            <a:extLst>
              <a:ext uri="{FF2B5EF4-FFF2-40B4-BE49-F238E27FC236}">
                <a16:creationId xmlns:a16="http://schemas.microsoft.com/office/drawing/2014/main" id="{7EE31EF4-70D1-765D-A02D-2B79972146C0}"/>
              </a:ext>
            </a:extLst>
          </p:cNvPr>
          <p:cNvCxnSpPr/>
          <p:nvPr/>
        </p:nvCxnSpPr>
        <p:spPr>
          <a:xfrm>
            <a:off x="631594" y="466728"/>
            <a:ext cx="4911370" cy="0"/>
          </a:xfrm>
          <a:prstGeom prst="straightConnector1">
            <a:avLst/>
          </a:prstGeom>
          <a:noFill/>
          <a:ln w="25402" cap="rnd">
            <a:solidFill>
              <a:srgbClr val="26CAD3"/>
            </a:solidFill>
            <a:custDash>
              <a:ds d="300000" sp="0"/>
            </a:custDash>
            <a:miter/>
          </a:ln>
        </p:spPr>
      </p:cxnSp>
    </p:spTree>
    <p:extLst>
      <p:ext uri="{BB962C8B-B14F-4D97-AF65-F5344CB8AC3E}">
        <p14:creationId xmlns:p14="http://schemas.microsoft.com/office/powerpoint/2010/main" val="3914998257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Image 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9">
            <a:extLst>
              <a:ext uri="{FF2B5EF4-FFF2-40B4-BE49-F238E27FC236}">
                <a16:creationId xmlns:a16="http://schemas.microsoft.com/office/drawing/2014/main" id="{5A9289DC-0B5A-281E-F94C-3355F5FEA32D}"/>
              </a:ext>
            </a:extLst>
          </p:cNvPr>
          <p:cNvSpPr/>
          <p:nvPr/>
        </p:nvSpPr>
        <p:spPr>
          <a:xfrm>
            <a:off x="1591" y="0"/>
            <a:ext cx="6149970" cy="685800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0"/>
              <a:gd name="f6" fmla="val 3874"/>
              <a:gd name="f7" fmla="val 4320"/>
              <a:gd name="f8" fmla="val 3067"/>
              <a:gd name="f9" fmla="val 3147"/>
              <a:gd name="f10" fmla="val 4246"/>
              <a:gd name="f11" fmla="val 3224"/>
              <a:gd name="f12" fmla="val 4165"/>
              <a:gd name="f13" fmla="val 3298"/>
              <a:gd name="f14" fmla="val 4078"/>
              <a:gd name="f15" fmla="val 3494"/>
              <a:gd name="f16" fmla="val 3846"/>
              <a:gd name="f17" fmla="val 3640"/>
              <a:gd name="f18" fmla="val 3559"/>
              <a:gd name="f19" fmla="val 3733"/>
              <a:gd name="f20" fmla="val 3215"/>
              <a:gd name="f21" fmla="val 3792"/>
              <a:gd name="f22" fmla="val 2992"/>
              <a:gd name="f23" fmla="val 3832"/>
              <a:gd name="f24" fmla="val 2741"/>
              <a:gd name="f25" fmla="val 3848"/>
              <a:gd name="f26" fmla="val 2463"/>
              <a:gd name="f27" fmla="val 3866"/>
              <a:gd name="f28" fmla="val 2183"/>
              <a:gd name="f29" fmla="val 1949"/>
              <a:gd name="f30" fmla="val 1761"/>
              <a:gd name="f31" fmla="val 941"/>
              <a:gd name="f32" fmla="+- 0 0 -90"/>
              <a:gd name="f33" fmla="*/ f3 1 3874"/>
              <a:gd name="f34" fmla="*/ f4 1 4320"/>
              <a:gd name="f35" fmla="+- f7 0 f5"/>
              <a:gd name="f36" fmla="+- f6 0 f5"/>
              <a:gd name="f37" fmla="*/ f32 f0 1"/>
              <a:gd name="f38" fmla="*/ f36 1 3874"/>
              <a:gd name="f39" fmla="*/ f35 1 4320"/>
              <a:gd name="f40" fmla="*/ 0 f36 1"/>
              <a:gd name="f41" fmla="*/ 0 f35 1"/>
              <a:gd name="f42" fmla="*/ 4320 f35 1"/>
              <a:gd name="f43" fmla="*/ 3067 f36 1"/>
              <a:gd name="f44" fmla="*/ 3298 f36 1"/>
              <a:gd name="f45" fmla="*/ 4078 f35 1"/>
              <a:gd name="f46" fmla="*/ 3733 f36 1"/>
              <a:gd name="f47" fmla="*/ 3215 f35 1"/>
              <a:gd name="f48" fmla="*/ 3848 f36 1"/>
              <a:gd name="f49" fmla="*/ 2463 f35 1"/>
              <a:gd name="f50" fmla="*/ 3874 f36 1"/>
              <a:gd name="f51" fmla="*/ 1761 f35 1"/>
              <a:gd name="f52" fmla="*/ f37 1 f2"/>
              <a:gd name="f53" fmla="*/ f40 1 3874"/>
              <a:gd name="f54" fmla="*/ f41 1 4320"/>
              <a:gd name="f55" fmla="*/ f42 1 4320"/>
              <a:gd name="f56" fmla="*/ f43 1 3874"/>
              <a:gd name="f57" fmla="*/ f44 1 3874"/>
              <a:gd name="f58" fmla="*/ f45 1 4320"/>
              <a:gd name="f59" fmla="*/ f46 1 3874"/>
              <a:gd name="f60" fmla="*/ f47 1 4320"/>
              <a:gd name="f61" fmla="*/ f48 1 3874"/>
              <a:gd name="f62" fmla="*/ f49 1 4320"/>
              <a:gd name="f63" fmla="*/ f50 1 3874"/>
              <a:gd name="f64" fmla="*/ f51 1 4320"/>
              <a:gd name="f65" fmla="*/ 0 1 f38"/>
              <a:gd name="f66" fmla="*/ f6 1 f38"/>
              <a:gd name="f67" fmla="*/ 0 1 f39"/>
              <a:gd name="f68" fmla="*/ f7 1 f39"/>
              <a:gd name="f69" fmla="+- f52 0 f1"/>
              <a:gd name="f70" fmla="*/ f53 1 f38"/>
              <a:gd name="f71" fmla="*/ f54 1 f39"/>
              <a:gd name="f72" fmla="*/ f55 1 f39"/>
              <a:gd name="f73" fmla="*/ f56 1 f38"/>
              <a:gd name="f74" fmla="*/ f57 1 f38"/>
              <a:gd name="f75" fmla="*/ f58 1 f39"/>
              <a:gd name="f76" fmla="*/ f59 1 f38"/>
              <a:gd name="f77" fmla="*/ f60 1 f39"/>
              <a:gd name="f78" fmla="*/ f61 1 f38"/>
              <a:gd name="f79" fmla="*/ f62 1 f39"/>
              <a:gd name="f80" fmla="*/ f63 1 f38"/>
              <a:gd name="f81" fmla="*/ f64 1 f39"/>
              <a:gd name="f82" fmla="*/ f65 f33 1"/>
              <a:gd name="f83" fmla="*/ f66 f33 1"/>
              <a:gd name="f84" fmla="*/ f68 f34 1"/>
              <a:gd name="f85" fmla="*/ f67 f34 1"/>
              <a:gd name="f86" fmla="*/ f70 f33 1"/>
              <a:gd name="f87" fmla="*/ f71 f34 1"/>
              <a:gd name="f88" fmla="*/ f72 f34 1"/>
              <a:gd name="f89" fmla="*/ f73 f33 1"/>
              <a:gd name="f90" fmla="*/ f74 f33 1"/>
              <a:gd name="f91" fmla="*/ f75 f34 1"/>
              <a:gd name="f92" fmla="*/ f76 f33 1"/>
              <a:gd name="f93" fmla="*/ f77 f34 1"/>
              <a:gd name="f94" fmla="*/ f78 f33 1"/>
              <a:gd name="f95" fmla="*/ f79 f34 1"/>
              <a:gd name="f96" fmla="*/ f80 f33 1"/>
              <a:gd name="f97" fmla="*/ f81 f34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69">
                <a:pos x="f86" y="f87"/>
              </a:cxn>
              <a:cxn ang="f69">
                <a:pos x="f86" y="f88"/>
              </a:cxn>
              <a:cxn ang="f69">
                <a:pos x="f89" y="f88"/>
              </a:cxn>
              <a:cxn ang="f69">
                <a:pos x="f90" y="f91"/>
              </a:cxn>
              <a:cxn ang="f69">
                <a:pos x="f92" y="f93"/>
              </a:cxn>
              <a:cxn ang="f69">
                <a:pos x="f94" y="f95"/>
              </a:cxn>
              <a:cxn ang="f69">
                <a:pos x="f96" y="f97"/>
              </a:cxn>
              <a:cxn ang="f69">
                <a:pos x="f96" y="f87"/>
              </a:cxn>
              <a:cxn ang="f69">
                <a:pos x="f86" y="f87"/>
              </a:cxn>
            </a:cxnLst>
            <a:rect l="f82" t="f85" r="f83" b="f84"/>
            <a:pathLst>
              <a:path w="3874" h="4320">
                <a:moveTo>
                  <a:pt x="f5" y="f5"/>
                </a:moveTo>
                <a:cubicBezTo>
                  <a:pt x="f5" y="f7"/>
                  <a:pt x="f5" y="f7"/>
                  <a:pt x="f5" y="f7"/>
                </a:cubicBezTo>
                <a:cubicBezTo>
                  <a:pt x="f8" y="f7"/>
                  <a:pt x="f8" y="f7"/>
                  <a:pt x="f8" y="f7"/>
                </a:cubicBezTo>
                <a:cubicBezTo>
                  <a:pt x="f9" y="f10"/>
                  <a:pt x="f11" y="f12"/>
                  <a:pt x="f13" y="f14"/>
                </a:cubicBezTo>
                <a:cubicBezTo>
                  <a:pt x="f15" y="f16"/>
                  <a:pt x="f17" y="f18"/>
                  <a:pt x="f19" y="f20"/>
                </a:cubicBezTo>
                <a:cubicBezTo>
                  <a:pt x="f21" y="f22"/>
                  <a:pt x="f23" y="f24"/>
                  <a:pt x="f25" y="f26"/>
                </a:cubicBezTo>
                <a:cubicBezTo>
                  <a:pt x="f27" y="f28"/>
                  <a:pt x="f6" y="f29"/>
                  <a:pt x="f6" y="f30"/>
                </a:cubicBezTo>
                <a:cubicBezTo>
                  <a:pt x="f6" y="f30"/>
                  <a:pt x="f6" y="f31"/>
                  <a:pt x="f6" y="f5"/>
                </a:cubicBezTo>
                <a:lnTo>
                  <a:pt x="f5" y="f5"/>
                </a:lnTo>
                <a:close/>
              </a:path>
            </a:pathLst>
          </a:custGeom>
          <a:solidFill>
            <a:srgbClr val="FFFFFF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IE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3" name="Picture Placeholder 24">
            <a:extLst>
              <a:ext uri="{FF2B5EF4-FFF2-40B4-BE49-F238E27FC236}">
                <a16:creationId xmlns:a16="http://schemas.microsoft.com/office/drawing/2014/main" id="{D29F10A4-3003-6A8E-DD2F-1AC50675CF7D}"/>
              </a:ext>
            </a:extLst>
          </p:cNvPr>
          <p:cNvSpPr txBox="1">
            <a:spLocks noGrp="1"/>
          </p:cNvSpPr>
          <p:nvPr>
            <p:ph type="pic" idx="4294967295"/>
          </p:nvPr>
        </p:nvSpPr>
        <p:spPr>
          <a:xfrm>
            <a:off x="4868859" y="0"/>
            <a:ext cx="7323136" cy="6858000"/>
          </a:xfrm>
          <a:solidFill>
            <a:srgbClr val="00667D"/>
          </a:solidFill>
        </p:spPr>
        <p:txBody>
          <a:bodyPr anchor="ctr" anchorCtr="1">
            <a:noAutofit/>
          </a:bodyPr>
          <a:lstStyle>
            <a:lvl1pPr marL="0" indent="0" algn="ctr">
              <a:buNone/>
              <a:defRPr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icon to add picture</a:t>
            </a:r>
            <a:endParaRPr lang="en-IE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F9CB1E31-AAEB-FCC2-1024-CFCA573A68D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20695" y="1793238"/>
            <a:ext cx="5003797" cy="3032763"/>
          </a:xfrm>
        </p:spPr>
        <p:txBody>
          <a:bodyPr/>
          <a:lstStyle>
            <a:lvl1pPr marL="227008" indent="-227008">
              <a:lnSpc>
                <a:spcPct val="85000"/>
              </a:lnSpc>
              <a:defRPr sz="3400"/>
            </a:lvl1pPr>
          </a:lstStyle>
          <a:p>
            <a:pPr lvl="0"/>
            <a:r>
              <a:rPr lang="en-US"/>
              <a:t>Click to edit Master title style</a:t>
            </a:r>
            <a:endParaRPr lang="en-IE"/>
          </a:p>
        </p:txBody>
      </p:sp>
      <p:pic>
        <p:nvPicPr>
          <p:cNvPr id="9" name="Picture 11">
            <a:extLst>
              <a:ext uri="{FF2B5EF4-FFF2-40B4-BE49-F238E27FC236}">
                <a16:creationId xmlns:a16="http://schemas.microsoft.com/office/drawing/2014/main" id="{80EE6758-3401-5374-CC7F-8A973E9B36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84130" y="1677988"/>
            <a:ext cx="3833768" cy="2622554"/>
          </a:xfrm>
          <a:prstGeom prst="rect">
            <a:avLst/>
          </a:prstGeom>
          <a:noFill/>
          <a:ln cap="flat">
            <a:noFill/>
          </a:ln>
        </p:spPr>
      </p:pic>
    </p:spTree>
    <p:extLst>
      <p:ext uri="{BB962C8B-B14F-4D97-AF65-F5344CB8AC3E}">
        <p14:creationId xmlns:p14="http://schemas.microsoft.com/office/powerpoint/2010/main" val="487612461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Image 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7">
            <a:extLst>
              <a:ext uri="{FF2B5EF4-FFF2-40B4-BE49-F238E27FC236}">
                <a16:creationId xmlns:a16="http://schemas.microsoft.com/office/drawing/2014/main" id="{E8B6C1FA-66B6-92FE-5021-22E90DEBBD7C}"/>
              </a:ext>
            </a:extLst>
          </p:cNvPr>
          <p:cNvSpPr txBox="1">
            <a:spLocks noGrp="1"/>
          </p:cNvSpPr>
          <p:nvPr>
            <p:ph type="pic" idx="4294967295"/>
          </p:nvPr>
        </p:nvSpPr>
        <p:spPr>
          <a:xfrm>
            <a:off x="0" y="0"/>
            <a:ext cx="12191996" cy="6858000"/>
          </a:xfrm>
          <a:solidFill>
            <a:srgbClr val="00667D"/>
          </a:solidFill>
        </p:spPr>
        <p:txBody>
          <a:bodyPr anchor="ctr" anchorCtr="1">
            <a:noAutofit/>
          </a:bodyPr>
          <a:lstStyle>
            <a:lvl1pPr marL="0" indent="0" algn="ctr">
              <a:buNone/>
              <a:defRPr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icon to add picture</a:t>
            </a:r>
            <a:endParaRPr lang="en-IE"/>
          </a:p>
        </p:txBody>
      </p:sp>
      <p:pic>
        <p:nvPicPr>
          <p:cNvPr id="3" name="Picture 8">
            <a:extLst>
              <a:ext uri="{FF2B5EF4-FFF2-40B4-BE49-F238E27FC236}">
                <a16:creationId xmlns:a16="http://schemas.microsoft.com/office/drawing/2014/main" id="{4CEA8223-8919-EF0F-97FB-5DC948C270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448296" cy="4538660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B8D63489-052E-D675-230C-DFDDA366047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20695" y="574042"/>
            <a:ext cx="4053206" cy="2219962"/>
          </a:xfrm>
        </p:spPr>
        <p:txBody>
          <a:bodyPr/>
          <a:lstStyle>
            <a:lvl1pPr marL="177795" indent="-177795">
              <a:lnSpc>
                <a:spcPct val="85000"/>
              </a:lnSpc>
              <a:defRPr sz="2400"/>
            </a:lvl1pPr>
          </a:lstStyle>
          <a:p>
            <a:pPr lvl="0"/>
            <a:r>
              <a:rPr lang="en-US"/>
              <a:t>Click to edit Master title style</a:t>
            </a:r>
            <a:endParaRPr lang="en-IE"/>
          </a:p>
        </p:txBody>
      </p:sp>
      <p:pic>
        <p:nvPicPr>
          <p:cNvPr id="9" name="Picture 11">
            <a:extLst>
              <a:ext uri="{FF2B5EF4-FFF2-40B4-BE49-F238E27FC236}">
                <a16:creationId xmlns:a16="http://schemas.microsoft.com/office/drawing/2014/main" id="{0F25E0D5-B7A9-79AF-63C3-DA97BEE627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84130" y="1677988"/>
            <a:ext cx="3833768" cy="2622554"/>
          </a:xfrm>
          <a:prstGeom prst="rect">
            <a:avLst/>
          </a:prstGeom>
          <a:noFill/>
          <a:ln cap="flat">
            <a:noFill/>
          </a:ln>
        </p:spPr>
      </p:pic>
    </p:spTree>
    <p:extLst>
      <p:ext uri="{BB962C8B-B14F-4D97-AF65-F5344CB8AC3E}">
        <p14:creationId xmlns:p14="http://schemas.microsoft.com/office/powerpoint/2010/main" val="2778302698"/>
      </p:ext>
    </p:extLst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Image Slide With Key Poi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9">
            <a:extLst>
              <a:ext uri="{FF2B5EF4-FFF2-40B4-BE49-F238E27FC236}">
                <a16:creationId xmlns:a16="http://schemas.microsoft.com/office/drawing/2014/main" id="{5E1BE3A0-6E9C-FAE2-4937-F29181B7DF1B}"/>
              </a:ext>
            </a:extLst>
          </p:cNvPr>
          <p:cNvSpPr/>
          <p:nvPr/>
        </p:nvSpPr>
        <p:spPr>
          <a:xfrm>
            <a:off x="1591" y="0"/>
            <a:ext cx="6149970" cy="685800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0"/>
              <a:gd name="f6" fmla="val 3874"/>
              <a:gd name="f7" fmla="val 4320"/>
              <a:gd name="f8" fmla="val 3067"/>
              <a:gd name="f9" fmla="val 3147"/>
              <a:gd name="f10" fmla="val 4246"/>
              <a:gd name="f11" fmla="val 3224"/>
              <a:gd name="f12" fmla="val 4165"/>
              <a:gd name="f13" fmla="val 3298"/>
              <a:gd name="f14" fmla="val 4078"/>
              <a:gd name="f15" fmla="val 3494"/>
              <a:gd name="f16" fmla="val 3846"/>
              <a:gd name="f17" fmla="val 3640"/>
              <a:gd name="f18" fmla="val 3559"/>
              <a:gd name="f19" fmla="val 3733"/>
              <a:gd name="f20" fmla="val 3215"/>
              <a:gd name="f21" fmla="val 3792"/>
              <a:gd name="f22" fmla="val 2992"/>
              <a:gd name="f23" fmla="val 3832"/>
              <a:gd name="f24" fmla="val 2741"/>
              <a:gd name="f25" fmla="val 3848"/>
              <a:gd name="f26" fmla="val 2463"/>
              <a:gd name="f27" fmla="val 3866"/>
              <a:gd name="f28" fmla="val 2183"/>
              <a:gd name="f29" fmla="val 1949"/>
              <a:gd name="f30" fmla="val 1761"/>
              <a:gd name="f31" fmla="val 941"/>
              <a:gd name="f32" fmla="+- 0 0 -90"/>
              <a:gd name="f33" fmla="*/ f3 1 3874"/>
              <a:gd name="f34" fmla="*/ f4 1 4320"/>
              <a:gd name="f35" fmla="+- f7 0 f5"/>
              <a:gd name="f36" fmla="+- f6 0 f5"/>
              <a:gd name="f37" fmla="*/ f32 f0 1"/>
              <a:gd name="f38" fmla="*/ f36 1 3874"/>
              <a:gd name="f39" fmla="*/ f35 1 4320"/>
              <a:gd name="f40" fmla="*/ 0 f36 1"/>
              <a:gd name="f41" fmla="*/ 0 f35 1"/>
              <a:gd name="f42" fmla="*/ 4320 f35 1"/>
              <a:gd name="f43" fmla="*/ 3067 f36 1"/>
              <a:gd name="f44" fmla="*/ 3298 f36 1"/>
              <a:gd name="f45" fmla="*/ 4078 f35 1"/>
              <a:gd name="f46" fmla="*/ 3733 f36 1"/>
              <a:gd name="f47" fmla="*/ 3215 f35 1"/>
              <a:gd name="f48" fmla="*/ 3848 f36 1"/>
              <a:gd name="f49" fmla="*/ 2463 f35 1"/>
              <a:gd name="f50" fmla="*/ 3874 f36 1"/>
              <a:gd name="f51" fmla="*/ 1761 f35 1"/>
              <a:gd name="f52" fmla="*/ f37 1 f2"/>
              <a:gd name="f53" fmla="*/ f40 1 3874"/>
              <a:gd name="f54" fmla="*/ f41 1 4320"/>
              <a:gd name="f55" fmla="*/ f42 1 4320"/>
              <a:gd name="f56" fmla="*/ f43 1 3874"/>
              <a:gd name="f57" fmla="*/ f44 1 3874"/>
              <a:gd name="f58" fmla="*/ f45 1 4320"/>
              <a:gd name="f59" fmla="*/ f46 1 3874"/>
              <a:gd name="f60" fmla="*/ f47 1 4320"/>
              <a:gd name="f61" fmla="*/ f48 1 3874"/>
              <a:gd name="f62" fmla="*/ f49 1 4320"/>
              <a:gd name="f63" fmla="*/ f50 1 3874"/>
              <a:gd name="f64" fmla="*/ f51 1 4320"/>
              <a:gd name="f65" fmla="*/ 0 1 f38"/>
              <a:gd name="f66" fmla="*/ f6 1 f38"/>
              <a:gd name="f67" fmla="*/ 0 1 f39"/>
              <a:gd name="f68" fmla="*/ f7 1 f39"/>
              <a:gd name="f69" fmla="+- f52 0 f1"/>
              <a:gd name="f70" fmla="*/ f53 1 f38"/>
              <a:gd name="f71" fmla="*/ f54 1 f39"/>
              <a:gd name="f72" fmla="*/ f55 1 f39"/>
              <a:gd name="f73" fmla="*/ f56 1 f38"/>
              <a:gd name="f74" fmla="*/ f57 1 f38"/>
              <a:gd name="f75" fmla="*/ f58 1 f39"/>
              <a:gd name="f76" fmla="*/ f59 1 f38"/>
              <a:gd name="f77" fmla="*/ f60 1 f39"/>
              <a:gd name="f78" fmla="*/ f61 1 f38"/>
              <a:gd name="f79" fmla="*/ f62 1 f39"/>
              <a:gd name="f80" fmla="*/ f63 1 f38"/>
              <a:gd name="f81" fmla="*/ f64 1 f39"/>
              <a:gd name="f82" fmla="*/ f65 f33 1"/>
              <a:gd name="f83" fmla="*/ f66 f33 1"/>
              <a:gd name="f84" fmla="*/ f68 f34 1"/>
              <a:gd name="f85" fmla="*/ f67 f34 1"/>
              <a:gd name="f86" fmla="*/ f70 f33 1"/>
              <a:gd name="f87" fmla="*/ f71 f34 1"/>
              <a:gd name="f88" fmla="*/ f72 f34 1"/>
              <a:gd name="f89" fmla="*/ f73 f33 1"/>
              <a:gd name="f90" fmla="*/ f74 f33 1"/>
              <a:gd name="f91" fmla="*/ f75 f34 1"/>
              <a:gd name="f92" fmla="*/ f76 f33 1"/>
              <a:gd name="f93" fmla="*/ f77 f34 1"/>
              <a:gd name="f94" fmla="*/ f78 f33 1"/>
              <a:gd name="f95" fmla="*/ f79 f34 1"/>
              <a:gd name="f96" fmla="*/ f80 f33 1"/>
              <a:gd name="f97" fmla="*/ f81 f34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69">
                <a:pos x="f86" y="f87"/>
              </a:cxn>
              <a:cxn ang="f69">
                <a:pos x="f86" y="f88"/>
              </a:cxn>
              <a:cxn ang="f69">
                <a:pos x="f89" y="f88"/>
              </a:cxn>
              <a:cxn ang="f69">
                <a:pos x="f90" y="f91"/>
              </a:cxn>
              <a:cxn ang="f69">
                <a:pos x="f92" y="f93"/>
              </a:cxn>
              <a:cxn ang="f69">
                <a:pos x="f94" y="f95"/>
              </a:cxn>
              <a:cxn ang="f69">
                <a:pos x="f96" y="f97"/>
              </a:cxn>
              <a:cxn ang="f69">
                <a:pos x="f96" y="f87"/>
              </a:cxn>
              <a:cxn ang="f69">
                <a:pos x="f86" y="f87"/>
              </a:cxn>
            </a:cxnLst>
            <a:rect l="f82" t="f85" r="f83" b="f84"/>
            <a:pathLst>
              <a:path w="3874" h="4320">
                <a:moveTo>
                  <a:pt x="f5" y="f5"/>
                </a:moveTo>
                <a:cubicBezTo>
                  <a:pt x="f5" y="f7"/>
                  <a:pt x="f5" y="f7"/>
                  <a:pt x="f5" y="f7"/>
                </a:cubicBezTo>
                <a:cubicBezTo>
                  <a:pt x="f8" y="f7"/>
                  <a:pt x="f8" y="f7"/>
                  <a:pt x="f8" y="f7"/>
                </a:cubicBezTo>
                <a:cubicBezTo>
                  <a:pt x="f9" y="f10"/>
                  <a:pt x="f11" y="f12"/>
                  <a:pt x="f13" y="f14"/>
                </a:cubicBezTo>
                <a:cubicBezTo>
                  <a:pt x="f15" y="f16"/>
                  <a:pt x="f17" y="f18"/>
                  <a:pt x="f19" y="f20"/>
                </a:cubicBezTo>
                <a:cubicBezTo>
                  <a:pt x="f21" y="f22"/>
                  <a:pt x="f23" y="f24"/>
                  <a:pt x="f25" y="f26"/>
                </a:cubicBezTo>
                <a:cubicBezTo>
                  <a:pt x="f27" y="f28"/>
                  <a:pt x="f6" y="f29"/>
                  <a:pt x="f6" y="f30"/>
                </a:cubicBezTo>
                <a:cubicBezTo>
                  <a:pt x="f6" y="f30"/>
                  <a:pt x="f6" y="f31"/>
                  <a:pt x="f6" y="f5"/>
                </a:cubicBezTo>
                <a:lnTo>
                  <a:pt x="f5" y="f5"/>
                </a:lnTo>
                <a:close/>
              </a:path>
            </a:pathLst>
          </a:custGeom>
          <a:solidFill>
            <a:srgbClr val="FFFFFF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IE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3" name="Picture Placeholder 24">
            <a:extLst>
              <a:ext uri="{FF2B5EF4-FFF2-40B4-BE49-F238E27FC236}">
                <a16:creationId xmlns:a16="http://schemas.microsoft.com/office/drawing/2014/main" id="{14FC6A02-07D4-7F1D-8CAB-077859045BAB}"/>
              </a:ext>
            </a:extLst>
          </p:cNvPr>
          <p:cNvSpPr txBox="1">
            <a:spLocks noGrp="1"/>
          </p:cNvSpPr>
          <p:nvPr>
            <p:ph type="pic" idx="4294967295"/>
          </p:nvPr>
        </p:nvSpPr>
        <p:spPr>
          <a:xfrm>
            <a:off x="4868859" y="0"/>
            <a:ext cx="7323136" cy="6858000"/>
          </a:xfrm>
          <a:solidFill>
            <a:srgbClr val="00667D"/>
          </a:solidFill>
        </p:spPr>
        <p:txBody>
          <a:bodyPr anchor="ctr" anchorCtr="1">
            <a:noAutofit/>
          </a:bodyPr>
          <a:lstStyle>
            <a:lvl1pPr marL="0" indent="0" algn="ctr">
              <a:buNone/>
              <a:defRPr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icon to add picture</a:t>
            </a:r>
            <a:endParaRPr lang="en-IE"/>
          </a:p>
        </p:txBody>
      </p:sp>
      <p:pic>
        <p:nvPicPr>
          <p:cNvPr id="8" name="Picture 11">
            <a:extLst>
              <a:ext uri="{FF2B5EF4-FFF2-40B4-BE49-F238E27FC236}">
                <a16:creationId xmlns:a16="http://schemas.microsoft.com/office/drawing/2014/main" id="{2B7DC527-6DCA-2DAC-BE3B-B0952A8446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84130" y="1677988"/>
            <a:ext cx="3833768" cy="2622554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9ED799A8-5F08-E0C5-B3F8-448FE509079A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631594" y="1593131"/>
            <a:ext cx="4505550" cy="3723409"/>
          </a:xfrm>
        </p:spPr>
        <p:txBody>
          <a:bodyPr>
            <a:noAutofit/>
          </a:bodyPr>
          <a:lstStyle>
            <a:lvl1pPr marL="0" indent="0">
              <a:spcBef>
                <a:spcPts val="3600"/>
              </a:spcBef>
              <a:buNone/>
              <a:defRPr sz="2600" b="1">
                <a:solidFill>
                  <a:srgbClr val="26CAD3"/>
                </a:solidFill>
              </a:defRPr>
            </a:lvl1pPr>
            <a:lvl2pPr marL="0" lvl="1" indent="0">
              <a:spcBef>
                <a:spcPts val="500"/>
              </a:spcBef>
              <a:buNone/>
              <a:defRPr sz="2600"/>
            </a:lvl2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2769443144"/>
      </p:ext>
    </p:extLst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Image Only Layout"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5">
            <a:extLst>
              <a:ext uri="{FF2B5EF4-FFF2-40B4-BE49-F238E27FC236}">
                <a16:creationId xmlns:a16="http://schemas.microsoft.com/office/drawing/2014/main" id="{CAE90E54-69EA-62F1-6B19-0B1D7DC459BE}"/>
              </a:ext>
            </a:extLst>
          </p:cNvPr>
          <p:cNvPicPr>
            <a:picLocks noChangeAspect="1"/>
          </p:cNvPicPr>
          <p:nvPr/>
        </p:nvPicPr>
        <p:blipFill>
          <a:blip r:embed="rId3">
            <a:biLevel thresh="50000"/>
          </a:blip>
          <a:srcRect l="11982" t="16649" r="11982" b="16649"/>
          <a:stretch>
            <a:fillRect/>
          </a:stretch>
        </p:blipFill>
        <p:spPr>
          <a:xfrm>
            <a:off x="11010802" y="5993608"/>
            <a:ext cx="938302" cy="618244"/>
          </a:xfrm>
          <a:prstGeom prst="rect">
            <a:avLst/>
          </a:prstGeom>
          <a:noFill/>
          <a:ln cap="flat">
            <a:noFill/>
          </a:ln>
        </p:spPr>
      </p:pic>
      <p:grpSp>
        <p:nvGrpSpPr>
          <p:cNvPr id="6" name="Group 4">
            <a:extLst>
              <a:ext uri="{FF2B5EF4-FFF2-40B4-BE49-F238E27FC236}">
                <a16:creationId xmlns:a16="http://schemas.microsoft.com/office/drawing/2014/main" id="{C1175AAB-B76C-9555-1B1F-6FE700AB7398}"/>
              </a:ext>
            </a:extLst>
          </p:cNvPr>
          <p:cNvGrpSpPr/>
          <p:nvPr/>
        </p:nvGrpSpPr>
        <p:grpSpPr>
          <a:xfrm>
            <a:off x="9916997" y="301660"/>
            <a:ext cx="1940676" cy="3432063"/>
            <a:chOff x="9916997" y="301660"/>
            <a:chExt cx="1940676" cy="3432063"/>
          </a:xfrm>
        </p:grpSpPr>
        <p:sp>
          <p:nvSpPr>
            <p:cNvPr id="7" name="Freeform 5">
              <a:extLst>
                <a:ext uri="{FF2B5EF4-FFF2-40B4-BE49-F238E27FC236}">
                  <a16:creationId xmlns:a16="http://schemas.microsoft.com/office/drawing/2014/main" id="{EF5BEFEE-49C1-6470-3BEC-ED28DBDD5962}"/>
                </a:ext>
              </a:extLst>
            </p:cNvPr>
            <p:cNvSpPr/>
            <p:nvPr/>
          </p:nvSpPr>
          <p:spPr>
            <a:xfrm>
              <a:off x="10334100" y="301660"/>
              <a:ext cx="705459" cy="670584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222"/>
                <a:gd name="f7" fmla="val 211"/>
                <a:gd name="f8" fmla="val 32"/>
                <a:gd name="f9" fmla="val 183"/>
                <a:gd name="f10" fmla="val 54"/>
                <a:gd name="f11" fmla="val 202"/>
                <a:gd name="f12" fmla="val 80"/>
                <a:gd name="f13" fmla="val 111"/>
                <a:gd name="f14" fmla="val 142"/>
                <a:gd name="f15" fmla="val 168"/>
                <a:gd name="f16" fmla="val 190"/>
                <a:gd name="f17" fmla="val 164"/>
                <a:gd name="f18" fmla="val 139"/>
                <a:gd name="f19" fmla="val 106"/>
                <a:gd name="f20" fmla="val 74"/>
                <a:gd name="f21" fmla="val 48"/>
                <a:gd name="f22" fmla="val 29"/>
                <a:gd name="f23" fmla="val 10"/>
                <a:gd name="f24" fmla="val 11"/>
                <a:gd name="f25" fmla="+- 0 0 -90"/>
                <a:gd name="f26" fmla="*/ f3 1 222"/>
                <a:gd name="f27" fmla="*/ f4 1 211"/>
                <a:gd name="f28" fmla="+- f7 0 f5"/>
                <a:gd name="f29" fmla="+- f6 0 f5"/>
                <a:gd name="f30" fmla="*/ f25 f0 1"/>
                <a:gd name="f31" fmla="*/ f29 1 222"/>
                <a:gd name="f32" fmla="*/ f28 1 211"/>
                <a:gd name="f33" fmla="*/ 32 f29 1"/>
                <a:gd name="f34" fmla="*/ 183 f28 1"/>
                <a:gd name="f35" fmla="*/ 111 f29 1"/>
                <a:gd name="f36" fmla="*/ 211 f28 1"/>
                <a:gd name="f37" fmla="*/ 190 f29 1"/>
                <a:gd name="f38" fmla="*/ 222 f29 1"/>
                <a:gd name="f39" fmla="*/ 106 f28 1"/>
                <a:gd name="f40" fmla="*/ 29 f28 1"/>
                <a:gd name="f41" fmla="*/ 0 f28 1"/>
                <a:gd name="f42" fmla="*/ 0 f29 1"/>
                <a:gd name="f43" fmla="*/ f30 1 f2"/>
                <a:gd name="f44" fmla="*/ f33 1 222"/>
                <a:gd name="f45" fmla="*/ f34 1 211"/>
                <a:gd name="f46" fmla="*/ f35 1 222"/>
                <a:gd name="f47" fmla="*/ f36 1 211"/>
                <a:gd name="f48" fmla="*/ f37 1 222"/>
                <a:gd name="f49" fmla="*/ f38 1 222"/>
                <a:gd name="f50" fmla="*/ f39 1 211"/>
                <a:gd name="f51" fmla="*/ f40 1 211"/>
                <a:gd name="f52" fmla="*/ f41 1 211"/>
                <a:gd name="f53" fmla="*/ f42 1 222"/>
                <a:gd name="f54" fmla="*/ 0 1 f31"/>
                <a:gd name="f55" fmla="*/ f6 1 f31"/>
                <a:gd name="f56" fmla="*/ 0 1 f32"/>
                <a:gd name="f57" fmla="*/ f7 1 f32"/>
                <a:gd name="f58" fmla="+- f43 0 f1"/>
                <a:gd name="f59" fmla="*/ f44 1 f31"/>
                <a:gd name="f60" fmla="*/ f45 1 f32"/>
                <a:gd name="f61" fmla="*/ f46 1 f31"/>
                <a:gd name="f62" fmla="*/ f47 1 f32"/>
                <a:gd name="f63" fmla="*/ f48 1 f31"/>
                <a:gd name="f64" fmla="*/ f49 1 f31"/>
                <a:gd name="f65" fmla="*/ f50 1 f32"/>
                <a:gd name="f66" fmla="*/ f51 1 f32"/>
                <a:gd name="f67" fmla="*/ f52 1 f32"/>
                <a:gd name="f68" fmla="*/ f53 1 f31"/>
                <a:gd name="f69" fmla="*/ f54 f26 1"/>
                <a:gd name="f70" fmla="*/ f55 f26 1"/>
                <a:gd name="f71" fmla="*/ f57 f27 1"/>
                <a:gd name="f72" fmla="*/ f56 f27 1"/>
                <a:gd name="f73" fmla="*/ f59 f26 1"/>
                <a:gd name="f74" fmla="*/ f60 f27 1"/>
                <a:gd name="f75" fmla="*/ f61 f26 1"/>
                <a:gd name="f76" fmla="*/ f62 f27 1"/>
                <a:gd name="f77" fmla="*/ f63 f26 1"/>
                <a:gd name="f78" fmla="*/ f64 f26 1"/>
                <a:gd name="f79" fmla="*/ f65 f27 1"/>
                <a:gd name="f80" fmla="*/ f66 f27 1"/>
                <a:gd name="f81" fmla="*/ f67 f27 1"/>
                <a:gd name="f82" fmla="*/ f68 f26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58">
                  <a:pos x="f73" y="f74"/>
                </a:cxn>
                <a:cxn ang="f58">
                  <a:pos x="f75" y="f76"/>
                </a:cxn>
                <a:cxn ang="f58">
                  <a:pos x="f77" y="f74"/>
                </a:cxn>
                <a:cxn ang="f58">
                  <a:pos x="f78" y="f79"/>
                </a:cxn>
                <a:cxn ang="f58">
                  <a:pos x="f77" y="f80"/>
                </a:cxn>
                <a:cxn ang="f58">
                  <a:pos x="f75" y="f81"/>
                </a:cxn>
                <a:cxn ang="f58">
                  <a:pos x="f73" y="f80"/>
                </a:cxn>
                <a:cxn ang="f58">
                  <a:pos x="f82" y="f79"/>
                </a:cxn>
                <a:cxn ang="f58">
                  <a:pos x="f73" y="f74"/>
                </a:cxn>
              </a:cxnLst>
              <a:rect l="f69" t="f72" r="f70" b="f71"/>
              <a:pathLst>
                <a:path w="222" h="211">
                  <a:moveTo>
                    <a:pt x="f8" y="f9"/>
                  </a:moveTo>
                  <a:cubicBezTo>
                    <a:pt x="f10" y="f11"/>
                    <a:pt x="f12" y="f7"/>
                    <a:pt x="f13" y="f7"/>
                  </a:cubicBezTo>
                  <a:cubicBezTo>
                    <a:pt x="f14" y="f7"/>
                    <a:pt x="f15" y="f11"/>
                    <a:pt x="f16" y="f9"/>
                  </a:cubicBezTo>
                  <a:cubicBezTo>
                    <a:pt x="f7" y="f17"/>
                    <a:pt x="f6" y="f18"/>
                    <a:pt x="f6" y="f19"/>
                  </a:cubicBezTo>
                  <a:cubicBezTo>
                    <a:pt x="f6" y="f20"/>
                    <a:pt x="f7" y="f21"/>
                    <a:pt x="f16" y="f22"/>
                  </a:cubicBezTo>
                  <a:cubicBezTo>
                    <a:pt x="f15" y="f23"/>
                    <a:pt x="f14" y="f5"/>
                    <a:pt x="f13" y="f5"/>
                  </a:cubicBezTo>
                  <a:cubicBezTo>
                    <a:pt x="f12" y="f5"/>
                    <a:pt x="f10" y="f23"/>
                    <a:pt x="f8" y="f22"/>
                  </a:cubicBezTo>
                  <a:cubicBezTo>
                    <a:pt x="f24" y="f21"/>
                    <a:pt x="f5" y="f20"/>
                    <a:pt x="f5" y="f19"/>
                  </a:cubicBezTo>
                  <a:cubicBezTo>
                    <a:pt x="f5" y="f18"/>
                    <a:pt x="f24" y="f17"/>
                    <a:pt x="f8" y="f9"/>
                  </a:cubicBezTo>
                </a:path>
              </a:pathLst>
            </a:custGeom>
            <a:noFill/>
            <a:ln cap="flat">
              <a:noFill/>
              <a:prstDash val="solid"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IE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endParaRPr>
            </a:p>
          </p:txBody>
        </p:sp>
        <p:sp>
          <p:nvSpPr>
            <p:cNvPr id="8" name="Freeform 6">
              <a:extLst>
                <a:ext uri="{FF2B5EF4-FFF2-40B4-BE49-F238E27FC236}">
                  <a16:creationId xmlns:a16="http://schemas.microsoft.com/office/drawing/2014/main" id="{BCEC27E2-C79F-C54B-E6E1-51961365F8D8}"/>
                </a:ext>
              </a:extLst>
            </p:cNvPr>
            <p:cNvSpPr/>
            <p:nvPr/>
          </p:nvSpPr>
          <p:spPr>
            <a:xfrm>
              <a:off x="11240737" y="1162696"/>
              <a:ext cx="616936" cy="587437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194"/>
                <a:gd name="f7" fmla="val 185"/>
                <a:gd name="f8" fmla="val 166"/>
                <a:gd name="f9" fmla="val 26"/>
                <a:gd name="f10" fmla="val 147"/>
                <a:gd name="f11" fmla="val 9"/>
                <a:gd name="f12" fmla="val 124"/>
                <a:gd name="f13" fmla="val 97"/>
                <a:gd name="f14" fmla="val 70"/>
                <a:gd name="f15" fmla="val 47"/>
                <a:gd name="f16" fmla="val 29"/>
                <a:gd name="f17" fmla="val 10"/>
                <a:gd name="f18" fmla="val 42"/>
                <a:gd name="f19" fmla="val 65"/>
                <a:gd name="f20" fmla="val 93"/>
                <a:gd name="f21" fmla="val 122"/>
                <a:gd name="f22" fmla="val 144"/>
                <a:gd name="f23" fmla="val 161"/>
                <a:gd name="f24" fmla="val 177"/>
                <a:gd name="f25" fmla="+- 0 0 -90"/>
                <a:gd name="f26" fmla="*/ f3 1 194"/>
                <a:gd name="f27" fmla="*/ f4 1 185"/>
                <a:gd name="f28" fmla="+- f7 0 f5"/>
                <a:gd name="f29" fmla="+- f6 0 f5"/>
                <a:gd name="f30" fmla="*/ f25 f0 1"/>
                <a:gd name="f31" fmla="*/ f29 1 194"/>
                <a:gd name="f32" fmla="*/ f28 1 185"/>
                <a:gd name="f33" fmla="*/ 166 f29 1"/>
                <a:gd name="f34" fmla="*/ 26 f28 1"/>
                <a:gd name="f35" fmla="*/ 97 f29 1"/>
                <a:gd name="f36" fmla="*/ 0 f28 1"/>
                <a:gd name="f37" fmla="*/ 29 f29 1"/>
                <a:gd name="f38" fmla="*/ 0 f29 1"/>
                <a:gd name="f39" fmla="*/ 93 f28 1"/>
                <a:gd name="f40" fmla="*/ 161 f28 1"/>
                <a:gd name="f41" fmla="*/ 185 f28 1"/>
                <a:gd name="f42" fmla="*/ 194 f29 1"/>
                <a:gd name="f43" fmla="*/ f30 1 f2"/>
                <a:gd name="f44" fmla="*/ f33 1 194"/>
                <a:gd name="f45" fmla="*/ f34 1 185"/>
                <a:gd name="f46" fmla="*/ f35 1 194"/>
                <a:gd name="f47" fmla="*/ f36 1 185"/>
                <a:gd name="f48" fmla="*/ f37 1 194"/>
                <a:gd name="f49" fmla="*/ f38 1 194"/>
                <a:gd name="f50" fmla="*/ f39 1 185"/>
                <a:gd name="f51" fmla="*/ f40 1 185"/>
                <a:gd name="f52" fmla="*/ f41 1 185"/>
                <a:gd name="f53" fmla="*/ f42 1 194"/>
                <a:gd name="f54" fmla="*/ 0 1 f31"/>
                <a:gd name="f55" fmla="*/ f6 1 f31"/>
                <a:gd name="f56" fmla="*/ 0 1 f32"/>
                <a:gd name="f57" fmla="*/ f7 1 f32"/>
                <a:gd name="f58" fmla="+- f43 0 f1"/>
                <a:gd name="f59" fmla="*/ f44 1 f31"/>
                <a:gd name="f60" fmla="*/ f45 1 f32"/>
                <a:gd name="f61" fmla="*/ f46 1 f31"/>
                <a:gd name="f62" fmla="*/ f47 1 f32"/>
                <a:gd name="f63" fmla="*/ f48 1 f31"/>
                <a:gd name="f64" fmla="*/ f49 1 f31"/>
                <a:gd name="f65" fmla="*/ f50 1 f32"/>
                <a:gd name="f66" fmla="*/ f51 1 f32"/>
                <a:gd name="f67" fmla="*/ f52 1 f32"/>
                <a:gd name="f68" fmla="*/ f53 1 f31"/>
                <a:gd name="f69" fmla="*/ f54 f26 1"/>
                <a:gd name="f70" fmla="*/ f55 f26 1"/>
                <a:gd name="f71" fmla="*/ f57 f27 1"/>
                <a:gd name="f72" fmla="*/ f56 f27 1"/>
                <a:gd name="f73" fmla="*/ f59 f26 1"/>
                <a:gd name="f74" fmla="*/ f60 f27 1"/>
                <a:gd name="f75" fmla="*/ f61 f26 1"/>
                <a:gd name="f76" fmla="*/ f62 f27 1"/>
                <a:gd name="f77" fmla="*/ f63 f26 1"/>
                <a:gd name="f78" fmla="*/ f64 f26 1"/>
                <a:gd name="f79" fmla="*/ f65 f27 1"/>
                <a:gd name="f80" fmla="*/ f66 f27 1"/>
                <a:gd name="f81" fmla="*/ f67 f27 1"/>
                <a:gd name="f82" fmla="*/ f68 f26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58">
                  <a:pos x="f73" y="f74"/>
                </a:cxn>
                <a:cxn ang="f58">
                  <a:pos x="f75" y="f76"/>
                </a:cxn>
                <a:cxn ang="f58">
                  <a:pos x="f77" y="f74"/>
                </a:cxn>
                <a:cxn ang="f58">
                  <a:pos x="f78" y="f79"/>
                </a:cxn>
                <a:cxn ang="f58">
                  <a:pos x="f77" y="f80"/>
                </a:cxn>
                <a:cxn ang="f58">
                  <a:pos x="f75" y="f81"/>
                </a:cxn>
                <a:cxn ang="f58">
                  <a:pos x="f73" y="f80"/>
                </a:cxn>
                <a:cxn ang="f58">
                  <a:pos x="f82" y="f79"/>
                </a:cxn>
                <a:cxn ang="f58">
                  <a:pos x="f73" y="f74"/>
                </a:cxn>
              </a:cxnLst>
              <a:rect l="f69" t="f72" r="f70" b="f71"/>
              <a:pathLst>
                <a:path w="194" h="185">
                  <a:moveTo>
                    <a:pt x="f8" y="f9"/>
                  </a:moveTo>
                  <a:cubicBezTo>
                    <a:pt x="f10" y="f11"/>
                    <a:pt x="f12" y="f5"/>
                    <a:pt x="f13" y="f5"/>
                  </a:cubicBezTo>
                  <a:cubicBezTo>
                    <a:pt x="f14" y="f5"/>
                    <a:pt x="f15" y="f11"/>
                    <a:pt x="f16" y="f9"/>
                  </a:cubicBezTo>
                  <a:cubicBezTo>
                    <a:pt x="f17" y="f18"/>
                    <a:pt x="f5" y="f19"/>
                    <a:pt x="f5" y="f20"/>
                  </a:cubicBezTo>
                  <a:cubicBezTo>
                    <a:pt x="f5" y="f21"/>
                    <a:pt x="f17" y="f22"/>
                    <a:pt x="f16" y="f23"/>
                  </a:cubicBezTo>
                  <a:cubicBezTo>
                    <a:pt x="f15" y="f24"/>
                    <a:pt x="f14" y="f7"/>
                    <a:pt x="f13" y="f7"/>
                  </a:cubicBezTo>
                  <a:cubicBezTo>
                    <a:pt x="f12" y="f7"/>
                    <a:pt x="f10" y="f24"/>
                    <a:pt x="f8" y="f23"/>
                  </a:cubicBezTo>
                  <a:cubicBezTo>
                    <a:pt x="f7" y="f22"/>
                    <a:pt x="f6" y="f21"/>
                    <a:pt x="f6" y="f20"/>
                  </a:cubicBezTo>
                  <a:cubicBezTo>
                    <a:pt x="f6" y="f19"/>
                    <a:pt x="f7" y="f18"/>
                    <a:pt x="f8" y="f9"/>
                  </a:cubicBezTo>
                </a:path>
              </a:pathLst>
            </a:custGeom>
            <a:noFill/>
            <a:ln cap="flat">
              <a:noFill/>
              <a:prstDash val="solid"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IE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endParaRPr>
            </a:p>
          </p:txBody>
        </p:sp>
        <p:sp>
          <p:nvSpPr>
            <p:cNvPr id="9" name="Freeform 7">
              <a:extLst>
                <a:ext uri="{FF2B5EF4-FFF2-40B4-BE49-F238E27FC236}">
                  <a16:creationId xmlns:a16="http://schemas.microsoft.com/office/drawing/2014/main" id="{F9F138A5-2143-004F-52E2-51EAB00A116C}"/>
                </a:ext>
              </a:extLst>
            </p:cNvPr>
            <p:cNvSpPr/>
            <p:nvPr/>
          </p:nvSpPr>
          <p:spPr>
            <a:xfrm>
              <a:off x="11234034" y="1845350"/>
              <a:ext cx="611578" cy="985759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192"/>
                <a:gd name="f7" fmla="val 310"/>
                <a:gd name="f8" fmla="val 33"/>
                <a:gd name="f9" fmla="val 308"/>
                <a:gd name="f10" fmla="val 133"/>
                <a:gd name="f11" fmla="val 264"/>
                <a:gd name="f12" fmla="val 198"/>
                <a:gd name="f13" fmla="val 114"/>
                <a:gd name="f14" fmla="val 41"/>
                <a:gd name="f15" fmla="val 149"/>
                <a:gd name="f16" fmla="val 96"/>
                <a:gd name="f17" fmla="val 43"/>
                <a:gd name="f18" fmla="val 38"/>
                <a:gd name="f19" fmla="val 90"/>
                <a:gd name="f20" fmla="val 122"/>
                <a:gd name="f21" fmla="val 14"/>
                <a:gd name="f22" fmla="val 153"/>
                <a:gd name="f23" fmla="val 44"/>
                <a:gd name="f24" fmla="val 169"/>
                <a:gd name="f25" fmla="val 26"/>
                <a:gd name="f26" fmla="val 194"/>
                <a:gd name="f27" fmla="val 18"/>
                <a:gd name="f28" fmla="val 221"/>
                <a:gd name="f29" fmla="val 250"/>
                <a:gd name="f30" fmla="val 266"/>
                <a:gd name="f31" fmla="val 20"/>
                <a:gd name="f32" fmla="val 283"/>
                <a:gd name="f33" fmla="val 24"/>
                <a:gd name="f34" fmla="val 302"/>
                <a:gd name="f35" fmla="+- 0 0 -90"/>
                <a:gd name="f36" fmla="*/ f3 1 192"/>
                <a:gd name="f37" fmla="*/ f4 1 310"/>
                <a:gd name="f38" fmla="+- f7 0 f5"/>
                <a:gd name="f39" fmla="+- f6 0 f5"/>
                <a:gd name="f40" fmla="*/ f35 f0 1"/>
                <a:gd name="f41" fmla="*/ f39 1 192"/>
                <a:gd name="f42" fmla="*/ f38 1 310"/>
                <a:gd name="f43" fmla="*/ 33 f39 1"/>
                <a:gd name="f44" fmla="*/ 308 f38 1"/>
                <a:gd name="f45" fmla="*/ 192 f39 1"/>
                <a:gd name="f46" fmla="*/ 114 f38 1"/>
                <a:gd name="f47" fmla="*/ 96 f39 1"/>
                <a:gd name="f48" fmla="*/ 0 f38 1"/>
                <a:gd name="f49" fmla="*/ 0 f39 1"/>
                <a:gd name="f50" fmla="*/ 90 f38 1"/>
                <a:gd name="f51" fmla="*/ 44 f39 1"/>
                <a:gd name="f52" fmla="*/ 169 f38 1"/>
                <a:gd name="f53" fmla="*/ 18 f39 1"/>
                <a:gd name="f54" fmla="*/ 250 f38 1"/>
                <a:gd name="f55" fmla="*/ 24 f39 1"/>
                <a:gd name="f56" fmla="*/ 302 f38 1"/>
                <a:gd name="f57" fmla="*/ f40 1 f2"/>
                <a:gd name="f58" fmla="*/ f43 1 192"/>
                <a:gd name="f59" fmla="*/ f44 1 310"/>
                <a:gd name="f60" fmla="*/ f45 1 192"/>
                <a:gd name="f61" fmla="*/ f46 1 310"/>
                <a:gd name="f62" fmla="*/ f47 1 192"/>
                <a:gd name="f63" fmla="*/ f48 1 310"/>
                <a:gd name="f64" fmla="*/ f49 1 192"/>
                <a:gd name="f65" fmla="*/ f50 1 310"/>
                <a:gd name="f66" fmla="*/ f51 1 192"/>
                <a:gd name="f67" fmla="*/ f52 1 310"/>
                <a:gd name="f68" fmla="*/ f53 1 192"/>
                <a:gd name="f69" fmla="*/ f54 1 310"/>
                <a:gd name="f70" fmla="*/ f55 1 192"/>
                <a:gd name="f71" fmla="*/ f56 1 310"/>
                <a:gd name="f72" fmla="*/ 0 1 f41"/>
                <a:gd name="f73" fmla="*/ f6 1 f41"/>
                <a:gd name="f74" fmla="*/ 0 1 f42"/>
                <a:gd name="f75" fmla="*/ f7 1 f42"/>
                <a:gd name="f76" fmla="+- f57 0 f1"/>
                <a:gd name="f77" fmla="*/ f58 1 f41"/>
                <a:gd name="f78" fmla="*/ f59 1 f42"/>
                <a:gd name="f79" fmla="*/ f60 1 f41"/>
                <a:gd name="f80" fmla="*/ f61 1 f42"/>
                <a:gd name="f81" fmla="*/ f62 1 f41"/>
                <a:gd name="f82" fmla="*/ f63 1 f42"/>
                <a:gd name="f83" fmla="*/ f64 1 f41"/>
                <a:gd name="f84" fmla="*/ f65 1 f42"/>
                <a:gd name="f85" fmla="*/ f66 1 f41"/>
                <a:gd name="f86" fmla="*/ f67 1 f42"/>
                <a:gd name="f87" fmla="*/ f68 1 f41"/>
                <a:gd name="f88" fmla="*/ f69 1 f42"/>
                <a:gd name="f89" fmla="*/ f70 1 f41"/>
                <a:gd name="f90" fmla="*/ f71 1 f42"/>
                <a:gd name="f91" fmla="*/ f72 f36 1"/>
                <a:gd name="f92" fmla="*/ f73 f36 1"/>
                <a:gd name="f93" fmla="*/ f75 f37 1"/>
                <a:gd name="f94" fmla="*/ f74 f37 1"/>
                <a:gd name="f95" fmla="*/ f77 f36 1"/>
                <a:gd name="f96" fmla="*/ f78 f37 1"/>
                <a:gd name="f97" fmla="*/ f79 f36 1"/>
                <a:gd name="f98" fmla="*/ f80 f37 1"/>
                <a:gd name="f99" fmla="*/ f81 f36 1"/>
                <a:gd name="f100" fmla="*/ f82 f37 1"/>
                <a:gd name="f101" fmla="*/ f83 f36 1"/>
                <a:gd name="f102" fmla="*/ f84 f37 1"/>
                <a:gd name="f103" fmla="*/ f85 f36 1"/>
                <a:gd name="f104" fmla="*/ f86 f37 1"/>
                <a:gd name="f105" fmla="*/ f87 f36 1"/>
                <a:gd name="f106" fmla="*/ f88 f37 1"/>
                <a:gd name="f107" fmla="*/ f89 f36 1"/>
                <a:gd name="f108" fmla="*/ f90 f37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76">
                  <a:pos x="f95" y="f96"/>
                </a:cxn>
                <a:cxn ang="f76">
                  <a:pos x="f97" y="f98"/>
                </a:cxn>
                <a:cxn ang="f76">
                  <a:pos x="f99" y="f100"/>
                </a:cxn>
                <a:cxn ang="f76">
                  <a:pos x="f101" y="f102"/>
                </a:cxn>
                <a:cxn ang="f76">
                  <a:pos x="f103" y="f104"/>
                </a:cxn>
                <a:cxn ang="f76">
                  <a:pos x="f105" y="f106"/>
                </a:cxn>
                <a:cxn ang="f76">
                  <a:pos x="f107" y="f108"/>
                </a:cxn>
                <a:cxn ang="f76">
                  <a:pos x="f95" y="f96"/>
                </a:cxn>
              </a:cxnLst>
              <a:rect l="f91" t="f94" r="f92" b="f93"/>
              <a:pathLst>
                <a:path w="192" h="310">
                  <a:moveTo>
                    <a:pt x="f8" y="f9"/>
                  </a:moveTo>
                  <a:cubicBezTo>
                    <a:pt x="f10" y="f11"/>
                    <a:pt x="f6" y="f12"/>
                    <a:pt x="f6" y="f13"/>
                  </a:cubicBezTo>
                  <a:cubicBezTo>
                    <a:pt x="f6" y="f14"/>
                    <a:pt x="f15" y="f5"/>
                    <a:pt x="f16" y="f5"/>
                  </a:cubicBezTo>
                  <a:cubicBezTo>
                    <a:pt x="f17" y="f5"/>
                    <a:pt x="f5" y="f18"/>
                    <a:pt x="f5" y="f19"/>
                  </a:cubicBezTo>
                  <a:cubicBezTo>
                    <a:pt x="f5" y="f20"/>
                    <a:pt x="f21" y="f22"/>
                    <a:pt x="f23" y="f24"/>
                  </a:cubicBezTo>
                  <a:cubicBezTo>
                    <a:pt x="f25" y="f26"/>
                    <a:pt x="f27" y="f28"/>
                    <a:pt x="f27" y="f29"/>
                  </a:cubicBezTo>
                  <a:cubicBezTo>
                    <a:pt x="f27" y="f30"/>
                    <a:pt x="f31" y="f32"/>
                    <a:pt x="f33" y="f34"/>
                  </a:cubicBezTo>
                  <a:cubicBezTo>
                    <a:pt x="f33" y="f34"/>
                    <a:pt x="f25" y="f7"/>
                    <a:pt x="f8" y="f9"/>
                  </a:cubicBezTo>
                </a:path>
              </a:pathLst>
            </a:custGeom>
            <a:noFill/>
            <a:ln cap="flat">
              <a:noFill/>
              <a:prstDash val="solid"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IE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endParaRPr>
            </a:p>
          </p:txBody>
        </p:sp>
        <p:sp>
          <p:nvSpPr>
            <p:cNvPr id="10" name="Freeform 8">
              <a:extLst>
                <a:ext uri="{FF2B5EF4-FFF2-40B4-BE49-F238E27FC236}">
                  <a16:creationId xmlns:a16="http://schemas.microsoft.com/office/drawing/2014/main" id="{1711B4FB-BD90-EB99-4785-7E15FF910D7A}"/>
                </a:ext>
              </a:extLst>
            </p:cNvPr>
            <p:cNvSpPr/>
            <p:nvPr/>
          </p:nvSpPr>
          <p:spPr>
            <a:xfrm>
              <a:off x="9916997" y="1109048"/>
              <a:ext cx="1173522" cy="2624675"/>
            </a:xfrm>
            <a:custGeom>
              <a:avLst/>
              <a:gdLst>
                <a:gd name="f0" fmla="val 10800000"/>
                <a:gd name="f1" fmla="val 5400000"/>
                <a:gd name="f2" fmla="val 360"/>
                <a:gd name="f3" fmla="val 180"/>
                <a:gd name="f4" fmla="val w"/>
                <a:gd name="f5" fmla="val h"/>
                <a:gd name="f6" fmla="val 0"/>
                <a:gd name="f7" fmla="val 369"/>
                <a:gd name="f8" fmla="val 826"/>
                <a:gd name="f9" fmla="val 294"/>
                <a:gd name="f10" fmla="val 28"/>
                <a:gd name="f11" fmla="val 203"/>
                <a:gd name="f12" fmla="val 146"/>
                <a:gd name="f13" fmla="val 26"/>
                <a:gd name="f14" fmla="val 141"/>
                <a:gd name="f15" fmla="val 29"/>
                <a:gd name="f16" fmla="val 137"/>
                <a:gd name="f17" fmla="val 34"/>
                <a:gd name="f18" fmla="val 40"/>
                <a:gd name="f19" fmla="val 246"/>
                <a:gd name="f20" fmla="val 247"/>
                <a:gd name="f21" fmla="val 552"/>
                <a:gd name="f22" fmla="val 569"/>
                <a:gd name="f23" fmla="val 135"/>
                <a:gd name="f24" fmla="val 584"/>
                <a:gd name="f25" fmla="val 132"/>
                <a:gd name="f26" fmla="val 598"/>
                <a:gd name="f27" fmla="val 129"/>
                <a:gd name="f28" fmla="val 612"/>
                <a:gd name="f29" fmla="val 124"/>
                <a:gd name="f30" fmla="val 624"/>
                <a:gd name="f31" fmla="val 115"/>
                <a:gd name="f32" fmla="val 635"/>
                <a:gd name="f33" fmla="val 107"/>
                <a:gd name="f34" fmla="val 645"/>
                <a:gd name="f35" fmla="val 95"/>
                <a:gd name="f36" fmla="val 654"/>
                <a:gd name="f37" fmla="val 80"/>
                <a:gd name="f38" fmla="val 661"/>
                <a:gd name="f39" fmla="val 55"/>
                <a:gd name="f40" fmla="val 672"/>
                <a:gd name="f41" fmla="val 15"/>
                <a:gd name="f42" fmla="val 675"/>
                <a:gd name="f43" fmla="val 5"/>
                <a:gd name="f44" fmla="val 676"/>
                <a:gd name="f45" fmla="val 4"/>
                <a:gd name="f46" fmla="val 686"/>
                <a:gd name="f47" fmla="val 758"/>
                <a:gd name="f48" fmla="val 781"/>
                <a:gd name="f49" fmla="val 6"/>
                <a:gd name="f50" fmla="val 824"/>
                <a:gd name="f51" fmla="val 148"/>
                <a:gd name="f52" fmla="val 167"/>
                <a:gd name="f53" fmla="val 821"/>
                <a:gd name="f54" fmla="val 189"/>
                <a:gd name="f55" fmla="val 816"/>
                <a:gd name="f56" fmla="val 210"/>
                <a:gd name="f57" fmla="val 811"/>
                <a:gd name="f58" fmla="val 232"/>
                <a:gd name="f59" fmla="val 802"/>
                <a:gd name="f60" fmla="val 253"/>
                <a:gd name="f61" fmla="val 789"/>
                <a:gd name="f62" fmla="val 275"/>
                <a:gd name="f63" fmla="val 777"/>
                <a:gd name="f64" fmla="val 760"/>
                <a:gd name="f65" fmla="val 311"/>
                <a:gd name="f66" fmla="val 740"/>
                <a:gd name="f67" fmla="val 329"/>
                <a:gd name="f68" fmla="val 720"/>
                <a:gd name="f69" fmla="val 341"/>
                <a:gd name="f70" fmla="val 694"/>
                <a:gd name="f71" fmla="val 350"/>
                <a:gd name="f72" fmla="val 664"/>
                <a:gd name="f73" fmla="val 355"/>
                <a:gd name="f74" fmla="val 358"/>
                <a:gd name="f75" fmla="val 623"/>
                <a:gd name="f76" fmla="val 361"/>
                <a:gd name="f77" fmla="val 574"/>
                <a:gd name="f78" fmla="val 362"/>
                <a:gd name="f79" fmla="val 553"/>
                <a:gd name="f80" fmla="val 536"/>
                <a:gd name="f81" fmla="val 51"/>
                <a:gd name="f82" fmla="+- 0 0 -90"/>
                <a:gd name="f83" fmla="*/ f4 1 369"/>
                <a:gd name="f84" fmla="*/ f5 1 826"/>
                <a:gd name="f85" fmla="+- f8 0 f6"/>
                <a:gd name="f86" fmla="+- f7 0 f6"/>
                <a:gd name="f87" fmla="*/ f82 f0 1"/>
                <a:gd name="f88" fmla="*/ f86 1 369"/>
                <a:gd name="f89" fmla="*/ f85 1 826"/>
                <a:gd name="f90" fmla="*/ 294 f86 1"/>
                <a:gd name="f91" fmla="*/ 28 f85 1"/>
                <a:gd name="f92" fmla="*/ 146 f86 1"/>
                <a:gd name="f93" fmla="*/ 26 f85 1"/>
                <a:gd name="f94" fmla="*/ 137 f86 1"/>
                <a:gd name="f95" fmla="*/ 40 f85 1"/>
                <a:gd name="f96" fmla="*/ 246 f85 1"/>
                <a:gd name="f97" fmla="*/ 247 f85 1"/>
                <a:gd name="f98" fmla="*/ 552 f85 1"/>
                <a:gd name="f99" fmla="*/ 132 f86 1"/>
                <a:gd name="f100" fmla="*/ 598 f85 1"/>
                <a:gd name="f101" fmla="*/ 115 f86 1"/>
                <a:gd name="f102" fmla="*/ 635 f85 1"/>
                <a:gd name="f103" fmla="*/ 80 f86 1"/>
                <a:gd name="f104" fmla="*/ 661 f85 1"/>
                <a:gd name="f105" fmla="*/ 15 f86 1"/>
                <a:gd name="f106" fmla="*/ 675 f85 1"/>
                <a:gd name="f107" fmla="*/ 4 f86 1"/>
                <a:gd name="f108" fmla="*/ 686 f85 1"/>
                <a:gd name="f109" fmla="*/ 781 f85 1"/>
                <a:gd name="f110" fmla="*/ 824 f85 1"/>
                <a:gd name="f111" fmla="*/ 189 f86 1"/>
                <a:gd name="f112" fmla="*/ 816 f85 1"/>
                <a:gd name="f113" fmla="*/ 253 f86 1"/>
                <a:gd name="f114" fmla="*/ 789 f85 1"/>
                <a:gd name="f115" fmla="*/ 311 f86 1"/>
                <a:gd name="f116" fmla="*/ 740 f85 1"/>
                <a:gd name="f117" fmla="*/ 350 f86 1"/>
                <a:gd name="f118" fmla="*/ 664 f85 1"/>
                <a:gd name="f119" fmla="*/ 360 f86 1"/>
                <a:gd name="f120" fmla="*/ 362 f86 1"/>
                <a:gd name="f121" fmla="*/ 536 f85 1"/>
                <a:gd name="f122" fmla="*/ 141 f85 1"/>
                <a:gd name="f123" fmla="*/ f87 1 f3"/>
                <a:gd name="f124" fmla="*/ f90 1 369"/>
                <a:gd name="f125" fmla="*/ f91 1 826"/>
                <a:gd name="f126" fmla="*/ f92 1 369"/>
                <a:gd name="f127" fmla="*/ f93 1 826"/>
                <a:gd name="f128" fmla="*/ f94 1 369"/>
                <a:gd name="f129" fmla="*/ f95 1 826"/>
                <a:gd name="f130" fmla="*/ f96 1 826"/>
                <a:gd name="f131" fmla="*/ f97 1 826"/>
                <a:gd name="f132" fmla="*/ f98 1 826"/>
                <a:gd name="f133" fmla="*/ f99 1 369"/>
                <a:gd name="f134" fmla="*/ f100 1 826"/>
                <a:gd name="f135" fmla="*/ f101 1 369"/>
                <a:gd name="f136" fmla="*/ f102 1 826"/>
                <a:gd name="f137" fmla="*/ f103 1 369"/>
                <a:gd name="f138" fmla="*/ f104 1 826"/>
                <a:gd name="f139" fmla="*/ f105 1 369"/>
                <a:gd name="f140" fmla="*/ f106 1 826"/>
                <a:gd name="f141" fmla="*/ f107 1 369"/>
                <a:gd name="f142" fmla="*/ f108 1 826"/>
                <a:gd name="f143" fmla="*/ f109 1 826"/>
                <a:gd name="f144" fmla="*/ f110 1 826"/>
                <a:gd name="f145" fmla="*/ f111 1 369"/>
                <a:gd name="f146" fmla="*/ f112 1 826"/>
                <a:gd name="f147" fmla="*/ f113 1 369"/>
                <a:gd name="f148" fmla="*/ f114 1 826"/>
                <a:gd name="f149" fmla="*/ f115 1 369"/>
                <a:gd name="f150" fmla="*/ f116 1 826"/>
                <a:gd name="f151" fmla="*/ f117 1 369"/>
                <a:gd name="f152" fmla="*/ f118 1 826"/>
                <a:gd name="f153" fmla="*/ f119 1 369"/>
                <a:gd name="f154" fmla="*/ f120 1 369"/>
                <a:gd name="f155" fmla="*/ f121 1 826"/>
                <a:gd name="f156" fmla="*/ f122 1 826"/>
                <a:gd name="f157" fmla="*/ 0 1 f88"/>
                <a:gd name="f158" fmla="*/ f7 1 f88"/>
                <a:gd name="f159" fmla="*/ 0 1 f89"/>
                <a:gd name="f160" fmla="*/ f8 1 f89"/>
                <a:gd name="f161" fmla="+- f123 0 f1"/>
                <a:gd name="f162" fmla="*/ f124 1 f88"/>
                <a:gd name="f163" fmla="*/ f125 1 f89"/>
                <a:gd name="f164" fmla="*/ f126 1 f88"/>
                <a:gd name="f165" fmla="*/ f127 1 f89"/>
                <a:gd name="f166" fmla="*/ f128 1 f88"/>
                <a:gd name="f167" fmla="*/ f129 1 f89"/>
                <a:gd name="f168" fmla="*/ f130 1 f89"/>
                <a:gd name="f169" fmla="*/ f131 1 f89"/>
                <a:gd name="f170" fmla="*/ f132 1 f89"/>
                <a:gd name="f171" fmla="*/ f133 1 f88"/>
                <a:gd name="f172" fmla="*/ f134 1 f89"/>
                <a:gd name="f173" fmla="*/ f135 1 f88"/>
                <a:gd name="f174" fmla="*/ f136 1 f89"/>
                <a:gd name="f175" fmla="*/ f137 1 f88"/>
                <a:gd name="f176" fmla="*/ f138 1 f89"/>
                <a:gd name="f177" fmla="*/ f139 1 f88"/>
                <a:gd name="f178" fmla="*/ f140 1 f89"/>
                <a:gd name="f179" fmla="*/ f141 1 f88"/>
                <a:gd name="f180" fmla="*/ f142 1 f89"/>
                <a:gd name="f181" fmla="*/ f143 1 f89"/>
                <a:gd name="f182" fmla="*/ f144 1 f89"/>
                <a:gd name="f183" fmla="*/ f145 1 f88"/>
                <a:gd name="f184" fmla="*/ f146 1 f89"/>
                <a:gd name="f185" fmla="*/ f147 1 f88"/>
                <a:gd name="f186" fmla="*/ f148 1 f89"/>
                <a:gd name="f187" fmla="*/ f149 1 f88"/>
                <a:gd name="f188" fmla="*/ f150 1 f89"/>
                <a:gd name="f189" fmla="*/ f151 1 f88"/>
                <a:gd name="f190" fmla="*/ f152 1 f89"/>
                <a:gd name="f191" fmla="*/ f153 1 f88"/>
                <a:gd name="f192" fmla="*/ f154 1 f88"/>
                <a:gd name="f193" fmla="*/ f155 1 f89"/>
                <a:gd name="f194" fmla="*/ f156 1 f89"/>
                <a:gd name="f195" fmla="*/ f157 f83 1"/>
                <a:gd name="f196" fmla="*/ f158 f83 1"/>
                <a:gd name="f197" fmla="*/ f160 f84 1"/>
                <a:gd name="f198" fmla="*/ f159 f84 1"/>
                <a:gd name="f199" fmla="*/ f162 f83 1"/>
                <a:gd name="f200" fmla="*/ f163 f84 1"/>
                <a:gd name="f201" fmla="*/ f164 f83 1"/>
                <a:gd name="f202" fmla="*/ f165 f84 1"/>
                <a:gd name="f203" fmla="*/ f166 f83 1"/>
                <a:gd name="f204" fmla="*/ f167 f84 1"/>
                <a:gd name="f205" fmla="*/ f168 f84 1"/>
                <a:gd name="f206" fmla="*/ f169 f84 1"/>
                <a:gd name="f207" fmla="*/ f170 f84 1"/>
                <a:gd name="f208" fmla="*/ f171 f83 1"/>
                <a:gd name="f209" fmla="*/ f172 f84 1"/>
                <a:gd name="f210" fmla="*/ f173 f83 1"/>
                <a:gd name="f211" fmla="*/ f174 f84 1"/>
                <a:gd name="f212" fmla="*/ f175 f83 1"/>
                <a:gd name="f213" fmla="*/ f176 f84 1"/>
                <a:gd name="f214" fmla="*/ f177 f83 1"/>
                <a:gd name="f215" fmla="*/ f178 f84 1"/>
                <a:gd name="f216" fmla="*/ f179 f83 1"/>
                <a:gd name="f217" fmla="*/ f180 f84 1"/>
                <a:gd name="f218" fmla="*/ f181 f84 1"/>
                <a:gd name="f219" fmla="*/ f182 f84 1"/>
                <a:gd name="f220" fmla="*/ f183 f83 1"/>
                <a:gd name="f221" fmla="*/ f184 f84 1"/>
                <a:gd name="f222" fmla="*/ f185 f83 1"/>
                <a:gd name="f223" fmla="*/ f186 f84 1"/>
                <a:gd name="f224" fmla="*/ f187 f83 1"/>
                <a:gd name="f225" fmla="*/ f188 f84 1"/>
                <a:gd name="f226" fmla="*/ f189 f83 1"/>
                <a:gd name="f227" fmla="*/ f190 f84 1"/>
                <a:gd name="f228" fmla="*/ f191 f83 1"/>
                <a:gd name="f229" fmla="*/ f192 f83 1"/>
                <a:gd name="f230" fmla="*/ f193 f84 1"/>
                <a:gd name="f231" fmla="*/ f194 f84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161">
                  <a:pos x="f199" y="f200"/>
                </a:cxn>
                <a:cxn ang="f161">
                  <a:pos x="f201" y="f202"/>
                </a:cxn>
                <a:cxn ang="f161">
                  <a:pos x="f203" y="f204"/>
                </a:cxn>
                <a:cxn ang="f161">
                  <a:pos x="f203" y="f204"/>
                </a:cxn>
                <a:cxn ang="f161">
                  <a:pos x="f203" y="f205"/>
                </a:cxn>
                <a:cxn ang="f161">
                  <a:pos x="f203" y="f206"/>
                </a:cxn>
                <a:cxn ang="f161">
                  <a:pos x="f203" y="f207"/>
                </a:cxn>
                <a:cxn ang="f161">
                  <a:pos x="f208" y="f209"/>
                </a:cxn>
                <a:cxn ang="f161">
                  <a:pos x="f210" y="f211"/>
                </a:cxn>
                <a:cxn ang="f161">
                  <a:pos x="f212" y="f213"/>
                </a:cxn>
                <a:cxn ang="f161">
                  <a:pos x="f214" y="f215"/>
                </a:cxn>
                <a:cxn ang="f161">
                  <a:pos x="f216" y="f217"/>
                </a:cxn>
                <a:cxn ang="f161">
                  <a:pos x="f216" y="f218"/>
                </a:cxn>
                <a:cxn ang="f161">
                  <a:pos x="f208" y="f219"/>
                </a:cxn>
                <a:cxn ang="f161">
                  <a:pos x="f220" y="f221"/>
                </a:cxn>
                <a:cxn ang="f161">
                  <a:pos x="f222" y="f223"/>
                </a:cxn>
                <a:cxn ang="f161">
                  <a:pos x="f224" y="f225"/>
                </a:cxn>
                <a:cxn ang="f161">
                  <a:pos x="f226" y="f227"/>
                </a:cxn>
                <a:cxn ang="f161">
                  <a:pos x="f228" y="f209"/>
                </a:cxn>
                <a:cxn ang="f161">
                  <a:pos x="f229" y="f230"/>
                </a:cxn>
                <a:cxn ang="f161">
                  <a:pos x="f229" y="f231"/>
                </a:cxn>
                <a:cxn ang="f161">
                  <a:pos x="f199" y="f200"/>
                </a:cxn>
              </a:cxnLst>
              <a:rect l="f195" t="f198" r="f196" b="f197"/>
              <a:pathLst>
                <a:path w="369" h="826">
                  <a:moveTo>
                    <a:pt x="f9" y="f10"/>
                  </a:moveTo>
                  <a:cubicBezTo>
                    <a:pt x="f11" y="f6"/>
                    <a:pt x="f12" y="f13"/>
                    <a:pt x="f12" y="f13"/>
                  </a:cubicBezTo>
                  <a:cubicBezTo>
                    <a:pt x="f14" y="f15"/>
                    <a:pt x="f16" y="f17"/>
                    <a:pt x="f16" y="f18"/>
                  </a:cubicBezTo>
                  <a:cubicBezTo>
                    <a:pt x="f16" y="f18"/>
                    <a:pt x="f16" y="f18"/>
                    <a:pt x="f16" y="f18"/>
                  </a:cubicBezTo>
                  <a:cubicBezTo>
                    <a:pt x="f16" y="f19"/>
                    <a:pt x="f16" y="f19"/>
                    <a:pt x="f16" y="f19"/>
                  </a:cubicBezTo>
                  <a:cubicBezTo>
                    <a:pt x="f16" y="f19"/>
                    <a:pt x="f16" y="f20"/>
                    <a:pt x="f16" y="f20"/>
                  </a:cubicBezTo>
                  <a:cubicBezTo>
                    <a:pt x="f16" y="f21"/>
                    <a:pt x="f16" y="f21"/>
                    <a:pt x="f16" y="f21"/>
                  </a:cubicBezTo>
                  <a:cubicBezTo>
                    <a:pt x="f16" y="f22"/>
                    <a:pt x="f23" y="f24"/>
                    <a:pt x="f25" y="f26"/>
                  </a:cubicBezTo>
                  <a:cubicBezTo>
                    <a:pt x="f27" y="f28"/>
                    <a:pt x="f29" y="f30"/>
                    <a:pt x="f31" y="f32"/>
                  </a:cubicBezTo>
                  <a:cubicBezTo>
                    <a:pt x="f33" y="f34"/>
                    <a:pt x="f35" y="f36"/>
                    <a:pt x="f37" y="f38"/>
                  </a:cubicBezTo>
                  <a:cubicBezTo>
                    <a:pt x="f37" y="f38"/>
                    <a:pt x="f39" y="f40"/>
                    <a:pt x="f41" y="f42"/>
                  </a:cubicBezTo>
                  <a:cubicBezTo>
                    <a:pt x="f41" y="f42"/>
                    <a:pt x="f43" y="f44"/>
                    <a:pt x="f45" y="f46"/>
                  </a:cubicBezTo>
                  <a:cubicBezTo>
                    <a:pt x="f45" y="f46"/>
                    <a:pt x="f6" y="f47"/>
                    <a:pt x="f45" y="f48"/>
                  </a:cubicBezTo>
                  <a:cubicBezTo>
                    <a:pt x="f49" y="f8"/>
                    <a:pt x="f25" y="f50"/>
                    <a:pt x="f25" y="f50"/>
                  </a:cubicBezTo>
                  <a:cubicBezTo>
                    <a:pt x="f51" y="f50"/>
                    <a:pt x="f52" y="f53"/>
                    <a:pt x="f54" y="f55"/>
                  </a:cubicBezTo>
                  <a:cubicBezTo>
                    <a:pt x="f56" y="f57"/>
                    <a:pt x="f58" y="f59"/>
                    <a:pt x="f60" y="f61"/>
                  </a:cubicBezTo>
                  <a:cubicBezTo>
                    <a:pt x="f62" y="f63"/>
                    <a:pt x="f9" y="f64"/>
                    <a:pt x="f65" y="f66"/>
                  </a:cubicBezTo>
                  <a:cubicBezTo>
                    <a:pt x="f67" y="f68"/>
                    <a:pt x="f69" y="f70"/>
                    <a:pt x="f71" y="f72"/>
                  </a:cubicBezTo>
                  <a:cubicBezTo>
                    <a:pt x="f73" y="f34"/>
                    <a:pt x="f74" y="f75"/>
                    <a:pt x="f2" y="f26"/>
                  </a:cubicBezTo>
                  <a:cubicBezTo>
                    <a:pt x="f76" y="f77"/>
                    <a:pt x="f78" y="f79"/>
                    <a:pt x="f78" y="f80"/>
                  </a:cubicBezTo>
                  <a:cubicBezTo>
                    <a:pt x="f78" y="f14"/>
                    <a:pt x="f78" y="f14"/>
                    <a:pt x="f78" y="f14"/>
                  </a:cubicBezTo>
                  <a:cubicBezTo>
                    <a:pt x="f78" y="f14"/>
                    <a:pt x="f7" y="f81"/>
                    <a:pt x="f9" y="f10"/>
                  </a:cubicBezTo>
                </a:path>
              </a:pathLst>
            </a:custGeom>
            <a:noFill/>
            <a:ln cap="flat">
              <a:noFill/>
              <a:prstDash val="solid"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IE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endParaRPr>
            </a:p>
          </p:txBody>
        </p:sp>
      </p:grpSp>
      <p:sp>
        <p:nvSpPr>
          <p:cNvPr id="11" name="TextBox 15">
            <a:extLst>
              <a:ext uri="{FF2B5EF4-FFF2-40B4-BE49-F238E27FC236}">
                <a16:creationId xmlns:a16="http://schemas.microsoft.com/office/drawing/2014/main" id="{3C705C6F-1E94-3D54-BA75-6A38868350CE}"/>
              </a:ext>
            </a:extLst>
          </p:cNvPr>
          <p:cNvSpPr txBox="1"/>
          <p:nvPr/>
        </p:nvSpPr>
        <p:spPr>
          <a:xfrm>
            <a:off x="12191996" y="3410556"/>
            <a:ext cx="2480803" cy="646334"/>
          </a:xfrm>
          <a:prstGeom prst="rect">
            <a:avLst/>
          </a:prstGeom>
          <a:noFill/>
          <a:ln cap="flat">
            <a:noFill/>
          </a:ln>
        </p:spPr>
        <p:txBody>
          <a:bodyPr vert="horz" wrap="non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rPr>
              <a:t>Use Format Background </a:t>
            </a:r>
            <a:br>
              <a:rPr lang="en-GB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rPr>
            </a:br>
            <a:r>
              <a:rPr lang="en-GB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rPr>
              <a:t>to change the image fill</a:t>
            </a:r>
            <a:endParaRPr lang="en-IE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804665015"/>
      </p:ext>
    </p:extLst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hank You"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CB3623-D522-4E76-FEA3-00B921A81F4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49939" y="2435678"/>
            <a:ext cx="5036460" cy="4240895"/>
          </a:xfrm>
        </p:spPr>
        <p:txBody>
          <a:bodyPr anchor="b"/>
          <a:lstStyle>
            <a:lvl1pPr>
              <a:lnSpc>
                <a:spcPct val="70000"/>
              </a:lnSpc>
              <a:defRPr sz="960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232968148"/>
      </p:ext>
    </p:extLst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hank You Boing Font"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3">
            <a:extLst>
              <a:ext uri="{FF2B5EF4-FFF2-40B4-BE49-F238E27FC236}">
                <a16:creationId xmlns:a16="http://schemas.microsoft.com/office/drawing/2014/main" id="{769A3222-84FF-96B0-E72C-804C528BBE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9939" y="4492127"/>
            <a:ext cx="3398157" cy="1874510"/>
          </a:xfrm>
          <a:prstGeom prst="rect">
            <a:avLst/>
          </a:prstGeom>
          <a:noFill/>
          <a:ln cap="flat">
            <a:noFill/>
          </a:ln>
        </p:spPr>
      </p:pic>
    </p:spTree>
    <p:extLst>
      <p:ext uri="{BB962C8B-B14F-4D97-AF65-F5344CB8AC3E}">
        <p14:creationId xmlns:p14="http://schemas.microsoft.com/office/powerpoint/2010/main" val="92570240"/>
      </p:ext>
    </p:extLst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24199307"/>
      </p:ext>
    </p:extLst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5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F96C6A-F3B0-333C-0042-2D427A3AE049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1524003" y="1122361"/>
            <a:ext cx="9144000" cy="2387598"/>
          </a:xfrm>
        </p:spPr>
        <p:txBody>
          <a:bodyPr anchor="b" anchorCtr="1"/>
          <a:lstStyle>
            <a:lvl1pPr algn="ctr">
              <a:defRPr sz="6000"/>
            </a:lvl1pPr>
          </a:lstStyle>
          <a:p>
            <a:pPr lvl="0"/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5F3E4A1-B078-DC24-5252-0722F585E2F1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524003" y="3602041"/>
            <a:ext cx="9144000" cy="1655758"/>
          </a:xfrm>
        </p:spPr>
        <p:txBody>
          <a:bodyPr anchorCtr="1"/>
          <a:lstStyle>
            <a:lvl1pPr marL="0" indent="0" algn="ctr">
              <a:buNone/>
              <a:defRPr sz="2400"/>
            </a:lvl1pPr>
          </a:lstStyle>
          <a:p>
            <a:pPr lvl="0"/>
            <a:r>
              <a:rPr lang="en-US"/>
              <a:t>Click to edit Master subtitle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64718867"/>
      </p:ext>
    </p:extLst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/>
          <p:cNvGrpSpPr/>
          <p:nvPr/>
        </p:nvGrpSpPr>
        <p:grpSpPr>
          <a:xfrm>
            <a:off x="1" y="0"/>
            <a:ext cx="12192903" cy="6858000"/>
            <a:chOff x="0" y="0"/>
            <a:chExt cx="9144677" cy="6858000"/>
          </a:xfrm>
        </p:grpSpPr>
        <p:pic>
          <p:nvPicPr>
            <p:cNvPr id="8" name="Picture 7" descr="SD-PanelTitle-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9144000" cy="6858000"/>
            </a:xfrm>
            <a:prstGeom prst="rect">
              <a:avLst/>
            </a:prstGeom>
          </p:spPr>
        </p:pic>
        <p:sp>
          <p:nvSpPr>
            <p:cNvPr id="11" name="Rectangle 10"/>
            <p:cNvSpPr/>
            <p:nvPr/>
          </p:nvSpPr>
          <p:spPr>
            <a:xfrm>
              <a:off x="1515532" y="1520422"/>
              <a:ext cx="6112935" cy="3818468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 sz="1800"/>
            </a:p>
          </p:txBody>
        </p:sp>
        <p:pic>
          <p:nvPicPr>
            <p:cNvPr id="12" name="Picture 11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2" r="47959"/>
            <a:stretch/>
          </p:blipFill>
          <p:spPr>
            <a:xfrm>
              <a:off x="0" y="3128434"/>
              <a:ext cx="1664208" cy="612648"/>
            </a:xfrm>
            <a:prstGeom prst="rect">
              <a:avLst/>
            </a:prstGeom>
          </p:spPr>
        </p:pic>
        <p:pic>
          <p:nvPicPr>
            <p:cNvPr id="13" name="Picture 12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2" r="47959"/>
            <a:stretch/>
          </p:blipFill>
          <p:spPr>
            <a:xfrm>
              <a:off x="7480469" y="3128434"/>
              <a:ext cx="1664208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62579" y="1811864"/>
            <a:ext cx="7078488" cy="1515533"/>
          </a:xfrm>
        </p:spPr>
        <p:txBody>
          <a:bodyPr anchor="b">
            <a:noAutofit/>
          </a:bodyPr>
          <a:lstStyle>
            <a:lvl1pPr algn="ctr">
              <a:defRPr sz="48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62579" y="3598328"/>
            <a:ext cx="7078488" cy="1377651"/>
          </a:xfrm>
        </p:spPr>
        <p:txBody>
          <a:bodyPr anchor="t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087223" y="5054602"/>
            <a:ext cx="897701" cy="279400"/>
          </a:xfrm>
        </p:spPr>
        <p:txBody>
          <a:bodyPr/>
          <a:lstStyle/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62579" y="5054602"/>
            <a:ext cx="5419813" cy="279400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089757" y="5054602"/>
            <a:ext cx="551311" cy="279400"/>
          </a:xfrm>
        </p:spPr>
        <p:txBody>
          <a:bodyPr/>
          <a:lstStyle/>
          <a:p>
            <a:fld id="{BF233BAC-29A9-4035-88BE-28AE866AE2DA}" type="slidenum">
              <a:rPr lang="en-IN" smtClean="0"/>
              <a:pPr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3101" y="3471329"/>
            <a:ext cx="681744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86661583"/>
      </p:ext>
    </p:extLst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704620" y="2356260"/>
            <a:ext cx="8794045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233BAC-29A9-4035-88BE-28AE866AE2D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80802999"/>
      </p:ext>
    </p:extLst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04620" y="1641413"/>
            <a:ext cx="8794045" cy="1822514"/>
          </a:xfrm>
        </p:spPr>
        <p:txBody>
          <a:bodyPr anchor="b">
            <a:normAutofit/>
          </a:bodyPr>
          <a:lstStyle>
            <a:lvl1pPr algn="ct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04620" y="3734860"/>
            <a:ext cx="8794045" cy="1090015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233BAC-29A9-4035-88BE-28AE866AE2DA}" type="slidenum">
              <a:rPr lang="en-IN" smtClean="0"/>
              <a:pPr/>
              <a:t>‹#›</a:t>
            </a:fld>
            <a:endParaRPr lang="en-IN"/>
          </a:p>
        </p:txBody>
      </p:sp>
      <p:cxnSp>
        <p:nvCxnSpPr>
          <p:cNvPr id="31" name="Straight Connector 30"/>
          <p:cNvCxnSpPr/>
          <p:nvPr/>
        </p:nvCxnSpPr>
        <p:spPr>
          <a:xfrm>
            <a:off x="1704622" y="3599392"/>
            <a:ext cx="879404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32866324"/>
      </p:ext>
    </p:extLst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704620" y="2356260"/>
            <a:ext cx="8794045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69155" y="915338"/>
            <a:ext cx="9064979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69155" y="2487168"/>
            <a:ext cx="4450080" cy="344728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3536" y="2487168"/>
            <a:ext cx="4450080" cy="344728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233BAC-29A9-4035-88BE-28AE866AE2D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4868509"/>
      </p:ext>
    </p:extLst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69157" y="2658533"/>
            <a:ext cx="445008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69157" y="3243263"/>
            <a:ext cx="4450080" cy="270662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9109" y="2658533"/>
            <a:ext cx="445008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9109" y="3243263"/>
            <a:ext cx="4450080" cy="270662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233BAC-29A9-4035-88BE-28AE866AE2DA}" type="slidenum">
              <a:rPr lang="en-IN" smtClean="0"/>
              <a:pPr/>
              <a:t>‹#›</a:t>
            </a:fld>
            <a:endParaRPr lang="en-IN"/>
          </a:p>
        </p:txBody>
      </p:sp>
      <p:cxnSp>
        <p:nvCxnSpPr>
          <p:cNvPr id="41" name="Straight Connector 40"/>
          <p:cNvCxnSpPr/>
          <p:nvPr/>
        </p:nvCxnSpPr>
        <p:spPr>
          <a:xfrm>
            <a:off x="1704622" y="2354670"/>
            <a:ext cx="8794045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76330814"/>
      </p:ext>
    </p:extLst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69154" y="915338"/>
            <a:ext cx="9064980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233BAC-29A9-4035-88BE-28AE866AE2DA}" type="slidenum">
              <a:rPr lang="en-IN" smtClean="0"/>
              <a:pPr/>
              <a:t>‹#›</a:t>
            </a:fld>
            <a:endParaRPr lang="en-IN"/>
          </a:p>
        </p:txBody>
      </p:sp>
      <p:cxnSp>
        <p:nvCxnSpPr>
          <p:cNvPr id="14" name="Straight Connector 13"/>
          <p:cNvCxnSpPr/>
          <p:nvPr/>
        </p:nvCxnSpPr>
        <p:spPr>
          <a:xfrm>
            <a:off x="1704622" y="2354670"/>
            <a:ext cx="8794045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11023176"/>
      </p:ext>
    </p:extLst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233BAC-29A9-4035-88BE-28AE866AE2D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70484283"/>
      </p:ext>
    </p:extLst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69153" y="1388534"/>
            <a:ext cx="3382397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93417" y="982133"/>
            <a:ext cx="5140719" cy="4893735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569153" y="3031065"/>
            <a:ext cx="3382397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233BAC-29A9-4035-88BE-28AE866AE2DA}" type="slidenum">
              <a:rPr lang="en-IN" smtClean="0"/>
              <a:pPr/>
              <a:t>‹#›</a:t>
            </a:fld>
            <a:endParaRPr lang="en-IN"/>
          </a:p>
        </p:txBody>
      </p:sp>
      <p:cxnSp>
        <p:nvCxnSpPr>
          <p:cNvPr id="16" name="Straight Connector 15"/>
          <p:cNvCxnSpPr/>
          <p:nvPr/>
        </p:nvCxnSpPr>
        <p:spPr>
          <a:xfrm>
            <a:off x="1704621" y="2912533"/>
            <a:ext cx="3111459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84143206"/>
      </p:ext>
    </p:extLst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69153" y="1883832"/>
            <a:ext cx="4842936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10759" y="1032933"/>
            <a:ext cx="3905951" cy="4792136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569154" y="3255432"/>
            <a:ext cx="4842935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233BAC-29A9-4035-88BE-28AE866AE2D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45523813"/>
      </p:ext>
    </p:extLst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69155" y="4815415"/>
            <a:ext cx="9064979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68347" y="1032934"/>
            <a:ext cx="9455309" cy="33612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569155" y="5382153"/>
            <a:ext cx="9064979" cy="49371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233BAC-29A9-4035-88BE-28AE866AE2D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24084421"/>
      </p:ext>
    </p:extLst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69155" y="906873"/>
            <a:ext cx="9064979" cy="309786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69154" y="4275666"/>
            <a:ext cx="9064981" cy="1600202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233BAC-29A9-4035-88BE-28AE866AE2DA}" type="slidenum">
              <a:rPr lang="en-IN" smtClean="0"/>
              <a:pPr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1704621" y="4140199"/>
            <a:ext cx="8808567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89529338"/>
      </p:ext>
    </p:extLst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79111" y="982132"/>
            <a:ext cx="8533667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133600" y="3352800"/>
            <a:ext cx="7857064" cy="651933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69151" y="4343401"/>
            <a:ext cx="9064984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233BAC-29A9-4035-88BE-28AE866AE2DA}" type="slidenum">
              <a:rPr lang="en-IN" smtClean="0"/>
              <a:pPr/>
              <a:t>‹#›</a:t>
            </a:fld>
            <a:endParaRPr lang="en-IN"/>
          </a:p>
        </p:txBody>
      </p:sp>
      <p:sp>
        <p:nvSpPr>
          <p:cNvPr id="14" name="TextBox 13"/>
          <p:cNvSpPr txBox="1"/>
          <p:nvPr/>
        </p:nvSpPr>
        <p:spPr>
          <a:xfrm>
            <a:off x="1133293" y="905362"/>
            <a:ext cx="60975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72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178005" y="2827870"/>
            <a:ext cx="60975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72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704622" y="4140199"/>
            <a:ext cx="8794045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02523681"/>
      </p:ext>
    </p:extLst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69159" y="3308581"/>
            <a:ext cx="9064971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69158" y="4777381"/>
            <a:ext cx="9064973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233BAC-29A9-4035-88BE-28AE866AE2D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4486318"/>
      </p:ext>
    </p:extLst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79222" y="982132"/>
            <a:ext cx="8433557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8" name="Text Placeholder 2"/>
          <p:cNvSpPr>
            <a:spLocks noGrp="1"/>
          </p:cNvSpPr>
          <p:nvPr>
            <p:ph type="body" idx="13"/>
          </p:nvPr>
        </p:nvSpPr>
        <p:spPr>
          <a:xfrm>
            <a:off x="1569158" y="3639312"/>
            <a:ext cx="9064973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69154" y="4529667"/>
            <a:ext cx="9064981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233BAC-29A9-4035-88BE-28AE866AE2DA}" type="slidenum">
              <a:rPr lang="en-IN" smtClean="0"/>
              <a:pPr/>
              <a:t>‹#›</a:t>
            </a:fld>
            <a:endParaRPr lang="en-IN"/>
          </a:p>
        </p:txBody>
      </p:sp>
      <p:sp>
        <p:nvSpPr>
          <p:cNvPr id="12" name="TextBox 11"/>
          <p:cNvSpPr txBox="1"/>
          <p:nvPr/>
        </p:nvSpPr>
        <p:spPr>
          <a:xfrm>
            <a:off x="1170747" y="896895"/>
            <a:ext cx="60975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99729" y="2607728"/>
            <a:ext cx="60975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704622" y="3429000"/>
            <a:ext cx="8794045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09443921"/>
      </p:ext>
    </p:extLst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69153" y="982132"/>
            <a:ext cx="9064979" cy="2294467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sz="3200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2"/>
          <p:cNvSpPr>
            <a:spLocks noGrp="1"/>
          </p:cNvSpPr>
          <p:nvPr>
            <p:ph type="body" idx="13"/>
          </p:nvPr>
        </p:nvSpPr>
        <p:spPr>
          <a:xfrm>
            <a:off x="1569158" y="3566160"/>
            <a:ext cx="9064973" cy="905256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69155" y="4470401"/>
            <a:ext cx="9064979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233BAC-29A9-4035-88BE-28AE866AE2DA}" type="slidenum">
              <a:rPr lang="en-IN" smtClean="0"/>
              <a:pPr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1704626" y="3429000"/>
            <a:ext cx="8808561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77458647"/>
      </p:ext>
    </p:extLst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569154" y="2490136"/>
            <a:ext cx="9064981" cy="3385733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233BAC-29A9-4035-88BE-28AE866AE2DA}" type="slidenum">
              <a:rPr lang="en-IN" smtClean="0"/>
              <a:pPr/>
              <a:t>‹#›</a:t>
            </a:fld>
            <a:endParaRPr lang="en-IN"/>
          </a:p>
        </p:txBody>
      </p:sp>
      <p:cxnSp>
        <p:nvCxnSpPr>
          <p:cNvPr id="14" name="Straight Connector 13"/>
          <p:cNvCxnSpPr/>
          <p:nvPr/>
        </p:nvCxnSpPr>
        <p:spPr>
          <a:xfrm>
            <a:off x="1704622" y="2354670"/>
            <a:ext cx="8808565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99069939"/>
      </p:ext>
    </p:extLst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475556" y="906874"/>
            <a:ext cx="2158573" cy="496899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569157" y="906874"/>
            <a:ext cx="6554012" cy="4968993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233BAC-29A9-4035-88BE-28AE866AE2DA}" type="slidenum">
              <a:rPr lang="en-IN" smtClean="0"/>
              <a:pPr/>
              <a:t>‹#›</a:t>
            </a:fld>
            <a:endParaRPr lang="en-IN"/>
          </a:p>
        </p:txBody>
      </p:sp>
      <p:cxnSp>
        <p:nvCxnSpPr>
          <p:cNvPr id="14" name="Straight Connector 13"/>
          <p:cNvCxnSpPr/>
          <p:nvPr/>
        </p:nvCxnSpPr>
        <p:spPr>
          <a:xfrm>
            <a:off x="8327349" y="906874"/>
            <a:ext cx="0" cy="4968993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48318147"/>
      </p:ext>
    </p:extLst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9CB273-FA87-7A3F-8C65-8D399BFA2E42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914400" y="2130423"/>
            <a:ext cx="10363196" cy="1470026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B5A9A9B-6743-C0A9-B8D4-45ECC3738A8A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828800" y="3886200"/>
            <a:ext cx="8534396" cy="1752603"/>
          </a:xfrm>
        </p:spPr>
        <p:txBody>
          <a:bodyPr anchorCtr="1"/>
          <a:lstStyle>
            <a:lvl1pPr marL="0" indent="0" algn="ctr">
              <a:buNone/>
              <a:defRPr>
                <a:solidFill>
                  <a:srgbClr val="898989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4194728433"/>
      </p:ext>
    </p:extLst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504DB2-AEF5-FA68-AD5D-DC416CEA4387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E4DD38-7548-CB47-0457-718913B0282F}"/>
              </a:ext>
            </a:extLst>
          </p:cNvPr>
          <p:cNvSpPr txBox="1">
            <a:spLocks noGrp="1"/>
          </p:cNvSpPr>
          <p:nvPr>
            <p:ph idx="1"/>
          </p:nvPr>
        </p:nvSpPr>
        <p:spPr/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443535974"/>
      </p:ext>
    </p:extLst>
  </p:cSld>
  <p:clrMapOvr>
    <a:masterClrMapping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22D2C6-324D-E87D-F770-C0A370B8563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63082" y="4406905"/>
            <a:ext cx="10363196" cy="1362071"/>
          </a:xfrm>
        </p:spPr>
        <p:txBody>
          <a:bodyPr anchor="t" anchorCtr="0"/>
          <a:lstStyle>
            <a:lvl1pPr algn="l">
              <a:defRPr sz="4000" b="1" cap="all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7D7232-1988-7A6A-FF97-767830DD653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63082" y="2906713"/>
            <a:ext cx="10363196" cy="1500182"/>
          </a:xfrm>
        </p:spPr>
        <p:txBody>
          <a:bodyPr anchor="b"/>
          <a:lstStyle>
            <a:lvl1pPr marL="0" indent="0">
              <a:spcBef>
                <a:spcPts val="500"/>
              </a:spcBef>
              <a:buNone/>
              <a:defRPr sz="2000">
                <a:solidFill>
                  <a:srgbClr val="898989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905969502"/>
      </p:ext>
    </p:extLst>
  </p:cSld>
  <p:clrMapOvr>
    <a:masterClrMapping/>
  </p:clrMapOvr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18CAA4-EB8A-3861-65E8-BF5305451CA0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69538D-76A6-D3DB-5612-4089D86A77A4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609603" y="1600200"/>
            <a:ext cx="5384801" cy="4525959"/>
          </a:xfrm>
        </p:spPr>
        <p:txBody>
          <a:bodyPr/>
          <a:lstStyle>
            <a:lvl1pPr>
              <a:spcBef>
                <a:spcPts val="700"/>
              </a:spcBef>
              <a:defRPr sz="2800"/>
            </a:lvl1pPr>
            <a:lvl2pPr>
              <a:spcBef>
                <a:spcPts val="600"/>
              </a:spcBef>
              <a:defRPr sz="2400"/>
            </a:lvl2pPr>
            <a:lvl3pPr>
              <a:spcBef>
                <a:spcPts val="500"/>
              </a:spcBef>
              <a:defRPr sz="2000"/>
            </a:lvl3pPr>
            <a:lvl4pPr>
              <a:spcBef>
                <a:spcPts val="400"/>
              </a:spcBef>
              <a:defRPr sz="1800"/>
            </a:lvl4pPr>
            <a:lvl5pPr>
              <a:spcBef>
                <a:spcPts val="400"/>
              </a:spcBef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36BD446-9109-6665-3EC0-E3A9E4D5654A}"/>
              </a:ext>
            </a:extLst>
          </p:cNvPr>
          <p:cNvSpPr txBox="1">
            <a:spLocks noGrp="1"/>
          </p:cNvSpPr>
          <p:nvPr>
            <p:ph idx="2"/>
          </p:nvPr>
        </p:nvSpPr>
        <p:spPr>
          <a:xfrm>
            <a:off x="6197602" y="1600200"/>
            <a:ext cx="5384801" cy="4525959"/>
          </a:xfrm>
        </p:spPr>
        <p:txBody>
          <a:bodyPr/>
          <a:lstStyle>
            <a:lvl1pPr>
              <a:spcBef>
                <a:spcPts val="700"/>
              </a:spcBef>
              <a:defRPr sz="2800"/>
            </a:lvl1pPr>
            <a:lvl2pPr>
              <a:spcBef>
                <a:spcPts val="600"/>
              </a:spcBef>
              <a:defRPr sz="2400"/>
            </a:lvl2pPr>
            <a:lvl3pPr>
              <a:spcBef>
                <a:spcPts val="500"/>
              </a:spcBef>
              <a:defRPr sz="2000"/>
            </a:lvl3pPr>
            <a:lvl4pPr>
              <a:spcBef>
                <a:spcPts val="400"/>
              </a:spcBef>
              <a:defRPr sz="1800"/>
            </a:lvl4pPr>
            <a:lvl5pPr>
              <a:spcBef>
                <a:spcPts val="400"/>
              </a:spcBef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80859687"/>
      </p:ext>
    </p:extLst>
  </p:cSld>
  <p:clrMapOvr>
    <a:masterClrMapping/>
  </p:clrMapOvr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A969AD-071B-1607-48F6-6463F68FFB30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B15351-E1A6-9C65-E50E-D7B6E6AA445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09603" y="1535113"/>
            <a:ext cx="5386913" cy="639759"/>
          </a:xfrm>
        </p:spPr>
        <p:txBody>
          <a:bodyPr anchor="b"/>
          <a:lstStyle>
            <a:lvl1pPr marL="0" indent="0">
              <a:spcBef>
                <a:spcPts val="600"/>
              </a:spcBef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6A91B4C-7C3D-872D-FD33-890988AFC59A}"/>
              </a:ext>
            </a:extLst>
          </p:cNvPr>
          <p:cNvSpPr txBox="1">
            <a:spLocks noGrp="1"/>
          </p:cNvSpPr>
          <p:nvPr>
            <p:ph idx="2"/>
          </p:nvPr>
        </p:nvSpPr>
        <p:spPr>
          <a:xfrm>
            <a:off x="609603" y="2174872"/>
            <a:ext cx="5386913" cy="3951286"/>
          </a:xfrm>
        </p:spPr>
        <p:txBody>
          <a:bodyPr/>
          <a:lstStyle>
            <a:lvl1pPr>
              <a:spcBef>
                <a:spcPts val="600"/>
              </a:spcBef>
              <a:defRPr sz="2400"/>
            </a:lvl1pPr>
            <a:lvl2pPr>
              <a:spcBef>
                <a:spcPts val="500"/>
              </a:spcBef>
              <a:defRPr sz="2000"/>
            </a:lvl2pPr>
            <a:lvl3pPr>
              <a:spcBef>
                <a:spcPts val="400"/>
              </a:spcBef>
              <a:defRPr sz="1800"/>
            </a:lvl3pPr>
            <a:lvl4pPr>
              <a:spcBef>
                <a:spcPts val="400"/>
              </a:spcBef>
              <a:defRPr sz="1600"/>
            </a:lvl4pPr>
            <a:lvl5pPr>
              <a:spcBef>
                <a:spcPts val="400"/>
              </a:spcBef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BC72F5C-9483-95D4-D9B6-93E41141E1EA}"/>
              </a:ext>
            </a:extLst>
          </p:cNvPr>
          <p:cNvSpPr txBox="1">
            <a:spLocks noGrp="1"/>
          </p:cNvSpPr>
          <p:nvPr>
            <p:ph type="body" idx="3"/>
          </p:nvPr>
        </p:nvSpPr>
        <p:spPr>
          <a:xfrm>
            <a:off x="6193368" y="1535113"/>
            <a:ext cx="5389034" cy="639759"/>
          </a:xfrm>
        </p:spPr>
        <p:txBody>
          <a:bodyPr anchor="b"/>
          <a:lstStyle>
            <a:lvl1pPr marL="0" indent="0">
              <a:spcBef>
                <a:spcPts val="600"/>
              </a:spcBef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4561FBE-8B77-B88A-0989-D02209167070}"/>
              </a:ext>
            </a:extLst>
          </p:cNvPr>
          <p:cNvSpPr txBox="1">
            <a:spLocks noGrp="1"/>
          </p:cNvSpPr>
          <p:nvPr>
            <p:ph idx="4"/>
          </p:nvPr>
        </p:nvSpPr>
        <p:spPr>
          <a:xfrm>
            <a:off x="6193368" y="2174872"/>
            <a:ext cx="5389034" cy="3951286"/>
          </a:xfrm>
        </p:spPr>
        <p:txBody>
          <a:bodyPr/>
          <a:lstStyle>
            <a:lvl1pPr>
              <a:spcBef>
                <a:spcPts val="600"/>
              </a:spcBef>
              <a:defRPr sz="2400"/>
            </a:lvl1pPr>
            <a:lvl2pPr>
              <a:spcBef>
                <a:spcPts val="500"/>
              </a:spcBef>
              <a:defRPr sz="2000"/>
            </a:lvl2pPr>
            <a:lvl3pPr>
              <a:spcBef>
                <a:spcPts val="400"/>
              </a:spcBef>
              <a:defRPr sz="1800"/>
            </a:lvl3pPr>
            <a:lvl4pPr>
              <a:spcBef>
                <a:spcPts val="400"/>
              </a:spcBef>
              <a:defRPr sz="1600"/>
            </a:lvl4pPr>
            <a:lvl5pPr>
              <a:spcBef>
                <a:spcPts val="400"/>
              </a:spcBef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72905397"/>
      </p:ext>
    </p:extLst>
  </p:cSld>
  <p:clrMapOvr>
    <a:masterClrMapping/>
  </p:clrMapOvr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C74CD3-F78C-5C0E-5F9D-DE90B2840D19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966027250"/>
      </p:ext>
    </p:extLst>
  </p:cSld>
  <p:clrMapOvr>
    <a:masterClrMapping/>
  </p:clrMapOvr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16246805"/>
      </p:ext>
    </p:extLst>
  </p:cSld>
  <p:clrMapOvr>
    <a:masterClrMapping/>
  </p:clrMapOvr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CBE841-3D85-E398-AC91-63A45AFD251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09603" y="273048"/>
            <a:ext cx="4011079" cy="1162046"/>
          </a:xfrm>
        </p:spPr>
        <p:txBody>
          <a:bodyPr anchor="b" anchorCtr="0"/>
          <a:lstStyle>
            <a:lvl1pPr algn="l">
              <a:defRPr sz="2000" b="1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BC1C70-843B-E9CF-0B74-9824E4CA97EF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4766730" y="273048"/>
            <a:ext cx="6815672" cy="5853110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82E528C-1978-18AC-ECD6-E6EDF8409A23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609603" y="1435105"/>
            <a:ext cx="4011079" cy="4691064"/>
          </a:xfrm>
        </p:spPr>
        <p:txBody>
          <a:bodyPr/>
          <a:lstStyle>
            <a:lvl1pPr marL="0" indent="0">
              <a:spcBef>
                <a:spcPts val="300"/>
              </a:spcBef>
              <a:buNone/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923769509"/>
      </p:ext>
    </p:extLst>
  </p:cSld>
  <p:clrMapOvr>
    <a:masterClrMapping/>
  </p:clrMapOvr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F20E22-186E-04EB-DC96-C7F137F5153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389720" y="4800600"/>
            <a:ext cx="7315200" cy="566735"/>
          </a:xfrm>
        </p:spPr>
        <p:txBody>
          <a:bodyPr anchor="b" anchorCtr="0"/>
          <a:lstStyle>
            <a:lvl1pPr algn="l">
              <a:defRPr sz="2000" b="1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31E461D-F8D9-F0F4-31FF-D616AE1332A2}"/>
              </a:ext>
            </a:extLst>
          </p:cNvPr>
          <p:cNvSpPr txBox="1">
            <a:spLocks noGrp="1"/>
          </p:cNvSpPr>
          <p:nvPr>
            <p:ph type="pic" idx="1"/>
          </p:nvPr>
        </p:nvSpPr>
        <p:spPr>
          <a:xfrm>
            <a:off x="2389720" y="612776"/>
            <a:ext cx="7315200" cy="41148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BB2458D-0CBF-9501-DA6E-EB4E5768761B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2389720" y="5367335"/>
            <a:ext cx="7315200" cy="804864"/>
          </a:xfrm>
        </p:spPr>
        <p:txBody>
          <a:bodyPr/>
          <a:lstStyle>
            <a:lvl1pPr marL="0" indent="0">
              <a:spcBef>
                <a:spcPts val="300"/>
              </a:spcBef>
              <a:buNone/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19663227"/>
      </p:ext>
    </p:extLst>
  </p:cSld>
  <p:clrMapOvr>
    <a:masterClrMapping/>
  </p:clrMapOvr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65A22C-8BF9-576D-C7CB-D2909D55EED3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F54C73B-7C24-F600-9C21-B4F1AF72096C}"/>
              </a:ext>
            </a:extLst>
          </p:cNvPr>
          <p:cNvSpPr txBox="1"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356533402"/>
      </p:ext>
    </p:extLst>
  </p:cSld>
  <p:clrMapOvr>
    <a:masterClrMapping/>
  </p:clrMapOvr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CD9E81D-45BD-1469-2436-CE0B6C554BD8}"/>
              </a:ext>
            </a:extLst>
          </p:cNvPr>
          <p:cNvSpPr txBox="1">
            <a:spLocks noGrp="1"/>
          </p:cNvSpPr>
          <p:nvPr>
            <p:ph type="title" orient="vert"/>
          </p:nvPr>
        </p:nvSpPr>
        <p:spPr>
          <a:xfrm>
            <a:off x="8839203" y="274640"/>
            <a:ext cx="2743200" cy="5851529"/>
          </a:xfrm>
        </p:spPr>
        <p:txBody>
          <a:bodyPr vert="eaVert"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B42D4A7-4F02-CD87-649F-A6E810AAA1CC}"/>
              </a:ext>
            </a:extLst>
          </p:cNvPr>
          <p:cNvSpPr txBox="1">
            <a:spLocks noGrp="1"/>
          </p:cNvSpPr>
          <p:nvPr>
            <p:ph type="body" orient="vert" idx="1"/>
          </p:nvPr>
        </p:nvSpPr>
        <p:spPr>
          <a:xfrm>
            <a:off x="609603" y="274640"/>
            <a:ext cx="8026402" cy="5851529"/>
          </a:xfrm>
        </p:spPr>
        <p:txBody>
          <a:bodyPr vert="eaVert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231164135"/>
      </p:ext>
    </p:extLst>
  </p:cSld>
  <p:clrMapOvr>
    <a:masterClrMapping/>
  </p:clrMapOvr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5">
            <a:extLst>
              <a:ext uri="{FF2B5EF4-FFF2-40B4-BE49-F238E27FC236}">
                <a16:creationId xmlns:a16="http://schemas.microsoft.com/office/drawing/2014/main" id="{65E47FBA-8F3D-E2D7-86B5-096785FDB1E2}"/>
              </a:ext>
            </a:extLst>
          </p:cNvPr>
          <p:cNvSpPr/>
          <p:nvPr/>
        </p:nvSpPr>
        <p:spPr>
          <a:xfrm>
            <a:off x="-1591" y="0"/>
            <a:ext cx="9312277" cy="685800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0"/>
              <a:gd name="f6" fmla="val 5867"/>
              <a:gd name="f7" fmla="val 4320"/>
              <a:gd name="f8" fmla="val 3187"/>
              <a:gd name="f9" fmla="val 3717"/>
              <a:gd name="f10" fmla="val 3993"/>
              <a:gd name="f11" fmla="val 4197"/>
              <a:gd name="f12" fmla="val 3574"/>
              <a:gd name="f13" fmla="val 4630"/>
              <a:gd name="f14" fmla="val 3063"/>
              <a:gd name="f15" fmla="val 5097"/>
              <a:gd name="f16" fmla="val 2509"/>
              <a:gd name="f17" fmla="val 5447"/>
              <a:gd name="f18" fmla="val 1824"/>
              <a:gd name="f19" fmla="val 5669"/>
              <a:gd name="f20" fmla="val 1003"/>
              <a:gd name="f21" fmla="val 5752"/>
              <a:gd name="f22" fmla="val 692"/>
              <a:gd name="f23" fmla="val 5818"/>
              <a:gd name="f24" fmla="val 357"/>
              <a:gd name="f25" fmla="+- 0 0 -90"/>
              <a:gd name="f26" fmla="*/ f3 1 5867"/>
              <a:gd name="f27" fmla="*/ f4 1 4320"/>
              <a:gd name="f28" fmla="val f5"/>
              <a:gd name="f29" fmla="val f6"/>
              <a:gd name="f30" fmla="val f7"/>
              <a:gd name="f31" fmla="*/ f25 f0 1"/>
              <a:gd name="f32" fmla="+- f30 0 f28"/>
              <a:gd name="f33" fmla="+- f29 0 f28"/>
              <a:gd name="f34" fmla="*/ f31 1 f2"/>
              <a:gd name="f35" fmla="*/ f33 1 5867"/>
              <a:gd name="f36" fmla="*/ f32 1 4320"/>
              <a:gd name="f37" fmla="*/ 0 f33 1"/>
              <a:gd name="f38" fmla="*/ 0 f32 1"/>
              <a:gd name="f39" fmla="*/ 4320 f32 1"/>
              <a:gd name="f40" fmla="*/ 3187 f33 1"/>
              <a:gd name="f41" fmla="*/ 4630 f33 1"/>
              <a:gd name="f42" fmla="*/ 3063 f32 1"/>
              <a:gd name="f43" fmla="*/ 5669 f33 1"/>
              <a:gd name="f44" fmla="*/ 1003 f32 1"/>
              <a:gd name="f45" fmla="*/ 5867 f33 1"/>
              <a:gd name="f46" fmla="+- f34 0 f1"/>
              <a:gd name="f47" fmla="*/ f37 1 5867"/>
              <a:gd name="f48" fmla="*/ f38 1 4320"/>
              <a:gd name="f49" fmla="*/ f39 1 4320"/>
              <a:gd name="f50" fmla="*/ f40 1 5867"/>
              <a:gd name="f51" fmla="*/ f41 1 5867"/>
              <a:gd name="f52" fmla="*/ f42 1 4320"/>
              <a:gd name="f53" fmla="*/ f43 1 5867"/>
              <a:gd name="f54" fmla="*/ f44 1 4320"/>
              <a:gd name="f55" fmla="*/ f45 1 5867"/>
              <a:gd name="f56" fmla="*/ 0 1 f35"/>
              <a:gd name="f57" fmla="*/ f29 1 f35"/>
              <a:gd name="f58" fmla="*/ 0 1 f36"/>
              <a:gd name="f59" fmla="*/ f30 1 f36"/>
              <a:gd name="f60" fmla="*/ f47 1 f35"/>
              <a:gd name="f61" fmla="*/ f48 1 f36"/>
              <a:gd name="f62" fmla="*/ f49 1 f36"/>
              <a:gd name="f63" fmla="*/ f50 1 f35"/>
              <a:gd name="f64" fmla="*/ f51 1 f35"/>
              <a:gd name="f65" fmla="*/ f52 1 f36"/>
              <a:gd name="f66" fmla="*/ f53 1 f35"/>
              <a:gd name="f67" fmla="*/ f54 1 f36"/>
              <a:gd name="f68" fmla="*/ f55 1 f35"/>
              <a:gd name="f69" fmla="*/ f56 f26 1"/>
              <a:gd name="f70" fmla="*/ f57 f26 1"/>
              <a:gd name="f71" fmla="*/ f59 f27 1"/>
              <a:gd name="f72" fmla="*/ f58 f27 1"/>
              <a:gd name="f73" fmla="*/ f60 f26 1"/>
              <a:gd name="f74" fmla="*/ f61 f27 1"/>
              <a:gd name="f75" fmla="*/ f62 f27 1"/>
              <a:gd name="f76" fmla="*/ f63 f26 1"/>
              <a:gd name="f77" fmla="*/ f64 f26 1"/>
              <a:gd name="f78" fmla="*/ f65 f27 1"/>
              <a:gd name="f79" fmla="*/ f66 f26 1"/>
              <a:gd name="f80" fmla="*/ f67 f27 1"/>
              <a:gd name="f81" fmla="*/ f68 f2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46">
                <a:pos x="f73" y="f74"/>
              </a:cxn>
              <a:cxn ang="f46">
                <a:pos x="f73" y="f75"/>
              </a:cxn>
              <a:cxn ang="f46">
                <a:pos x="f76" y="f75"/>
              </a:cxn>
              <a:cxn ang="f46">
                <a:pos x="f77" y="f78"/>
              </a:cxn>
              <a:cxn ang="f46">
                <a:pos x="f79" y="f80"/>
              </a:cxn>
              <a:cxn ang="f46">
                <a:pos x="f81" y="f74"/>
              </a:cxn>
              <a:cxn ang="f46">
                <a:pos x="f73" y="f74"/>
              </a:cxn>
            </a:cxnLst>
            <a:rect l="f69" t="f72" r="f70" b="f71"/>
            <a:pathLst>
              <a:path w="5867" h="4320">
                <a:moveTo>
                  <a:pt x="f5" y="f5"/>
                </a:moveTo>
                <a:cubicBezTo>
                  <a:pt x="f5" y="f7"/>
                  <a:pt x="f5" y="f7"/>
                  <a:pt x="f5" y="f7"/>
                </a:cubicBezTo>
                <a:cubicBezTo>
                  <a:pt x="f8" y="f7"/>
                  <a:pt x="f8" y="f7"/>
                  <a:pt x="f8" y="f7"/>
                </a:cubicBezTo>
                <a:cubicBezTo>
                  <a:pt x="f9" y="f10"/>
                  <a:pt x="f11" y="f12"/>
                  <a:pt x="f13" y="f14"/>
                </a:cubicBezTo>
                <a:cubicBezTo>
                  <a:pt x="f15" y="f16"/>
                  <a:pt x="f17" y="f18"/>
                  <a:pt x="f19" y="f20"/>
                </a:cubicBezTo>
                <a:cubicBezTo>
                  <a:pt x="f21" y="f22"/>
                  <a:pt x="f23" y="f24"/>
                  <a:pt x="f6" y="f5"/>
                </a:cubicBezTo>
                <a:lnTo>
                  <a:pt x="f5" y="f5"/>
                </a:lnTo>
                <a:close/>
              </a:path>
            </a:pathLst>
          </a:custGeom>
          <a:solidFill>
            <a:srgbClr val="00667D"/>
          </a:solidFill>
          <a:ln cap="flat">
            <a:noFill/>
            <a:prstDash val="solid"/>
          </a:ln>
        </p:spPr>
        <p:txBody>
          <a:bodyPr vert="horz" wrap="square" lIns="85587" tIns="42793" rIns="85587" bIns="42793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IE" sz="216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739859137"/>
      </p:ext>
    </p:extLst>
  </p:cSld>
  <p:clrMapOvr>
    <a:masterClrMapping/>
  </p:clrMapOvr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1410DACD-8814-0719-1B69-9449D528892C}"/>
              </a:ext>
            </a:extLst>
          </p:cNvPr>
          <p:cNvSpPr txBox="1"/>
          <p:nvPr userDrawn="1"/>
        </p:nvSpPr>
        <p:spPr>
          <a:xfrm>
            <a:off x="0" y="0"/>
            <a:ext cx="12192000" cy="707886"/>
          </a:xfrm>
          <a:prstGeom prst="rect">
            <a:avLst/>
          </a:prstGeom>
          <a:solidFill>
            <a:srgbClr val="0070C0"/>
          </a:solidFill>
        </p:spPr>
        <p:txBody>
          <a:bodyPr wrap="square" rtlCol="0">
            <a:spAutoFit/>
          </a:bodyPr>
          <a:lstStyle/>
          <a:p>
            <a:endParaRPr lang="en-GB" sz="40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18140549"/>
      </p:ext>
    </p:extLst>
  </p:cSld>
  <p:clrMapOvr>
    <a:masterClrMapping/>
  </p:clrMapOvr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F9B3DB-352F-706E-8396-0711973F3F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CE9CEE-9788-9CFC-0336-41C2CB0771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E4505C-8BFE-C23C-2BE8-8711C164B9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0CA3FC-B7B5-E571-025A-6EDC9BF2FE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013495-7196-BF3A-8E94-4A35AF0442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43E3C9-646C-4166-9BF4-CF049967B668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821354641"/>
      </p:ext>
    </p:extLst>
  </p:cSld>
  <p:clrMapOvr>
    <a:masterClrMapping/>
  </p:clrMapOvr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0C883E-B324-7614-E832-C8FA2D5A5E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39B83D1-CFEB-F699-FF61-2316C10D9A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3B53EF-1B82-5CE0-D770-2336D95766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DD1C29-FB7A-BB28-E384-E661FFB552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A6A9A7-1A6F-0DEF-01C0-8B7B83A4C8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43E3C9-646C-4166-9BF4-CF049967B668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21333262"/>
      </p:ext>
    </p:extLst>
  </p:cSld>
  <p:clrMapOvr>
    <a:masterClrMapping/>
  </p:clrMapOvr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652047-70A9-2D03-B647-5755581C36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FD41D4-1C56-BDF8-CE04-C033D2CD35C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A2F20ED-6B10-8F9B-AE53-52CD7841A7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CFD7184-18A0-6EC7-844C-686E30267B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5511A2-4C74-9DA0-018F-0C795015BD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A253FAE-C6F5-C793-AD81-1CA00D35F2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43E3C9-646C-4166-9BF4-CF049967B668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61787985"/>
      </p:ext>
    </p:extLst>
  </p:cSld>
  <p:clrMapOvr>
    <a:masterClrMapping/>
  </p:clrMapOvr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2A29F0-653F-18E0-7165-5BA5CBD70B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3531B5-C7D5-3028-F0DE-22D69F8F49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A93AE1F-7338-7490-95D4-33B43B8D0D3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059247F-082A-4DFF-738D-532D8974788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33DC79B-5F2E-88CD-B76C-26C869E5AA7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FC74FD9-C453-092D-9379-790EB54BB9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7FE4956-089C-EEE1-ED87-881BAC0435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C61FA7B-C31E-8DD6-BE30-38EFB4E904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43E3C9-646C-4166-9BF4-CF049967B668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15722873"/>
      </p:ext>
    </p:extLst>
  </p:cSld>
  <p:clrMapOvr>
    <a:masterClrMapping/>
  </p:clrMapOvr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1EFEC7-FF5F-613C-8EB4-03C7D28FBC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BFC07DA-2C83-3C92-FD27-8C2CBFCAC2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90AE1B4-7E6D-3D72-9F28-4F589DB42D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31D5769-5FED-8793-7595-C4E0663676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43E3C9-646C-4166-9BF4-CF049967B668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418619314"/>
      </p:ext>
    </p:extLst>
  </p:cSld>
  <p:clrMapOvr>
    <a:masterClrMapping/>
  </p:clrMapOvr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C05C7F6-48E4-6E5F-449C-B03F87DBD6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A61A2DD-00B4-3FB2-E6AF-B353EED32B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AFDF081-2407-6DEE-130A-E934151FD5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43E3C9-646C-4166-9BF4-CF049967B668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614097625"/>
      </p:ext>
    </p:extLst>
  </p:cSld>
  <p:clrMapOvr>
    <a:masterClrMapping/>
  </p:clrMapOvr>
</p:sldLayout>
</file>

<file path=ppt/slideLayouts/slideLayout12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867CFD-9EDB-36E2-FCBA-EE29ACA3A5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902714-CC7D-A7DB-195D-7D2A345695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9E1C133-6122-3853-524C-1458A27EDC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C6CC213-218B-DDB2-F22F-BDE4BC501A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364279-F92D-0D8A-0360-CE20484CEC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FB332DB-71CF-DB6A-F8B6-9852B35F6F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43E3C9-646C-4166-9BF4-CF049967B668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96061411"/>
      </p:ext>
    </p:extLst>
  </p:cSld>
  <p:clrMapOvr>
    <a:masterClrMapping/>
  </p:clrMapOvr>
</p:sldLayout>
</file>

<file path=ppt/slideLayouts/slideLayout12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39EE78-AB8B-956C-3C03-ADF3934944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D7CD64F-E49D-6173-6DE6-ABF43C437A7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B74FFCF-DFE5-7E94-53DF-C626B0B8AD3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E2489CA-698D-AC35-07C6-A26CF27E53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343135-74F2-4FFE-96BB-ED357421E6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72BCDAC-B253-7FC6-1E11-7C77EB46D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43E3C9-646C-4166-9BF4-CF049967B668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235746133"/>
      </p:ext>
    </p:extLst>
  </p:cSld>
  <p:clrMapOvr>
    <a:masterClrMapping/>
  </p:clrMapOvr>
</p:sldLayout>
</file>

<file path=ppt/slideLayouts/slideLayout1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9D9922-FA9D-383D-A19C-1670E04BF6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8710FFC-07BA-368E-8BEF-5F9AD4558E3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AEFD48-A5EE-EB7B-2461-575DDF3EF3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0E48C6-ED81-B3B2-92AE-AF25ECBC64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B1B257-1A5B-C712-6D80-E569B05587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43E3C9-646C-4166-9BF4-CF049967B668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78234492"/>
      </p:ext>
    </p:extLst>
  </p:cSld>
  <p:clrMapOvr>
    <a:masterClrMapping/>
  </p:clrMapOvr>
</p:sldLayout>
</file>

<file path=ppt/slideLayouts/slideLayout1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757DC50-9430-8F55-3F8C-079680426CF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89CD0E4-FF02-5A2E-BCCE-E5DEEEB2950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2E451A-2FD6-F62A-87A7-402F00CBB0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4E098B-CA21-3CC7-B4DE-2D294CBAF9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A4A002-EF22-9AD8-50CB-BDE5AB8FA8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43E3C9-646C-4166-9BF4-CF049967B668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97815791"/>
      </p:ext>
    </p:extLst>
  </p:cSld>
  <p:clrMapOvr>
    <a:masterClrMapping/>
  </p:clrMapOvr>
</p:sldLayout>
</file>

<file path=ppt/slideLayouts/slideLayout12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49D475-7154-42DD-9067-ACE4D1B546F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2736097"/>
      </p:ext>
    </p:extLst>
  </p:cSld>
  <p:clrMapOvr>
    <a:masterClrMapping/>
  </p:clrMapOvr>
</p:sldLayout>
</file>

<file path=ppt/slideLayouts/slideLayout12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49D475-7154-42DD-9067-ACE4D1B546F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8901078"/>
      </p:ext>
    </p:extLst>
  </p:cSld>
  <p:clrMapOvr>
    <a:masterClrMapping/>
  </p:clrMapOvr>
</p:sldLayout>
</file>

<file path=ppt/slideLayouts/slideLayout12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49D475-7154-42DD-9067-ACE4D1B546F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3573361"/>
      </p:ext>
    </p:extLst>
  </p:cSld>
  <p:clrMapOvr>
    <a:masterClrMapping/>
  </p:clrMapOvr>
</p:sldLayout>
</file>

<file path=ppt/slideLayouts/slideLayout12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49D475-7154-42DD-9067-ACE4D1B546F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1161927"/>
      </p:ext>
    </p:extLst>
  </p:cSld>
  <p:clrMapOvr>
    <a:masterClrMapping/>
  </p:clrMapOvr>
</p:sldLayout>
</file>

<file path=ppt/slideLayouts/slideLayout12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49D475-7154-42DD-9067-ACE4D1B546F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200207"/>
      </p:ext>
    </p:extLst>
  </p:cSld>
  <p:clrMapOvr>
    <a:masterClrMapping/>
  </p:clrMapOvr>
</p:sldLayout>
</file>

<file path=ppt/slideLayouts/slideLayout13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49D475-7154-42DD-9067-ACE4D1B546F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2320077"/>
      </p:ext>
    </p:extLst>
  </p:cSld>
  <p:clrMapOvr>
    <a:masterClrMapping/>
  </p:clrMapOvr>
</p:sldLayout>
</file>

<file path=ppt/slideLayouts/slideLayout13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49D475-7154-42DD-9067-ACE4D1B546F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6135214"/>
      </p:ext>
    </p:extLst>
  </p:cSld>
  <p:clrMapOvr>
    <a:masterClrMapping/>
  </p:clrMapOvr>
</p:sldLayout>
</file>

<file path=ppt/slideLayouts/slideLayout13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49D475-7154-42DD-9067-ACE4D1B546F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4032435"/>
      </p:ext>
    </p:extLst>
  </p:cSld>
  <p:clrMapOvr>
    <a:masterClrMapping/>
  </p:clrMapOvr>
</p:sldLayout>
</file>

<file path=ppt/slideLayouts/slideLayout13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49D475-7154-42DD-9067-ACE4D1B546F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3451265"/>
      </p:ext>
    </p:extLst>
  </p:cSld>
  <p:clrMapOvr>
    <a:masterClrMapping/>
  </p:clrMapOvr>
</p:sldLayout>
</file>

<file path=ppt/slideLayouts/slideLayout13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49D475-7154-42DD-9067-ACE4D1B546F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3755894"/>
      </p:ext>
    </p:extLst>
  </p:cSld>
  <p:clrMapOvr>
    <a:masterClrMapping/>
  </p:clrMapOvr>
</p:sldLayout>
</file>

<file path=ppt/slideLayouts/slideLayout13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49D475-7154-42DD-9067-ACE4D1B546F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7268750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slideLayout" Target="../slideLayouts/slideLayout19.xml"/><Relationship Id="rId3" Type="http://schemas.openxmlformats.org/officeDocument/2006/relationships/slideLayout" Target="../slideLayouts/slideLayout20.xml"/><Relationship Id="rId4" Type="http://schemas.openxmlformats.org/officeDocument/2006/relationships/slideLayout" Target="../slideLayouts/slideLayout21.xml"/><Relationship Id="rId5" Type="http://schemas.openxmlformats.org/officeDocument/2006/relationships/slideLayout" Target="../slideLayouts/slideLayout22.xml"/><Relationship Id="rId6" Type="http://schemas.openxmlformats.org/officeDocument/2006/relationships/slideLayout" Target="../slideLayouts/slideLayout23.xml"/><Relationship Id="rId7" Type="http://schemas.openxmlformats.org/officeDocument/2006/relationships/slideLayout" Target="../slideLayouts/slideLayout24.xml"/><Relationship Id="rId8" Type="http://schemas.openxmlformats.org/officeDocument/2006/relationships/slideLayout" Target="../slideLayouts/slideLayout25.xml"/><Relationship Id="rId9" Type="http://schemas.openxmlformats.org/officeDocument/2006/relationships/slideLayout" Target="../slideLayouts/slideLayout26.xml"/><Relationship Id="rId10" Type="http://schemas.openxmlformats.org/officeDocument/2006/relationships/slideLayout" Target="../slideLayouts/slideLayout27.xml"/><Relationship Id="rId11" Type="http://schemas.openxmlformats.org/officeDocument/2006/relationships/slideLayout" Target="../slideLayouts/slideLayout28.xml"/><Relationship Id="rId12" Type="http://schemas.openxmlformats.org/officeDocument/2006/relationships/theme" Target="../theme/theme2.xml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slideLayout" Target="../slideLayouts/slideLayout30.xml"/><Relationship Id="rId3" Type="http://schemas.openxmlformats.org/officeDocument/2006/relationships/slideLayout" Target="../slideLayouts/slideLayout31.xml"/><Relationship Id="rId4" Type="http://schemas.openxmlformats.org/officeDocument/2006/relationships/slideLayout" Target="../slideLayouts/slideLayout32.xml"/><Relationship Id="rId5" Type="http://schemas.openxmlformats.org/officeDocument/2006/relationships/slideLayout" Target="../slideLayouts/slideLayout33.xml"/><Relationship Id="rId6" Type="http://schemas.openxmlformats.org/officeDocument/2006/relationships/slideLayout" Target="../slideLayouts/slideLayout34.xml"/><Relationship Id="rId7" Type="http://schemas.openxmlformats.org/officeDocument/2006/relationships/slideLayout" Target="../slideLayouts/slideLayout35.xml"/><Relationship Id="rId8" Type="http://schemas.openxmlformats.org/officeDocument/2006/relationships/slideLayout" Target="../slideLayouts/slideLayout36.xml"/><Relationship Id="rId9" Type="http://schemas.openxmlformats.org/officeDocument/2006/relationships/slideLayout" Target="../slideLayouts/slideLayout37.xml"/><Relationship Id="rId10" Type="http://schemas.openxmlformats.org/officeDocument/2006/relationships/slideLayout" Target="../slideLayouts/slideLayout38.xml"/><Relationship Id="rId11" Type="http://schemas.openxmlformats.org/officeDocument/2006/relationships/slideLayout" Target="../slideLayouts/slideLayout39.xml"/><Relationship Id="rId12" Type="http://schemas.openxmlformats.org/officeDocument/2006/relationships/slideLayout" Target="../slideLayouts/slideLayout40.xml"/><Relationship Id="rId13" Type="http://schemas.openxmlformats.org/officeDocument/2006/relationships/slideLayout" Target="../slideLayouts/slideLayout41.xml"/><Relationship Id="rId14" Type="http://schemas.openxmlformats.org/officeDocument/2006/relationships/slideLayout" Target="../slideLayouts/slideLayout42.xml"/><Relationship Id="rId15" Type="http://schemas.openxmlformats.org/officeDocument/2006/relationships/slideLayout" Target="../slideLayouts/slideLayout43.xml"/><Relationship Id="rId16" Type="http://schemas.openxmlformats.org/officeDocument/2006/relationships/theme" Target="../theme/theme3.xml"/></Relationships>
</file>

<file path=ppt/slideMasters/_rels/slideMaster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4.xml"/><Relationship Id="rId2" Type="http://schemas.openxmlformats.org/officeDocument/2006/relationships/slideLayout" Target="../slideLayouts/slideLayout45.xml"/><Relationship Id="rId3" Type="http://schemas.openxmlformats.org/officeDocument/2006/relationships/slideLayout" Target="../slideLayouts/slideLayout46.xml"/><Relationship Id="rId4" Type="http://schemas.openxmlformats.org/officeDocument/2006/relationships/slideLayout" Target="../slideLayouts/slideLayout47.xml"/><Relationship Id="rId5" Type="http://schemas.openxmlformats.org/officeDocument/2006/relationships/slideLayout" Target="../slideLayouts/slideLayout48.xml"/><Relationship Id="rId6" Type="http://schemas.openxmlformats.org/officeDocument/2006/relationships/theme" Target="../theme/theme4.xml"/></Relationships>
</file>

<file path=ppt/slideMasters/_rels/slideMaster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9.xml"/><Relationship Id="rId2" Type="http://schemas.openxmlformats.org/officeDocument/2006/relationships/slideLayout" Target="../slideLayouts/slideLayout50.xml"/><Relationship Id="rId3" Type="http://schemas.openxmlformats.org/officeDocument/2006/relationships/slideLayout" Target="../slideLayouts/slideLayout51.xml"/><Relationship Id="rId4" Type="http://schemas.openxmlformats.org/officeDocument/2006/relationships/slideLayout" Target="../slideLayouts/slideLayout52.xml"/><Relationship Id="rId5" Type="http://schemas.openxmlformats.org/officeDocument/2006/relationships/slideLayout" Target="../slideLayouts/slideLayout53.xml"/><Relationship Id="rId6" Type="http://schemas.openxmlformats.org/officeDocument/2006/relationships/slideLayout" Target="../slideLayouts/slideLayout54.xml"/><Relationship Id="rId7" Type="http://schemas.openxmlformats.org/officeDocument/2006/relationships/slideLayout" Target="../slideLayouts/slideLayout55.xml"/><Relationship Id="rId8" Type="http://schemas.openxmlformats.org/officeDocument/2006/relationships/slideLayout" Target="../slideLayouts/slideLayout56.xml"/><Relationship Id="rId9" Type="http://schemas.openxmlformats.org/officeDocument/2006/relationships/slideLayout" Target="../slideLayouts/slideLayout57.xml"/><Relationship Id="rId10" Type="http://schemas.openxmlformats.org/officeDocument/2006/relationships/slideLayout" Target="../slideLayouts/slideLayout58.xml"/><Relationship Id="rId11" Type="http://schemas.openxmlformats.org/officeDocument/2006/relationships/slideLayout" Target="../slideLayouts/slideLayout59.xml"/><Relationship Id="rId12" Type="http://schemas.openxmlformats.org/officeDocument/2006/relationships/slideLayout" Target="../slideLayouts/slideLayout60.xml"/><Relationship Id="rId13" Type="http://schemas.openxmlformats.org/officeDocument/2006/relationships/slideLayout" Target="../slideLayouts/slideLayout61.xml"/><Relationship Id="rId14" Type="http://schemas.openxmlformats.org/officeDocument/2006/relationships/theme" Target="../theme/theme5.xml"/></Relationships>
</file>

<file path=ppt/slideMasters/_rels/slideMaster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2.xml"/><Relationship Id="rId2" Type="http://schemas.openxmlformats.org/officeDocument/2006/relationships/slideLayout" Target="../slideLayouts/slideLayout63.xml"/><Relationship Id="rId3" Type="http://schemas.openxmlformats.org/officeDocument/2006/relationships/slideLayout" Target="../slideLayouts/slideLayout64.xml"/><Relationship Id="rId4" Type="http://schemas.openxmlformats.org/officeDocument/2006/relationships/slideLayout" Target="../slideLayouts/slideLayout65.xml"/><Relationship Id="rId5" Type="http://schemas.openxmlformats.org/officeDocument/2006/relationships/slideLayout" Target="../slideLayouts/slideLayout66.xml"/><Relationship Id="rId6" Type="http://schemas.openxmlformats.org/officeDocument/2006/relationships/slideLayout" Target="../slideLayouts/slideLayout67.xml"/><Relationship Id="rId7" Type="http://schemas.openxmlformats.org/officeDocument/2006/relationships/slideLayout" Target="../slideLayouts/slideLayout68.xml"/><Relationship Id="rId8" Type="http://schemas.openxmlformats.org/officeDocument/2006/relationships/slideLayout" Target="../slideLayouts/slideLayout69.xml"/><Relationship Id="rId9" Type="http://schemas.openxmlformats.org/officeDocument/2006/relationships/slideLayout" Target="../slideLayouts/slideLayout70.xml"/><Relationship Id="rId10" Type="http://schemas.openxmlformats.org/officeDocument/2006/relationships/slideLayout" Target="../slideLayouts/slideLayout71.xml"/><Relationship Id="rId11" Type="http://schemas.openxmlformats.org/officeDocument/2006/relationships/slideLayout" Target="../slideLayouts/slideLayout72.xml"/><Relationship Id="rId12" Type="http://schemas.openxmlformats.org/officeDocument/2006/relationships/slideLayout" Target="../slideLayouts/slideLayout73.xml"/><Relationship Id="rId13" Type="http://schemas.openxmlformats.org/officeDocument/2006/relationships/slideLayout" Target="../slideLayouts/slideLayout74.xml"/><Relationship Id="rId14" Type="http://schemas.openxmlformats.org/officeDocument/2006/relationships/slideLayout" Target="../slideLayouts/slideLayout75.xml"/><Relationship Id="rId15" Type="http://schemas.openxmlformats.org/officeDocument/2006/relationships/slideLayout" Target="../slideLayouts/slideLayout76.xml"/><Relationship Id="rId16" Type="http://schemas.openxmlformats.org/officeDocument/2006/relationships/slideLayout" Target="../slideLayouts/slideLayout77.xml"/><Relationship Id="rId17" Type="http://schemas.openxmlformats.org/officeDocument/2006/relationships/slideLayout" Target="../slideLayouts/slideLayout78.xml"/><Relationship Id="rId18" Type="http://schemas.openxmlformats.org/officeDocument/2006/relationships/slideLayout" Target="../slideLayouts/slideLayout79.xml"/><Relationship Id="rId19" Type="http://schemas.openxmlformats.org/officeDocument/2006/relationships/slideLayout" Target="../slideLayouts/slideLayout80.xml"/><Relationship Id="rId20" Type="http://schemas.openxmlformats.org/officeDocument/2006/relationships/slideLayout" Target="../slideLayouts/slideLayout81.xml"/><Relationship Id="rId21" Type="http://schemas.openxmlformats.org/officeDocument/2006/relationships/slideLayout" Target="../slideLayouts/slideLayout82.xml"/><Relationship Id="rId22" Type="http://schemas.openxmlformats.org/officeDocument/2006/relationships/slideLayout" Target="../slideLayouts/slideLayout83.xml"/><Relationship Id="rId23" Type="http://schemas.openxmlformats.org/officeDocument/2006/relationships/slideLayout" Target="../slideLayouts/slideLayout84.xml"/><Relationship Id="rId24" Type="http://schemas.openxmlformats.org/officeDocument/2006/relationships/theme" Target="../theme/theme6.xml"/></Relationships>
</file>

<file path=ppt/slideMasters/_rels/slideMaster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5.xml"/><Relationship Id="rId2" Type="http://schemas.openxmlformats.org/officeDocument/2006/relationships/slideLayout" Target="../slideLayouts/slideLayout86.xml"/><Relationship Id="rId3" Type="http://schemas.openxmlformats.org/officeDocument/2006/relationships/slideLayout" Target="../slideLayouts/slideLayout87.xml"/><Relationship Id="rId4" Type="http://schemas.openxmlformats.org/officeDocument/2006/relationships/slideLayout" Target="../slideLayouts/slideLayout88.xml"/><Relationship Id="rId5" Type="http://schemas.openxmlformats.org/officeDocument/2006/relationships/slideLayout" Target="../slideLayouts/slideLayout89.xml"/><Relationship Id="rId6" Type="http://schemas.openxmlformats.org/officeDocument/2006/relationships/slideLayout" Target="../slideLayouts/slideLayout90.xml"/><Relationship Id="rId7" Type="http://schemas.openxmlformats.org/officeDocument/2006/relationships/slideLayout" Target="../slideLayouts/slideLayout91.xml"/><Relationship Id="rId8" Type="http://schemas.openxmlformats.org/officeDocument/2006/relationships/slideLayout" Target="../slideLayouts/slideLayout92.xml"/><Relationship Id="rId9" Type="http://schemas.openxmlformats.org/officeDocument/2006/relationships/slideLayout" Target="../slideLayouts/slideLayout93.xml"/><Relationship Id="rId10" Type="http://schemas.openxmlformats.org/officeDocument/2006/relationships/slideLayout" Target="../slideLayouts/slideLayout94.xml"/><Relationship Id="rId11" Type="http://schemas.openxmlformats.org/officeDocument/2006/relationships/slideLayout" Target="../slideLayouts/slideLayout95.xml"/><Relationship Id="rId12" Type="http://schemas.openxmlformats.org/officeDocument/2006/relationships/slideLayout" Target="../slideLayouts/slideLayout96.xml"/><Relationship Id="rId13" Type="http://schemas.openxmlformats.org/officeDocument/2006/relationships/slideLayout" Target="../slideLayouts/slideLayout97.xml"/><Relationship Id="rId14" Type="http://schemas.openxmlformats.org/officeDocument/2006/relationships/slideLayout" Target="../slideLayouts/slideLayout98.xml"/><Relationship Id="rId15" Type="http://schemas.openxmlformats.org/officeDocument/2006/relationships/slideLayout" Target="../slideLayouts/slideLayout99.xml"/><Relationship Id="rId16" Type="http://schemas.openxmlformats.org/officeDocument/2006/relationships/slideLayout" Target="../slideLayouts/slideLayout100.xml"/><Relationship Id="rId17" Type="http://schemas.openxmlformats.org/officeDocument/2006/relationships/slideLayout" Target="../slideLayouts/slideLayout101.xml"/><Relationship Id="rId18" Type="http://schemas.openxmlformats.org/officeDocument/2006/relationships/theme" Target="../theme/theme7.xml"/><Relationship Id="rId19" Type="http://schemas.openxmlformats.org/officeDocument/2006/relationships/image" Target="../media/image17.png"/><Relationship Id="rId20" Type="http://schemas.openxmlformats.org/officeDocument/2006/relationships/image" Target="../media/image18.png"/></Relationships>
</file>

<file path=ppt/slideMasters/_rels/slideMaster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2.xml"/><Relationship Id="rId2" Type="http://schemas.openxmlformats.org/officeDocument/2006/relationships/slideLayout" Target="../slideLayouts/slideLayout103.xml"/><Relationship Id="rId3" Type="http://schemas.openxmlformats.org/officeDocument/2006/relationships/slideLayout" Target="../slideLayouts/slideLayout104.xml"/><Relationship Id="rId4" Type="http://schemas.openxmlformats.org/officeDocument/2006/relationships/slideLayout" Target="../slideLayouts/slideLayout105.xml"/><Relationship Id="rId5" Type="http://schemas.openxmlformats.org/officeDocument/2006/relationships/slideLayout" Target="../slideLayouts/slideLayout106.xml"/><Relationship Id="rId6" Type="http://schemas.openxmlformats.org/officeDocument/2006/relationships/slideLayout" Target="../slideLayouts/slideLayout107.xml"/><Relationship Id="rId7" Type="http://schemas.openxmlformats.org/officeDocument/2006/relationships/slideLayout" Target="../slideLayouts/slideLayout108.xml"/><Relationship Id="rId8" Type="http://schemas.openxmlformats.org/officeDocument/2006/relationships/slideLayout" Target="../slideLayouts/slideLayout109.xml"/><Relationship Id="rId9" Type="http://schemas.openxmlformats.org/officeDocument/2006/relationships/slideLayout" Target="../slideLayouts/slideLayout110.xml"/><Relationship Id="rId10" Type="http://schemas.openxmlformats.org/officeDocument/2006/relationships/slideLayout" Target="../slideLayouts/slideLayout111.xml"/><Relationship Id="rId11" Type="http://schemas.openxmlformats.org/officeDocument/2006/relationships/slideLayout" Target="../slideLayouts/slideLayout112.xml"/><Relationship Id="rId12" Type="http://schemas.openxmlformats.org/officeDocument/2006/relationships/slideLayout" Target="../slideLayouts/slideLayout113.xml"/><Relationship Id="rId13" Type="http://schemas.openxmlformats.org/officeDocument/2006/relationships/theme" Target="../theme/theme8.xml"/></Relationships>
</file>

<file path=ppt/slideMasters/_rels/slideMaster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4.xml"/><Relationship Id="rId2" Type="http://schemas.openxmlformats.org/officeDocument/2006/relationships/slideLayout" Target="../slideLayouts/slideLayout115.xml"/><Relationship Id="rId3" Type="http://schemas.openxmlformats.org/officeDocument/2006/relationships/slideLayout" Target="../slideLayouts/slideLayout116.xml"/><Relationship Id="rId4" Type="http://schemas.openxmlformats.org/officeDocument/2006/relationships/slideLayout" Target="../slideLayouts/slideLayout117.xml"/><Relationship Id="rId5" Type="http://schemas.openxmlformats.org/officeDocument/2006/relationships/slideLayout" Target="../slideLayouts/slideLayout118.xml"/><Relationship Id="rId6" Type="http://schemas.openxmlformats.org/officeDocument/2006/relationships/slideLayout" Target="../slideLayouts/slideLayout119.xml"/><Relationship Id="rId7" Type="http://schemas.openxmlformats.org/officeDocument/2006/relationships/slideLayout" Target="../slideLayouts/slideLayout120.xml"/><Relationship Id="rId8" Type="http://schemas.openxmlformats.org/officeDocument/2006/relationships/slideLayout" Target="../slideLayouts/slideLayout121.xml"/><Relationship Id="rId9" Type="http://schemas.openxmlformats.org/officeDocument/2006/relationships/slideLayout" Target="../slideLayouts/slideLayout122.xml"/><Relationship Id="rId10" Type="http://schemas.openxmlformats.org/officeDocument/2006/relationships/slideLayout" Target="../slideLayouts/slideLayout123.xml"/><Relationship Id="rId11" Type="http://schemas.openxmlformats.org/officeDocument/2006/relationships/slideLayout" Target="../slideLayouts/slideLayout124.xml"/><Relationship Id="rId12" Type="http://schemas.openxmlformats.org/officeDocument/2006/relationships/theme" Target="../theme/theme9.xml"/></Relationships>
</file>

<file path=ppt/slideMasters/_rels/slideMaster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5.xml"/><Relationship Id="rId2" Type="http://schemas.openxmlformats.org/officeDocument/2006/relationships/slideLayout" Target="../slideLayouts/slideLayout126.xml"/><Relationship Id="rId3" Type="http://schemas.openxmlformats.org/officeDocument/2006/relationships/slideLayout" Target="../slideLayouts/slideLayout127.xml"/><Relationship Id="rId4" Type="http://schemas.openxmlformats.org/officeDocument/2006/relationships/slideLayout" Target="../slideLayouts/slideLayout128.xml"/><Relationship Id="rId5" Type="http://schemas.openxmlformats.org/officeDocument/2006/relationships/slideLayout" Target="../slideLayouts/slideLayout129.xml"/><Relationship Id="rId6" Type="http://schemas.openxmlformats.org/officeDocument/2006/relationships/slideLayout" Target="../slideLayouts/slideLayout130.xml"/><Relationship Id="rId7" Type="http://schemas.openxmlformats.org/officeDocument/2006/relationships/slideLayout" Target="../slideLayouts/slideLayout131.xml"/><Relationship Id="rId8" Type="http://schemas.openxmlformats.org/officeDocument/2006/relationships/slideLayout" Target="../slideLayouts/slideLayout132.xml"/><Relationship Id="rId9" Type="http://schemas.openxmlformats.org/officeDocument/2006/relationships/slideLayout" Target="../slideLayouts/slideLayout133.xml"/><Relationship Id="rId10" Type="http://schemas.openxmlformats.org/officeDocument/2006/relationships/slideLayout" Target="../slideLayouts/slideLayout134.xml"/><Relationship Id="rId11" Type="http://schemas.openxmlformats.org/officeDocument/2006/relationships/slideLayout" Target="../slideLayouts/slideLayout135.xml"/><Relationship Id="rId12" Type="http://schemas.openxmlformats.org/officeDocument/2006/relationships/theme" Target="../theme/theme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63601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0" r:id="rId1"/>
    <p:sldLayoutId id="2147483701" r:id="rId2"/>
    <p:sldLayoutId id="2147483702" r:id="rId3"/>
    <p:sldLayoutId id="2147483703" r:id="rId4"/>
    <p:sldLayoutId id="2147483704" r:id="rId5"/>
    <p:sldLayoutId id="2147483705" r:id="rId6"/>
    <p:sldLayoutId id="2147483706" r:id="rId7"/>
    <p:sldLayoutId id="2147483707" r:id="rId8"/>
    <p:sldLayoutId id="2147483708" r:id="rId9"/>
    <p:sldLayoutId id="2147483709" r:id="rId10"/>
    <p:sldLayoutId id="2147483710" r:id="rId11"/>
    <p:sldLayoutId id="2147483711" r:id="rId12"/>
    <p:sldLayoutId id="2147483712" r:id="rId13"/>
    <p:sldLayoutId id="2147483713" r:id="rId14"/>
    <p:sldLayoutId id="2147483714" r:id="rId15"/>
    <p:sldLayoutId id="2147483715" r:id="rId16"/>
    <p:sldLayoutId id="2147483716" r:id="rId17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319" y="274638"/>
            <a:ext cx="8231744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319" y="1600201"/>
            <a:ext cx="8231744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753664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8" r:id="rId1"/>
    <p:sldLayoutId id="2147483719" r:id="rId2"/>
    <p:sldLayoutId id="2147483720" r:id="rId3"/>
    <p:sldLayoutId id="2147483721" r:id="rId4"/>
    <p:sldLayoutId id="2147483722" r:id="rId5"/>
    <p:sldLayoutId id="2147483723" r:id="rId6"/>
    <p:sldLayoutId id="2147483724" r:id="rId7"/>
    <p:sldLayoutId id="2147483725" r:id="rId8"/>
    <p:sldLayoutId id="2147483726" r:id="rId9"/>
    <p:sldLayoutId id="2147483727" r:id="rId10"/>
    <p:sldLayoutId id="2147483728" r:id="rId11"/>
  </p:sldLayoutIdLst>
  <p:hf sldNum="0" hdr="0" ftr="0" dt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6EDC453-280C-4DD0-B691-565117EA15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6CAEDA-7F8E-5DD1-5615-9122A76CB3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3F4B92-0338-8496-2BC9-D78BC35A9FC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A1C1FB-97D8-32C1-4E03-B90A99350E1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0F0401-86B8-B0E1-5F2E-8EFCFE719BD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FA026B6-5CDD-4028-AFCB-F4401504FF3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972162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0" r:id="rId1"/>
    <p:sldLayoutId id="2147483731" r:id="rId2"/>
    <p:sldLayoutId id="2147483732" r:id="rId3"/>
    <p:sldLayoutId id="2147483733" r:id="rId4"/>
    <p:sldLayoutId id="2147483734" r:id="rId5"/>
    <p:sldLayoutId id="2147483735" r:id="rId6"/>
    <p:sldLayoutId id="2147483736" r:id="rId7"/>
    <p:sldLayoutId id="2147483737" r:id="rId8"/>
    <p:sldLayoutId id="2147483738" r:id="rId9"/>
    <p:sldLayoutId id="2147483739" r:id="rId10"/>
    <p:sldLayoutId id="2147483740" r:id="rId11"/>
    <p:sldLayoutId id="2147483741" r:id="rId12"/>
    <p:sldLayoutId id="2147483742" r:id="rId13"/>
    <p:sldLayoutId id="2147483743" r:id="rId14"/>
    <p:sldLayoutId id="2147483744" r:id="rId15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584703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6" r:id="rId1"/>
    <p:sldLayoutId id="2147483747" r:id="rId2"/>
    <p:sldLayoutId id="2147483845" r:id="rId3"/>
    <p:sldLayoutId id="2147483846" r:id="rId4"/>
    <p:sldLayoutId id="2147483847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0B38B0F-09FD-DDC6-3B63-8AF09C35E36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3" y="365129"/>
            <a:ext cx="10515600" cy="132555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0" compatLnSpc="1">
            <a:normAutofit/>
          </a:bodyPr>
          <a:lstStyle/>
          <a:p>
            <a:pPr lvl="0"/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B9EAB06-2AFE-2C12-1BB4-384FC380BC5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8203" y="1825627"/>
            <a:ext cx="10515600" cy="4351336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4F2E60-03D8-275F-2BA8-6EFAE3CF267E}"/>
              </a:ext>
            </a:extLst>
          </p:cNvPr>
          <p:cNvSpPr txBox="1">
            <a:spLocks noGrp="1"/>
          </p:cNvSpPr>
          <p:nvPr>
            <p:ph type="dt" sz="half" idx="2"/>
          </p:nvPr>
        </p:nvSpPr>
        <p:spPr>
          <a:xfrm>
            <a:off x="838203" y="6356351"/>
            <a:ext cx="2743200" cy="36512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0" compatLnSpc="1">
            <a:noAutofit/>
          </a:bodyPr>
          <a:lstStyle>
            <a:lvl1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IN" sz="1200" b="0" i="0" u="none" strike="noStrike" kern="1200" cap="none" spc="0" baseline="0">
                <a:solidFill>
                  <a:srgbClr val="767676"/>
                </a:solidFill>
                <a:uFillTx/>
                <a:latin typeface="Aptos"/>
              </a:defRPr>
            </a:lvl1pPr>
          </a:lstStyle>
          <a:p>
            <a:pPr lvl="0"/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E721A0-E937-50F8-C798-8EB0BC6D85AD}"/>
              </a:ext>
            </a:extLst>
          </p:cNvPr>
          <p:cNvSpPr txBox="1">
            <a:spLocks noGrp="1"/>
          </p:cNvSpPr>
          <p:nvPr>
            <p:ph type="ftr" sz="quarter" idx="3"/>
          </p:nvPr>
        </p:nvSpPr>
        <p:spPr>
          <a:xfrm>
            <a:off x="4038603" y="6356351"/>
            <a:ext cx="4114800" cy="36512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1" compatLnSpc="1">
            <a:noAutofit/>
          </a:bodyPr>
          <a:lstStyle>
            <a:lvl1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IN" sz="1200" b="0" i="0" u="none" strike="noStrike" kern="1200" cap="none" spc="0" baseline="0">
                <a:solidFill>
                  <a:srgbClr val="767676"/>
                </a:solidFill>
                <a:uFillTx/>
                <a:latin typeface="Aptos"/>
              </a:defRPr>
            </a:lvl1pPr>
          </a:lstStyle>
          <a:p>
            <a:pPr lvl="0"/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16C06C-A904-8DD7-8829-D1021B6DFDED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8610603" y="6356351"/>
            <a:ext cx="2743200" cy="36512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0" compatLnSpc="1">
            <a:noAutofit/>
          </a:bodyPr>
          <a:lstStyle>
            <a:lvl1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IN" sz="1200" b="0" i="0" u="none" strike="noStrike" kern="1200" cap="none" spc="0" baseline="0">
                <a:solidFill>
                  <a:srgbClr val="767676"/>
                </a:solidFill>
                <a:uFillTx/>
                <a:latin typeface="Aptos"/>
              </a:defRPr>
            </a:lvl1pPr>
          </a:lstStyle>
          <a:p>
            <a:pPr lvl="0"/>
            <a:fld id="{8B930FF2-ADD6-48BA-B740-C81F3D772E11}" type="slidenum"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439403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9" r:id="rId1"/>
    <p:sldLayoutId id="2147483750" r:id="rId2"/>
    <p:sldLayoutId id="2147483751" r:id="rId3"/>
    <p:sldLayoutId id="2147483752" r:id="rId4"/>
    <p:sldLayoutId id="2147483753" r:id="rId5"/>
    <p:sldLayoutId id="2147483754" r:id="rId6"/>
    <p:sldLayoutId id="2147483755" r:id="rId7"/>
    <p:sldLayoutId id="2147483756" r:id="rId8"/>
    <p:sldLayoutId id="2147483757" r:id="rId9"/>
    <p:sldLayoutId id="2147483758" r:id="rId10"/>
    <p:sldLayoutId id="2147483759" r:id="rId11"/>
    <p:sldLayoutId id="2147483760" r:id="rId12"/>
    <p:sldLayoutId id="2147483761" r:id="rId13"/>
  </p:sldLayoutIdLst>
  <p:hf sldNum="0" hdr="0" ftr="0" dt="0"/>
  <p:txStyles>
    <p:titleStyle>
      <a:lvl1pPr marL="0" marR="0" lvl="0" indent="0" algn="l" defTabSz="914400" rtl="0" fontAlgn="auto" hangingPunct="1">
        <a:lnSpc>
          <a:spcPct val="90000"/>
        </a:lnSpc>
        <a:spcBef>
          <a:spcPts val="0"/>
        </a:spcBef>
        <a:spcAft>
          <a:spcPts val="0"/>
        </a:spcAft>
        <a:buNone/>
        <a:tabLst/>
        <a:defRPr lang="en-US" sz="4400" b="0" i="0" u="none" strike="noStrike" kern="1200" cap="none" spc="0" baseline="0">
          <a:solidFill>
            <a:srgbClr val="000000"/>
          </a:solidFill>
          <a:uFillTx/>
          <a:latin typeface="Aptos Display"/>
        </a:defRPr>
      </a:lvl1pPr>
    </p:titleStyle>
    <p:bodyStyle>
      <a:lvl1pPr marL="228600" marR="0" lvl="0" indent="-228600" algn="l" defTabSz="914400" rtl="0" fontAlgn="auto" hangingPunct="1">
        <a:lnSpc>
          <a:spcPct val="90000"/>
        </a:lnSpc>
        <a:spcBef>
          <a:spcPts val="1000"/>
        </a:spcBef>
        <a:spcAft>
          <a:spcPts val="0"/>
        </a:spcAft>
        <a:buSzPct val="100000"/>
        <a:buFont typeface="Arial" pitchFamily="34"/>
        <a:buChar char="•"/>
        <a:tabLst/>
        <a:defRPr lang="en-US" sz="2800" b="0" i="0" u="none" strike="noStrike" kern="1200" cap="none" spc="0" baseline="0">
          <a:solidFill>
            <a:srgbClr val="000000"/>
          </a:solidFill>
          <a:uFillTx/>
          <a:latin typeface="Aptos"/>
        </a:defRPr>
      </a:lvl1pPr>
      <a:lvl2pPr marL="685800" marR="0" lvl="1" indent="-228600" algn="l" defTabSz="914400" rtl="0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en-US" sz="2400" b="0" i="0" u="none" strike="noStrike" kern="1200" cap="none" spc="0" baseline="0">
          <a:solidFill>
            <a:srgbClr val="000000"/>
          </a:solidFill>
          <a:uFillTx/>
          <a:latin typeface="Aptos"/>
        </a:defRPr>
      </a:lvl2pPr>
      <a:lvl3pPr marL="1143000" marR="0" lvl="2" indent="-228600" algn="l" defTabSz="914400" rtl="0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en-US" sz="2000" b="0" i="0" u="none" strike="noStrike" kern="1200" cap="none" spc="0" baseline="0">
          <a:solidFill>
            <a:srgbClr val="000000"/>
          </a:solidFill>
          <a:uFillTx/>
          <a:latin typeface="Aptos"/>
        </a:defRPr>
      </a:lvl3pPr>
      <a:lvl4pPr marL="1600200" marR="0" lvl="3" indent="-228600" algn="l" defTabSz="914400" rtl="0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en-US" sz="1800" b="0" i="0" u="none" strike="noStrike" kern="1200" cap="none" spc="0" baseline="0">
          <a:solidFill>
            <a:srgbClr val="000000"/>
          </a:solidFill>
          <a:uFillTx/>
          <a:latin typeface="Aptos"/>
        </a:defRPr>
      </a:lvl4pPr>
      <a:lvl5pPr marL="2057400" marR="0" lvl="4" indent="-228600" algn="l" defTabSz="914400" rtl="0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en-US" sz="1800" b="0" i="0" u="none" strike="noStrike" kern="1200" cap="none" spc="0" baseline="0">
          <a:solidFill>
            <a:srgbClr val="000000"/>
          </a:solidFill>
          <a:uFillTx/>
          <a:latin typeface="Apto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AF3E944-12FC-1DA6-1A82-9D447DBA049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31594" y="577845"/>
            <a:ext cx="10928808" cy="1112833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45720" rIns="0" bIns="45720" anchor="t" anchorCtr="0" compatLnSpc="1">
            <a:noAutofit/>
          </a:bodyPr>
          <a:lstStyle/>
          <a:p>
            <a:pPr lvl="0"/>
            <a:r>
              <a:rPr lang="en-US"/>
              <a:t>Project objectives Click to edit Master title style</a:t>
            </a:r>
            <a:endParaRPr lang="en-I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B742FB-3438-9D79-D6FF-4410846F7C5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31594" y="1904996"/>
            <a:ext cx="7521799" cy="4271967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45720" rIns="0" bIns="45720" anchor="t" anchorCtr="0" compatLnSpc="1">
            <a:normAutofit/>
          </a:bodyPr>
          <a:lstStyle/>
          <a:p>
            <a:pPr lvl="0"/>
            <a:r>
              <a:rPr lang="en-US"/>
              <a:t>Bullet Tier 1: Lorum Ipsum lluptatem qui rectas event, conseni maximi, quo iur suntionse pos estrum,</a:t>
            </a:r>
          </a:p>
          <a:p>
            <a:pPr lvl="0"/>
            <a:r>
              <a:rPr lang="en-US"/>
              <a:t>Bullet Tier 1: Lorum Ipsum lluptatem qui rectas event, conseni maximi, quo iur suntionse pos estrum,</a:t>
            </a:r>
          </a:p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cxnSp>
        <p:nvCxnSpPr>
          <p:cNvPr id="8" name="Straight Connector 9">
            <a:extLst>
              <a:ext uri="{FF2B5EF4-FFF2-40B4-BE49-F238E27FC236}">
                <a16:creationId xmlns:a16="http://schemas.microsoft.com/office/drawing/2014/main" id="{052D5BE6-22DB-72DF-3E35-DA9381B8BD4C}"/>
              </a:ext>
            </a:extLst>
          </p:cNvPr>
          <p:cNvCxnSpPr/>
          <p:nvPr/>
        </p:nvCxnSpPr>
        <p:spPr>
          <a:xfrm>
            <a:off x="631594" y="540465"/>
            <a:ext cx="10928808" cy="0"/>
          </a:xfrm>
          <a:prstGeom prst="straightConnector1">
            <a:avLst/>
          </a:prstGeom>
          <a:noFill/>
          <a:ln w="25402" cap="rnd">
            <a:solidFill>
              <a:srgbClr val="26CAD3"/>
            </a:solidFill>
            <a:custDash>
              <a:ds d="300000" sp="0"/>
            </a:custDash>
            <a:miter/>
          </a:ln>
        </p:spPr>
      </p:cxnSp>
    </p:spTree>
    <p:extLst>
      <p:ext uri="{BB962C8B-B14F-4D97-AF65-F5344CB8AC3E}">
        <p14:creationId xmlns:p14="http://schemas.microsoft.com/office/powerpoint/2010/main" val="20550196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7" r:id="rId1"/>
    <p:sldLayoutId id="2147483768" r:id="rId2"/>
    <p:sldLayoutId id="2147483769" r:id="rId3"/>
    <p:sldLayoutId id="2147483770" r:id="rId4"/>
    <p:sldLayoutId id="2147483771" r:id="rId5"/>
    <p:sldLayoutId id="2147483772" r:id="rId6"/>
    <p:sldLayoutId id="2147483773" r:id="rId7"/>
    <p:sldLayoutId id="2147483774" r:id="rId8"/>
    <p:sldLayoutId id="2147483775" r:id="rId9"/>
    <p:sldLayoutId id="2147483776" r:id="rId10"/>
    <p:sldLayoutId id="2147483777" r:id="rId11"/>
    <p:sldLayoutId id="2147483778" r:id="rId12"/>
    <p:sldLayoutId id="2147483779" r:id="rId13"/>
    <p:sldLayoutId id="2147483780" r:id="rId14"/>
    <p:sldLayoutId id="2147483781" r:id="rId15"/>
    <p:sldLayoutId id="2147483782" r:id="rId16"/>
    <p:sldLayoutId id="2147483783" r:id="rId17"/>
    <p:sldLayoutId id="2147483784" r:id="rId18"/>
    <p:sldLayoutId id="2147483785" r:id="rId19"/>
    <p:sldLayoutId id="2147483786" r:id="rId20"/>
    <p:sldLayoutId id="2147483787" r:id="rId21"/>
    <p:sldLayoutId id="2147483788" r:id="rId22"/>
    <p:sldLayoutId id="2147483789" r:id="rId23"/>
  </p:sldLayoutIdLst>
  <p:hf sldNum="0" hdr="0" ftr="0" dt="0"/>
  <p:txStyles>
    <p:titleStyle>
      <a:lvl1pPr marL="0" marR="0" lvl="0" indent="0" algn="l" defTabSz="914400" rtl="0" fontAlgn="auto" hangingPunct="1">
        <a:lnSpc>
          <a:spcPct val="90000"/>
        </a:lnSpc>
        <a:spcBef>
          <a:spcPts val="0"/>
        </a:spcBef>
        <a:spcAft>
          <a:spcPts val="0"/>
        </a:spcAft>
        <a:buNone/>
        <a:tabLst/>
        <a:defRPr lang="en-US" sz="3300" b="1" i="0" u="none" strike="noStrike" kern="1200" cap="none" spc="0" baseline="0">
          <a:solidFill>
            <a:srgbClr val="00667D"/>
          </a:solidFill>
          <a:uFillTx/>
          <a:latin typeface="Calibri"/>
        </a:defRPr>
      </a:lvl1pPr>
    </p:titleStyle>
    <p:bodyStyle>
      <a:lvl1pPr marL="228600" marR="0" lvl="0" indent="-228600" algn="l" defTabSz="914400" rtl="0" fontAlgn="auto" hangingPunct="1">
        <a:lnSpc>
          <a:spcPct val="90000"/>
        </a:lnSpc>
        <a:spcBef>
          <a:spcPts val="1200"/>
        </a:spcBef>
        <a:spcAft>
          <a:spcPts val="0"/>
        </a:spcAft>
        <a:buClr>
          <a:srgbClr val="26CAD3"/>
        </a:buClr>
        <a:buSzPct val="100000"/>
        <a:buFont typeface="Arial" pitchFamily="34"/>
        <a:buChar char="•"/>
        <a:tabLst/>
        <a:defRPr lang="en-US" sz="1900" b="0" i="0" u="none" strike="noStrike" kern="1200" cap="none" spc="0" baseline="0">
          <a:solidFill>
            <a:srgbClr val="55565A"/>
          </a:solidFill>
          <a:uFillTx/>
          <a:latin typeface="Calibri"/>
        </a:defRPr>
      </a:lvl1pPr>
      <a:lvl2pPr marL="228600" marR="0" lvl="0" indent="-228600" algn="l" defTabSz="914400" rtl="0" fontAlgn="auto" hangingPunct="1">
        <a:lnSpc>
          <a:spcPct val="90000"/>
        </a:lnSpc>
        <a:spcBef>
          <a:spcPts val="1200"/>
        </a:spcBef>
        <a:spcAft>
          <a:spcPts val="0"/>
        </a:spcAft>
        <a:buClr>
          <a:srgbClr val="26CAD3"/>
        </a:buClr>
        <a:buSzPct val="100000"/>
        <a:buFont typeface="Arial" pitchFamily="34"/>
        <a:buChar char="•"/>
        <a:tabLst/>
        <a:defRPr lang="en-US" sz="1900" b="0" i="0" u="none" strike="noStrike" kern="1200" cap="none" spc="0" baseline="0">
          <a:solidFill>
            <a:srgbClr val="55565A"/>
          </a:solidFill>
          <a:uFillTx/>
          <a:latin typeface="Calibri"/>
        </a:defRPr>
      </a:lvl2pPr>
      <a:lvl3pPr marL="228600" marR="0" lvl="0" indent="-228600" algn="l" defTabSz="914400" rtl="0" fontAlgn="auto" hangingPunct="1">
        <a:lnSpc>
          <a:spcPct val="90000"/>
        </a:lnSpc>
        <a:spcBef>
          <a:spcPts val="1200"/>
        </a:spcBef>
        <a:spcAft>
          <a:spcPts val="0"/>
        </a:spcAft>
        <a:buClr>
          <a:srgbClr val="26CAD3"/>
        </a:buClr>
        <a:buSzPct val="100000"/>
        <a:buFont typeface="Arial" pitchFamily="34"/>
        <a:buChar char="•"/>
        <a:tabLst/>
        <a:defRPr lang="en-US" sz="1900" b="0" i="0" u="none" strike="noStrike" kern="1200" cap="none" spc="0" baseline="0">
          <a:solidFill>
            <a:srgbClr val="55565A"/>
          </a:solidFill>
          <a:uFillTx/>
          <a:latin typeface="Calibri"/>
        </a:defRPr>
      </a:lvl3pPr>
      <a:lvl4pPr marL="228600" marR="0" lvl="1" indent="-228600" algn="l" defTabSz="914400" rtl="0" fontAlgn="auto" hangingPunct="1">
        <a:lnSpc>
          <a:spcPct val="90000"/>
        </a:lnSpc>
        <a:spcBef>
          <a:spcPts val="1200"/>
        </a:spcBef>
        <a:spcAft>
          <a:spcPts val="0"/>
        </a:spcAft>
        <a:buClr>
          <a:srgbClr val="26CAD3"/>
        </a:buClr>
        <a:buSzPct val="100000"/>
        <a:buFont typeface="Arial" pitchFamily="34"/>
        <a:buChar char="•"/>
        <a:tabLst/>
        <a:defRPr lang="en-US" sz="1900" b="0" i="0" u="none" strike="noStrike" kern="1200" cap="none" spc="0" baseline="0">
          <a:solidFill>
            <a:srgbClr val="55565A"/>
          </a:solidFill>
          <a:uFillTx/>
          <a:latin typeface="Calibri"/>
        </a:defRPr>
      </a:lvl4pPr>
      <a:lvl5pPr marL="228600" marR="0" lvl="2" indent="-228600" algn="l" defTabSz="914400" rtl="0" fontAlgn="auto" hangingPunct="1">
        <a:lnSpc>
          <a:spcPct val="90000"/>
        </a:lnSpc>
        <a:spcBef>
          <a:spcPts val="1200"/>
        </a:spcBef>
        <a:spcAft>
          <a:spcPts val="0"/>
        </a:spcAft>
        <a:buClr>
          <a:srgbClr val="26CAD3"/>
        </a:buClr>
        <a:buSzPct val="100000"/>
        <a:buFont typeface="Arial" pitchFamily="34"/>
        <a:buChar char="•"/>
        <a:tabLst/>
        <a:defRPr lang="en-US" sz="1900" b="0" i="0" u="none" strike="noStrike" kern="1200" cap="none" spc="0" baseline="0">
          <a:solidFill>
            <a:srgbClr val="55565A"/>
          </a:solidFill>
          <a:uFillTx/>
          <a:latin typeface="Calibri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1" y="0"/>
            <a:ext cx="12203289" cy="6858000"/>
            <a:chOff x="0" y="0"/>
            <a:chExt cx="9152467" cy="6858000"/>
          </a:xfrm>
        </p:grpSpPr>
        <p:pic>
          <p:nvPicPr>
            <p:cNvPr id="8" name="Picture 7" descr="S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9144000" cy="6858000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553888" y="542807"/>
              <a:ext cx="8039776" cy="5756392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 sz="1800"/>
            </a:p>
          </p:txBody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" r="14240"/>
            <a:stretch/>
          </p:blipFill>
          <p:spPr>
            <a:xfrm>
              <a:off x="0" y="3128434"/>
              <a:ext cx="68580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" r="14240"/>
            <a:stretch/>
          </p:blipFill>
          <p:spPr>
            <a:xfrm>
              <a:off x="8466667" y="3128434"/>
              <a:ext cx="68580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569155" y="915338"/>
            <a:ext cx="9064979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69154" y="2490136"/>
            <a:ext cx="9064981" cy="344499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475561" y="5960533"/>
            <a:ext cx="1531044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569154" y="5960533"/>
            <a:ext cx="6806223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106788" y="5960533"/>
            <a:ext cx="52734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F233BAC-29A9-4035-88BE-28AE866AE2D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791956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1" r:id="rId1"/>
    <p:sldLayoutId id="2147483792" r:id="rId2"/>
    <p:sldLayoutId id="2147483793" r:id="rId3"/>
    <p:sldLayoutId id="2147483794" r:id="rId4"/>
    <p:sldLayoutId id="2147483795" r:id="rId5"/>
    <p:sldLayoutId id="2147483796" r:id="rId6"/>
    <p:sldLayoutId id="2147483797" r:id="rId7"/>
    <p:sldLayoutId id="2147483798" r:id="rId8"/>
    <p:sldLayoutId id="2147483799" r:id="rId9"/>
    <p:sldLayoutId id="2147483800" r:id="rId10"/>
    <p:sldLayoutId id="2147483801" r:id="rId11"/>
    <p:sldLayoutId id="2147483802" r:id="rId12"/>
    <p:sldLayoutId id="2147483803" r:id="rId13"/>
    <p:sldLayoutId id="2147483804" r:id="rId14"/>
    <p:sldLayoutId id="2147483805" r:id="rId15"/>
    <p:sldLayoutId id="2147483806" r:id="rId16"/>
    <p:sldLayoutId id="2147483807" r:id="rId17"/>
  </p:sldLayoutIdLst>
  <p:hf sldNum="0" hdr="0" ftr="0" dt="0"/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C3F1F9C-7792-BD09-4C73-B4A1A4E7895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09603" y="274640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1" compatLnSpc="1">
            <a:normAutofit/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A21CB9-F3C8-E76B-9B8A-09616928C96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09603" y="1600200"/>
            <a:ext cx="10972800" cy="452595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2D8D3E-1A37-301F-3BC2-E33102DFC5F0}"/>
              </a:ext>
            </a:extLst>
          </p:cNvPr>
          <p:cNvSpPr txBox="1">
            <a:spLocks noGrp="1"/>
          </p:cNvSpPr>
          <p:nvPr>
            <p:ph type="dt" sz="half" idx="2"/>
          </p:nvPr>
        </p:nvSpPr>
        <p:spPr>
          <a:xfrm>
            <a:off x="609603" y="6356351"/>
            <a:ext cx="2844798" cy="36512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0" compatLnSpc="1">
            <a:noAutofit/>
          </a:bodyPr>
          <a:lstStyle>
            <a:lvl1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200" b="0" i="0" u="none" strike="noStrike" kern="1200" cap="none" spc="0" baseline="0">
                <a:solidFill>
                  <a:srgbClr val="898989"/>
                </a:solidFill>
                <a:uFillTx/>
                <a:latin typeface="Calibri"/>
              </a:defRPr>
            </a:lvl1pPr>
          </a:lstStyle>
          <a:p>
            <a:pPr lvl="0"/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EE8C35-9AE9-964C-69AE-27F457B2CA8D}"/>
              </a:ext>
            </a:extLst>
          </p:cNvPr>
          <p:cNvSpPr txBox="1">
            <a:spLocks noGrp="1"/>
          </p:cNvSpPr>
          <p:nvPr>
            <p:ph type="ftr" sz="quarter" idx="3"/>
          </p:nvPr>
        </p:nvSpPr>
        <p:spPr>
          <a:xfrm>
            <a:off x="4165604" y="6356351"/>
            <a:ext cx="3860797" cy="36512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1" compatLnSpc="1">
            <a:noAutofit/>
          </a:bodyPr>
          <a:lstStyle>
            <a:lvl1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200" b="0" i="0" u="none" strike="noStrike" kern="1200" cap="none" spc="0" baseline="0">
                <a:solidFill>
                  <a:srgbClr val="898989"/>
                </a:solidFill>
                <a:uFillTx/>
                <a:latin typeface="Calibri"/>
              </a:defRPr>
            </a:lvl1pPr>
          </a:lstStyle>
          <a:p>
            <a:pPr lvl="0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84B10F-C4BA-27CE-B2D2-A397B9B92D2A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8737604" y="6356351"/>
            <a:ext cx="2844798" cy="36512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0" compatLnSpc="1">
            <a:noAutofit/>
          </a:bodyPr>
          <a:lstStyle>
            <a:lvl1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200" b="0" i="0" u="none" strike="noStrike" kern="1200" cap="none" spc="0" baseline="0">
                <a:solidFill>
                  <a:srgbClr val="898989"/>
                </a:solidFill>
                <a:uFillTx/>
                <a:latin typeface="Calibri"/>
              </a:defRPr>
            </a:lvl1pPr>
          </a:lstStyle>
          <a:p>
            <a:pPr lvl="0"/>
            <a:fld id="{7C0417AA-12A0-48A3-8BAE-748AB9373670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34058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9" r:id="rId1"/>
    <p:sldLayoutId id="2147483810" r:id="rId2"/>
    <p:sldLayoutId id="2147483811" r:id="rId3"/>
    <p:sldLayoutId id="2147483812" r:id="rId4"/>
    <p:sldLayoutId id="2147483813" r:id="rId5"/>
    <p:sldLayoutId id="2147483814" r:id="rId6"/>
    <p:sldLayoutId id="2147483815" r:id="rId7"/>
    <p:sldLayoutId id="2147483816" r:id="rId8"/>
    <p:sldLayoutId id="2147483817" r:id="rId9"/>
    <p:sldLayoutId id="2147483818" r:id="rId10"/>
    <p:sldLayoutId id="2147483819" r:id="rId11"/>
    <p:sldLayoutId id="2147483820" r:id="rId12"/>
  </p:sldLayoutIdLst>
  <p:hf sldNum="0" hdr="0" ftr="0" dt="0"/>
  <p:txStyles>
    <p:titleStyle>
      <a:lvl1pPr marL="0" marR="0" lvl="0" indent="0" algn="ctr" defTabSz="914400" rtl="0" fontAlgn="auto" hangingPunct="1">
        <a:lnSpc>
          <a:spcPct val="100000"/>
        </a:lnSpc>
        <a:spcBef>
          <a:spcPts val="0"/>
        </a:spcBef>
        <a:spcAft>
          <a:spcPts val="0"/>
        </a:spcAft>
        <a:buNone/>
        <a:tabLst/>
        <a:defRPr lang="en-US" sz="4400" b="0" i="0" u="none" strike="noStrike" kern="1200" cap="none" spc="0" baseline="0">
          <a:solidFill>
            <a:srgbClr val="000000"/>
          </a:solidFill>
          <a:uFillTx/>
          <a:latin typeface="Calibri"/>
        </a:defRPr>
      </a:lvl1pPr>
    </p:titleStyle>
    <p:bodyStyle>
      <a:lvl1pPr marL="342900" marR="0" lvl="0" indent="-342900" algn="l" defTabSz="914400" rtl="0" fontAlgn="auto" hangingPunct="1">
        <a:lnSpc>
          <a:spcPct val="100000"/>
        </a:lnSpc>
        <a:spcBef>
          <a:spcPts val="800"/>
        </a:spcBef>
        <a:spcAft>
          <a:spcPts val="0"/>
        </a:spcAft>
        <a:buSzPct val="100000"/>
        <a:buFont typeface="Arial" pitchFamily="34"/>
        <a:buChar char="•"/>
        <a:tabLst/>
        <a:defRPr lang="en-US" sz="3200" b="0" i="0" u="none" strike="noStrike" kern="1200" cap="none" spc="0" baseline="0">
          <a:solidFill>
            <a:srgbClr val="000000"/>
          </a:solidFill>
          <a:uFillTx/>
          <a:latin typeface="Calibri"/>
        </a:defRPr>
      </a:lvl1pPr>
      <a:lvl2pPr marL="742950" marR="0" lvl="1" indent="-285750" algn="l" defTabSz="914400" rtl="0" fontAlgn="auto" hangingPunct="1">
        <a:lnSpc>
          <a:spcPct val="100000"/>
        </a:lnSpc>
        <a:spcBef>
          <a:spcPts val="700"/>
        </a:spcBef>
        <a:spcAft>
          <a:spcPts val="0"/>
        </a:spcAft>
        <a:buSzPct val="100000"/>
        <a:buFont typeface="Arial" pitchFamily="34"/>
        <a:buChar char="–"/>
        <a:tabLst/>
        <a:defRPr lang="en-US" sz="2800" b="0" i="0" u="none" strike="noStrike" kern="1200" cap="none" spc="0" baseline="0">
          <a:solidFill>
            <a:srgbClr val="000000"/>
          </a:solidFill>
          <a:uFillTx/>
          <a:latin typeface="Calibri"/>
        </a:defRPr>
      </a:lvl2pPr>
      <a:lvl3pPr marL="1143000" marR="0" lvl="2" indent="-228600" algn="l" defTabSz="914400" rtl="0" fontAlgn="auto" hangingPunct="1">
        <a:lnSpc>
          <a:spcPct val="100000"/>
        </a:lnSpc>
        <a:spcBef>
          <a:spcPts val="600"/>
        </a:spcBef>
        <a:spcAft>
          <a:spcPts val="0"/>
        </a:spcAft>
        <a:buSzPct val="100000"/>
        <a:buFont typeface="Arial" pitchFamily="34"/>
        <a:buChar char="•"/>
        <a:tabLst/>
        <a:defRPr lang="en-US" sz="2400" b="0" i="0" u="none" strike="noStrike" kern="1200" cap="none" spc="0" baseline="0">
          <a:solidFill>
            <a:srgbClr val="000000"/>
          </a:solidFill>
          <a:uFillTx/>
          <a:latin typeface="Calibri"/>
        </a:defRPr>
      </a:lvl3pPr>
      <a:lvl4pPr marL="1600200" marR="0" lvl="3" indent="-228600" algn="l" defTabSz="914400" rtl="0" fontAlgn="auto" hangingPunct="1">
        <a:lnSpc>
          <a:spcPct val="10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–"/>
        <a:tabLst/>
        <a:defRPr lang="en-US" sz="2000" b="0" i="0" u="none" strike="noStrike" kern="1200" cap="none" spc="0" baseline="0">
          <a:solidFill>
            <a:srgbClr val="000000"/>
          </a:solidFill>
          <a:uFillTx/>
          <a:latin typeface="Calibri"/>
        </a:defRPr>
      </a:lvl4pPr>
      <a:lvl5pPr marL="2057400" marR="0" lvl="4" indent="-228600" algn="l" defTabSz="914400" rtl="0" fontAlgn="auto" hangingPunct="1">
        <a:lnSpc>
          <a:spcPct val="100000"/>
        </a:lnSpc>
        <a:spcBef>
          <a:spcPts val="500"/>
        </a:spcBef>
        <a:spcAft>
          <a:spcPts val="0"/>
        </a:spcAft>
        <a:buSzPct val="100000"/>
        <a:buFont typeface="Arial" pitchFamily="34"/>
        <a:buChar char="»"/>
        <a:tabLst/>
        <a:defRPr lang="en-US" sz="2000" b="0" i="0" u="none" strike="noStrike" kern="1200" cap="none" spc="0" baseline="0">
          <a:solidFill>
            <a:srgbClr val="000000"/>
          </a:solidFill>
          <a:uFillTx/>
          <a:latin typeface="Calibri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D97F74F-2C97-CAAE-BFFE-4AB59C9B0C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E8AF5D8-44DC-3827-A81A-50B2DBA022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72394A-11AC-CA11-C367-46C0A3EB202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4EDFE8-6F24-013F-2D13-36B268B2DF4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34227F-37C6-3D08-364F-3CB3C3C6ECA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543E3C9-646C-4166-9BF4-CF049967B668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5562696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22" r:id="rId1"/>
    <p:sldLayoutId id="2147483823" r:id="rId2"/>
    <p:sldLayoutId id="2147483824" r:id="rId3"/>
    <p:sldLayoutId id="2147483825" r:id="rId4"/>
    <p:sldLayoutId id="2147483826" r:id="rId5"/>
    <p:sldLayoutId id="2147483827" r:id="rId6"/>
    <p:sldLayoutId id="2147483828" r:id="rId7"/>
    <p:sldLayoutId id="2147483829" r:id="rId8"/>
    <p:sldLayoutId id="2147483830" r:id="rId9"/>
    <p:sldLayoutId id="2147483831" r:id="rId10"/>
    <p:sldLayoutId id="2147483832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849D475-7154-42DD-9067-ACE4D1B546F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09203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34" r:id="rId1"/>
    <p:sldLayoutId id="2147483835" r:id="rId2"/>
    <p:sldLayoutId id="2147483836" r:id="rId3"/>
    <p:sldLayoutId id="2147483837" r:id="rId4"/>
    <p:sldLayoutId id="2147483838" r:id="rId5"/>
    <p:sldLayoutId id="2147483839" r:id="rId6"/>
    <p:sldLayoutId id="2147483840" r:id="rId7"/>
    <p:sldLayoutId id="2147483841" r:id="rId8"/>
    <p:sldLayoutId id="2147483842" r:id="rId9"/>
    <p:sldLayoutId id="2147483843" r:id="rId10"/>
    <p:sldLayoutId id="2147483844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5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diagramData" Target="../diagrams/data7.xml"/><Relationship Id="rId4" Type="http://schemas.openxmlformats.org/officeDocument/2006/relationships/diagramLayout" Target="../diagrams/layout7.xml"/><Relationship Id="rId5" Type="http://schemas.openxmlformats.org/officeDocument/2006/relationships/diagramQuickStyle" Target="../diagrams/quickStyle7.xml"/><Relationship Id="rId6" Type="http://schemas.openxmlformats.org/officeDocument/2006/relationships/diagramColors" Target="../diagrams/colors7.xml"/><Relationship Id="rId7" Type="http://schemas.microsoft.com/office/2007/relationships/diagramDrawing" Target="../diagrams/drawing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6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7.png"/><Relationship Id="rId4" Type="http://schemas.openxmlformats.org/officeDocument/2006/relationships/image" Target="../media/image48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49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50.png"/></Relationships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AAB6F99C-7F25-B230-5CA5-08CEF56C26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5284" y="0"/>
            <a:ext cx="10123715" cy="674914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618300C-91D2-FF9D-5D0C-5BC9DFFC8326}"/>
              </a:ext>
            </a:extLst>
          </p:cNvPr>
          <p:cNvSpPr txBox="1"/>
          <p:nvPr/>
        </p:nvSpPr>
        <p:spPr>
          <a:xfrm>
            <a:off x="-1525470" y="6334780"/>
            <a:ext cx="462444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/>
              <a:t>Topic 3</a:t>
            </a:r>
          </a:p>
        </p:txBody>
      </p:sp>
    </p:spTree>
    <p:extLst>
      <p:ext uri="{BB962C8B-B14F-4D97-AF65-F5344CB8AC3E}">
        <p14:creationId xmlns:p14="http://schemas.microsoft.com/office/powerpoint/2010/main" val="374477095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E17BDD-5202-59ED-0FCA-BA90C8BD7620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b="1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Aft>
                <a:spcPts val="600"/>
              </a:spcAft>
            </a:pPr>
            <a:r>
              <a:rPr lang="en-US" sz="44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Introduction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456AAF07-2FED-6FB3-1B7A-41DC88DD46DB}"/>
              </a:ext>
            </a:extLst>
          </p:cNvPr>
          <p:cNvGraphicFramePr/>
          <p:nvPr/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420127056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E78D1C7-A0F2-422D-95BA-03639C605E49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454025"/>
            <a:ext cx="10928350" cy="1112838"/>
          </a:xfrm>
        </p:spPr>
        <p:txBody>
          <a:bodyPr/>
          <a:lstStyle/>
          <a:p>
            <a:r>
              <a:rPr lang="en-US" dirty="0"/>
              <a:t>    </a:t>
            </a:r>
            <a:r>
              <a:rPr lang="en-US" sz="3600" dirty="0">
                <a:latin typeface="+mn-lt"/>
              </a:rPr>
              <a:t>Effects of GDM on Pregnant Woman and Newborn</a:t>
            </a:r>
          </a:p>
        </p:txBody>
      </p:sp>
      <p:graphicFrame>
        <p:nvGraphicFramePr>
          <p:cNvPr id="5" name="Content Placeholder 3">
            <a:extLst>
              <a:ext uri="{FF2B5EF4-FFF2-40B4-BE49-F238E27FC236}">
                <a16:creationId xmlns:a16="http://schemas.microsoft.com/office/drawing/2014/main" id="{914049A6-F745-410D-9300-9DEFE6BF43B7}"/>
              </a:ext>
            </a:extLst>
          </p:cNvPr>
          <p:cNvGraphicFramePr>
            <a:graphicFrameLocks/>
          </p:cNvGraphicFramePr>
          <p:nvPr/>
        </p:nvGraphicFramePr>
        <p:xfrm>
          <a:off x="842681" y="1234423"/>
          <a:ext cx="10255021" cy="4840938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51935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6149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71737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solidFill>
                            <a:schemeClr val="bg1"/>
                          </a:solidFill>
                          <a:effectLst/>
                          <a:latin typeface="Melior LT Std" panose="02040503050506040804" pitchFamily="18" charset="0"/>
                        </a:rPr>
                        <a:t>Effect on Mother</a:t>
                      </a:r>
                      <a:endParaRPr lang="en-US" sz="2000" b="1">
                        <a:solidFill>
                          <a:schemeClr val="bg1"/>
                        </a:solidFill>
                        <a:effectLst/>
                        <a:latin typeface="Melior LT Std" panose="02040503050506040804" pitchFamily="18" charset="0"/>
                        <a:ea typeface="Calibri"/>
                        <a:cs typeface="Mangal"/>
                      </a:endParaRPr>
                    </a:p>
                  </a:txBody>
                  <a:tcPr marL="27432" marR="27432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E4D2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solidFill>
                            <a:schemeClr val="bg1"/>
                          </a:solidFill>
                          <a:effectLst/>
                          <a:latin typeface="Melior LT Std" panose="02040503050506040804" pitchFamily="18" charset="0"/>
                        </a:rPr>
                        <a:t>Effect on Newborn</a:t>
                      </a:r>
                      <a:endParaRPr lang="en-US" sz="2000" b="1">
                        <a:solidFill>
                          <a:schemeClr val="bg1"/>
                        </a:solidFill>
                        <a:effectLst/>
                        <a:latin typeface="Melior LT Std" panose="02040503050506040804" pitchFamily="18" charset="0"/>
                        <a:ea typeface="Calibri"/>
                        <a:cs typeface="Mangal"/>
                      </a:endParaRPr>
                    </a:p>
                  </a:txBody>
                  <a:tcPr marL="27432" marR="27432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E4D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0858">
                <a:tc>
                  <a:txBody>
                    <a:bodyPr/>
                    <a:lstStyle/>
                    <a:p>
                      <a:pPr marL="72000" marR="0" lvl="1" indent="-72000" algn="l" defTabSz="914400" rtl="0" eaLnBrk="1" latinLnBrk="0" hangingPunct="1">
                        <a:lnSpc>
                          <a:spcPct val="115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FontTx/>
                        <a:buChar char="-"/>
                      </a:pPr>
                      <a:r>
                        <a:rPr lang="en-US" sz="2000" b="1" kern="1200">
                          <a:latin typeface="Melior LT Std" panose="02040503050506040804" pitchFamily="18" charset="0"/>
                        </a:rPr>
                        <a:t>Spontaneous abortion</a:t>
                      </a:r>
                      <a:endParaRPr lang="en-US" sz="2000" b="1" kern="1200">
                        <a:solidFill>
                          <a:schemeClr val="tx1"/>
                        </a:solidFill>
                        <a:latin typeface="Melior LT Std" panose="02040503050506040804" pitchFamily="18" charset="0"/>
                        <a:ea typeface="+mn-ea"/>
                        <a:cs typeface="+mn-cs"/>
                      </a:endParaRPr>
                    </a:p>
                  </a:txBody>
                  <a:tcPr marL="27432" marR="27432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72000" marR="0" lvl="1" indent="-72000" algn="l" defTabSz="914400" rtl="0" eaLnBrk="1" latinLnBrk="0" hangingPunct="1">
                        <a:lnSpc>
                          <a:spcPct val="115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FontTx/>
                        <a:buChar char="-"/>
                      </a:pPr>
                      <a:r>
                        <a:rPr lang="en-US" sz="2000" b="1" kern="1200">
                          <a:latin typeface="Melior LT Std" panose="02040503050506040804" pitchFamily="18" charset="0"/>
                        </a:rPr>
                        <a:t>Intra-uterine death</a:t>
                      </a:r>
                      <a:endParaRPr lang="en-US" sz="2000" b="1" kern="1200">
                        <a:solidFill>
                          <a:schemeClr val="tx1"/>
                        </a:solidFill>
                        <a:latin typeface="Melior LT Std" panose="02040503050506040804" pitchFamily="18" charset="0"/>
                        <a:ea typeface="+mn-ea"/>
                        <a:cs typeface="+mn-cs"/>
                      </a:endParaRPr>
                    </a:p>
                  </a:txBody>
                  <a:tcPr marL="27432" marR="27432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69456">
                <a:tc>
                  <a:txBody>
                    <a:bodyPr/>
                    <a:lstStyle/>
                    <a:p>
                      <a:pPr marL="72000" marR="0" lvl="1" indent="-72000" algn="l" defTabSz="914400" rtl="0" eaLnBrk="1" latinLnBrk="0" hangingPunct="1">
                        <a:lnSpc>
                          <a:spcPct val="115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FontTx/>
                        <a:buChar char="-"/>
                      </a:pPr>
                      <a:r>
                        <a:rPr lang="en-US" sz="2000" b="1" kern="1200">
                          <a:latin typeface="Melior LT Std" panose="02040503050506040804" pitchFamily="18" charset="0"/>
                        </a:rPr>
                        <a:t>Polyhydramnios leading to preterm or premature rupture of membranes</a:t>
                      </a:r>
                      <a:endParaRPr lang="en-US" sz="2000" b="1" kern="1200">
                        <a:solidFill>
                          <a:schemeClr val="tx1"/>
                        </a:solidFill>
                        <a:latin typeface="Melior LT Std" panose="02040503050506040804" pitchFamily="18" charset="0"/>
                        <a:ea typeface="+mn-ea"/>
                        <a:cs typeface="+mn-cs"/>
                      </a:endParaRPr>
                    </a:p>
                  </a:txBody>
                  <a:tcPr marL="27432" marR="27432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72000" marR="0" lvl="1" indent="-72000" algn="l" defTabSz="914400" rtl="0" eaLnBrk="1" latinLnBrk="0" hangingPunct="1">
                        <a:lnSpc>
                          <a:spcPct val="115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FontTx/>
                        <a:buChar char="-"/>
                      </a:pPr>
                      <a:r>
                        <a:rPr lang="en-US" sz="2000" b="1" kern="1200">
                          <a:latin typeface="Melior LT Std" panose="02040503050506040804" pitchFamily="18" charset="0"/>
                        </a:rPr>
                        <a:t>Fetal macrosomia</a:t>
                      </a:r>
                      <a:endParaRPr lang="en-US" sz="2000" b="1" kern="1200">
                        <a:solidFill>
                          <a:schemeClr val="tx1"/>
                        </a:solidFill>
                        <a:latin typeface="Melior LT Std" panose="02040503050506040804" pitchFamily="18" charset="0"/>
                        <a:ea typeface="+mn-ea"/>
                        <a:cs typeface="+mn-cs"/>
                      </a:endParaRPr>
                    </a:p>
                  </a:txBody>
                  <a:tcPr marL="27432" marR="27432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0858">
                <a:tc>
                  <a:txBody>
                    <a:bodyPr/>
                    <a:lstStyle/>
                    <a:p>
                      <a:pPr marL="72000" marR="0" lvl="1" indent="-72000" algn="l" defTabSz="914400" rtl="0" eaLnBrk="1" latinLnBrk="0" hangingPunct="1">
                        <a:lnSpc>
                          <a:spcPct val="115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FontTx/>
                        <a:buChar char="-"/>
                      </a:pPr>
                      <a:r>
                        <a:rPr lang="en-US" sz="2000" b="1" kern="1200">
                          <a:latin typeface="Melior LT Std" panose="02040503050506040804" pitchFamily="18" charset="0"/>
                        </a:rPr>
                        <a:t>Pre-eclampsia, fits</a:t>
                      </a:r>
                      <a:endParaRPr lang="en-US" sz="2000" b="1" kern="1200">
                        <a:solidFill>
                          <a:schemeClr val="tx1"/>
                        </a:solidFill>
                        <a:latin typeface="Melior LT Std" panose="02040503050506040804" pitchFamily="18" charset="0"/>
                        <a:ea typeface="+mn-ea"/>
                        <a:cs typeface="+mn-cs"/>
                      </a:endParaRPr>
                    </a:p>
                  </a:txBody>
                  <a:tcPr marL="27432" marR="27432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72000" marR="0" lvl="1" indent="-72000" algn="l" defTabSz="914400" rtl="0" eaLnBrk="1" latinLnBrk="0" hangingPunct="1">
                        <a:lnSpc>
                          <a:spcPct val="115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FontTx/>
                        <a:buChar char="-"/>
                      </a:pPr>
                      <a:r>
                        <a:rPr lang="en-US" sz="2000" b="1" kern="1200">
                          <a:latin typeface="Melior LT Std" panose="02040503050506040804" pitchFamily="18" charset="0"/>
                        </a:rPr>
                        <a:t>Shoulder dystocia</a:t>
                      </a:r>
                      <a:endParaRPr lang="en-US" sz="2000" b="1" kern="1200">
                        <a:solidFill>
                          <a:schemeClr val="tx1"/>
                        </a:solidFill>
                        <a:latin typeface="Melior LT Std" panose="02040503050506040804" pitchFamily="18" charset="0"/>
                        <a:ea typeface="+mn-ea"/>
                        <a:cs typeface="+mn-cs"/>
                      </a:endParaRPr>
                    </a:p>
                  </a:txBody>
                  <a:tcPr marL="27432" marR="27432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47283">
                <a:tc>
                  <a:txBody>
                    <a:bodyPr/>
                    <a:lstStyle/>
                    <a:p>
                      <a:pPr marL="72000" marR="0" lvl="1" indent="-72000" algn="l" defTabSz="914400" rtl="0" eaLnBrk="1" latinLnBrk="0" hangingPunct="1">
                        <a:lnSpc>
                          <a:spcPct val="115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FontTx/>
                        <a:buChar char="-"/>
                      </a:pPr>
                      <a:r>
                        <a:rPr lang="en-US" sz="2000" b="1" kern="1200">
                          <a:latin typeface="Melior LT Std" panose="02040503050506040804" pitchFamily="18" charset="0"/>
                        </a:rPr>
                        <a:t>Prolonged labor leading to </a:t>
                      </a:r>
                      <a:br>
                        <a:rPr lang="en-US" sz="2000" b="1" kern="1200">
                          <a:latin typeface="Melior LT Std" panose="02040503050506040804" pitchFamily="18" charset="0"/>
                        </a:rPr>
                      </a:br>
                      <a:r>
                        <a:rPr lang="en-US" sz="2000" b="1" kern="1200">
                          <a:latin typeface="Melior LT Std" panose="02040503050506040804" pitchFamily="18" charset="0"/>
                        </a:rPr>
                        <a:t>assisted delivery</a:t>
                      </a:r>
                      <a:endParaRPr lang="en-US" sz="2000" b="1" kern="1200">
                        <a:solidFill>
                          <a:schemeClr val="tx1"/>
                        </a:solidFill>
                        <a:latin typeface="Melior LT Std" panose="02040503050506040804" pitchFamily="18" charset="0"/>
                        <a:ea typeface="+mn-ea"/>
                        <a:cs typeface="+mn-cs"/>
                      </a:endParaRPr>
                    </a:p>
                  </a:txBody>
                  <a:tcPr marL="27432" marR="27432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72000" marR="0" lvl="1" indent="-7200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en-US" sz="2000" b="1" kern="1200">
                          <a:latin typeface="Melior LT Std" panose="02040503050506040804" pitchFamily="18" charset="0"/>
                        </a:rPr>
                        <a:t>Birth Injuries, stillbirth</a:t>
                      </a:r>
                      <a:endParaRPr lang="en-US" sz="2000" b="1" kern="1200">
                        <a:solidFill>
                          <a:schemeClr val="tx1"/>
                        </a:solidFill>
                        <a:latin typeface="Melior LT Std" panose="02040503050506040804" pitchFamily="18" charset="0"/>
                        <a:ea typeface="+mn-ea"/>
                        <a:cs typeface="+mn-cs"/>
                      </a:endParaRPr>
                    </a:p>
                    <a:p>
                      <a:pPr marL="72000" marR="0" lvl="1" indent="-72000" algn="l" defTabSz="914400" rtl="0" eaLnBrk="1" latinLnBrk="0" hangingPunct="1">
                        <a:lnSpc>
                          <a:spcPct val="115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FontTx/>
                        <a:buChar char="-"/>
                      </a:pPr>
                      <a:endParaRPr lang="en-US" sz="2000" b="1" kern="1200">
                        <a:solidFill>
                          <a:schemeClr val="tx1"/>
                        </a:solidFill>
                        <a:latin typeface="Melior LT Std" panose="02040503050506040804" pitchFamily="18" charset="0"/>
                        <a:ea typeface="+mn-ea"/>
                        <a:cs typeface="+mn-cs"/>
                      </a:endParaRPr>
                    </a:p>
                  </a:txBody>
                  <a:tcPr marL="27432" marR="27432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59944">
                <a:tc>
                  <a:txBody>
                    <a:bodyPr/>
                    <a:lstStyle/>
                    <a:p>
                      <a:pPr marL="72000" marR="0" lvl="1" indent="-72000" algn="l" defTabSz="914400" rtl="0" eaLnBrk="1" latinLnBrk="0" hangingPunct="1">
                        <a:lnSpc>
                          <a:spcPct val="115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FontTx/>
                        <a:buChar char="-"/>
                      </a:pPr>
                      <a:r>
                        <a:rPr lang="en-US" sz="2000" b="1" kern="1200">
                          <a:latin typeface="Melior LT Std" panose="02040503050506040804" pitchFamily="18" charset="0"/>
                        </a:rPr>
                        <a:t>Obstructed labor leading to caesarean section</a:t>
                      </a:r>
                      <a:endParaRPr lang="en-US" sz="2000" b="1" kern="1200">
                        <a:solidFill>
                          <a:schemeClr val="tx1"/>
                        </a:solidFill>
                        <a:latin typeface="Melior LT Std" panose="02040503050506040804" pitchFamily="18" charset="0"/>
                        <a:ea typeface="+mn-ea"/>
                        <a:cs typeface="+mn-cs"/>
                      </a:endParaRPr>
                    </a:p>
                  </a:txBody>
                  <a:tcPr marL="27432" marR="27432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72000" marR="0" lvl="1" indent="-7200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en-US" sz="2000" b="1" kern="1200">
                          <a:latin typeface="Melior LT Std" panose="02040503050506040804" pitchFamily="18" charset="0"/>
                        </a:rPr>
                        <a:t>Infant respiratory distress syndrome </a:t>
                      </a:r>
                      <a:endParaRPr lang="en-US" sz="2000" b="1" kern="1200">
                        <a:solidFill>
                          <a:schemeClr val="tx1"/>
                        </a:solidFill>
                        <a:latin typeface="Melior LT Std" panose="02040503050506040804" pitchFamily="18" charset="0"/>
                        <a:ea typeface="+mn-ea"/>
                        <a:cs typeface="+mn-cs"/>
                      </a:endParaRPr>
                    </a:p>
                  </a:txBody>
                  <a:tcPr marL="27432" marR="27432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59944">
                <a:tc>
                  <a:txBody>
                    <a:bodyPr/>
                    <a:lstStyle/>
                    <a:p>
                      <a:pPr marL="72000" marR="0" lvl="1" indent="-72000" algn="l" defTabSz="914400" rtl="0" eaLnBrk="1" latinLnBrk="0" hangingPunct="1">
                        <a:lnSpc>
                          <a:spcPct val="115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FontTx/>
                        <a:buChar char="-"/>
                      </a:pPr>
                      <a:r>
                        <a:rPr lang="en-US" sz="2000" b="1" kern="1200">
                          <a:latin typeface="Melior LT Std" panose="02040503050506040804" pitchFamily="18" charset="0"/>
                        </a:rPr>
                        <a:t>Uterine atony leading to PPH</a:t>
                      </a:r>
                      <a:endParaRPr lang="en-US" sz="2000" b="1" kern="1200">
                        <a:solidFill>
                          <a:schemeClr val="tx1"/>
                        </a:solidFill>
                        <a:latin typeface="Melior LT Std" panose="02040503050506040804" pitchFamily="18" charset="0"/>
                        <a:ea typeface="+mn-ea"/>
                        <a:cs typeface="+mn-cs"/>
                      </a:endParaRPr>
                    </a:p>
                  </a:txBody>
                  <a:tcPr marL="27432" marR="27432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72000" marR="0" lvl="1" indent="-7200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en-US" sz="2000" b="1" kern="1200">
                          <a:latin typeface="Melior LT Std" panose="02040503050506040804" pitchFamily="18" charset="0"/>
                        </a:rPr>
                        <a:t>Neonatal hypoglycemia and</a:t>
                      </a:r>
                      <a:r>
                        <a:rPr lang="en-US" sz="2000" b="1" kern="1200" baseline="0">
                          <a:latin typeface="Melior LT Std" panose="02040503050506040804" pitchFamily="18" charset="0"/>
                        </a:rPr>
                        <a:t> h</a:t>
                      </a:r>
                      <a:r>
                        <a:rPr lang="en-US" sz="2000" b="1" kern="1200">
                          <a:latin typeface="Melior LT Std" panose="02040503050506040804" pitchFamily="18" charset="0"/>
                        </a:rPr>
                        <a:t>ypocalcemia</a:t>
                      </a:r>
                      <a:endParaRPr lang="en-US" sz="2000" b="1" kern="1200">
                        <a:solidFill>
                          <a:schemeClr val="tx1"/>
                        </a:solidFill>
                        <a:latin typeface="Melior LT Std" panose="02040503050506040804" pitchFamily="18" charset="0"/>
                        <a:ea typeface="+mn-ea"/>
                        <a:cs typeface="+mn-cs"/>
                      </a:endParaRPr>
                    </a:p>
                  </a:txBody>
                  <a:tcPr marL="27432" marR="27432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10858">
                <a:tc>
                  <a:txBody>
                    <a:bodyPr/>
                    <a:lstStyle/>
                    <a:p>
                      <a:pPr marL="72000" marR="0" lvl="1" indent="-72000" algn="l" defTabSz="914400" rtl="0" eaLnBrk="1" latinLnBrk="0" hangingPunct="1">
                        <a:lnSpc>
                          <a:spcPct val="115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FontTx/>
                        <a:buChar char="-"/>
                      </a:pPr>
                      <a:r>
                        <a:rPr lang="en-US" sz="2000" b="1" kern="1200">
                          <a:latin typeface="Melior LT Std" panose="02040503050506040804" pitchFamily="18" charset="0"/>
                        </a:rPr>
                        <a:t>Infection</a:t>
                      </a:r>
                      <a:endParaRPr lang="en-US" sz="2000" b="1" kern="1200">
                        <a:solidFill>
                          <a:schemeClr val="tx1"/>
                        </a:solidFill>
                        <a:latin typeface="Melior LT Std" panose="02040503050506040804" pitchFamily="18" charset="0"/>
                        <a:ea typeface="+mn-ea"/>
                        <a:cs typeface="+mn-cs"/>
                      </a:endParaRPr>
                    </a:p>
                  </a:txBody>
                  <a:tcPr marL="27432" marR="27432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72000" marR="0" lvl="1" indent="-7200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kern="1200">
                          <a:latin typeface="Melior LT Std" panose="02040503050506040804" pitchFamily="18" charset="0"/>
                        </a:rPr>
                        <a:t>-  Congenital malformation</a:t>
                      </a:r>
                      <a:endParaRPr lang="en-US" sz="2000" b="1" kern="1200">
                        <a:solidFill>
                          <a:schemeClr val="tx1"/>
                        </a:solidFill>
                        <a:latin typeface="Melior LT Std" panose="02040503050506040804" pitchFamily="18" charset="0"/>
                        <a:ea typeface="+mn-ea"/>
                        <a:cs typeface="+mn-cs"/>
                      </a:endParaRPr>
                    </a:p>
                  </a:txBody>
                  <a:tcPr marL="27432" marR="27432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6B858D29-6801-4220-80A3-24F34AEAD22E}"/>
              </a:ext>
            </a:extLst>
          </p:cNvPr>
          <p:cNvSpPr txBox="1">
            <a:spLocks/>
          </p:cNvSpPr>
          <p:nvPr/>
        </p:nvSpPr>
        <p:spPr>
          <a:xfrm>
            <a:off x="3198019" y="2514600"/>
            <a:ext cx="853440" cy="146050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600"/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8780552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4851997D-07D9-4857-2EBE-089E95B0531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b="38008"/>
          <a:stretch>
            <a:fillRect/>
          </a:stretch>
        </p:blipFill>
        <p:spPr>
          <a:xfrm>
            <a:off x="173182" y="364959"/>
            <a:ext cx="11831388" cy="5940838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408993569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590DE2-BB62-4D5C-DDD6-72B2C13C94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IN" dirty="0"/>
              <a:t>Consideration for GDM Screening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C97CE8-3ED3-23D1-34CE-11887D6194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dirty="0"/>
              <a:t>Single step testing using 75 gm oral glucose &amp; measuring blood sugar 2 hours after ingestion. </a:t>
            </a:r>
          </a:p>
          <a:p>
            <a:r>
              <a:rPr lang="en-IN" dirty="0"/>
              <a:t>75 gm glucose is to be given orally after dissolving in approximately 300 ml water </a:t>
            </a:r>
            <a:r>
              <a:rPr lang="en-IN" b="1" dirty="0">
                <a:solidFill>
                  <a:srgbClr val="0070C0"/>
                </a:solidFill>
              </a:rPr>
              <a:t>whether the pregnant women comes in fasting or non-fasting state, irrespective of the last meal. </a:t>
            </a:r>
          </a:p>
          <a:p>
            <a:r>
              <a:rPr lang="en-IN" dirty="0"/>
              <a:t>The intake of the solution has to be completed within 5-10 minutes. </a:t>
            </a:r>
          </a:p>
          <a:p>
            <a:r>
              <a:rPr lang="en-IN" dirty="0"/>
              <a:t>If vomiting occurs within 30 minutes of oral glucose intake, the test has to be repeated the next day, or else refer to a facility. If vomiting occurs after 30 minutes, the test continues. </a:t>
            </a:r>
          </a:p>
        </p:txBody>
      </p:sp>
    </p:spTree>
    <p:extLst>
      <p:ext uri="{BB962C8B-B14F-4D97-AF65-F5344CB8AC3E}">
        <p14:creationId xmlns:p14="http://schemas.microsoft.com/office/powerpoint/2010/main" val="177023867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F5817FDA-14E6-4B89-AECB-C997B83D4072}"/>
              </a:ext>
            </a:extLst>
          </p:cNvPr>
          <p:cNvGrpSpPr/>
          <p:nvPr/>
        </p:nvGrpSpPr>
        <p:grpSpPr>
          <a:xfrm>
            <a:off x="500332" y="362310"/>
            <a:ext cx="11145328" cy="5928556"/>
            <a:chOff x="595423" y="8367"/>
            <a:chExt cx="5191701" cy="4619513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AC0AE2B4-C064-4C32-81EB-79B53DE2FBB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51936" y="8367"/>
              <a:ext cx="3565525" cy="278906"/>
            </a:xfrm>
            <a:prstGeom prst="rect">
              <a:avLst/>
            </a:prstGeom>
            <a:grpFill/>
            <a:ln w="6350" cmpd="sng">
              <a:solidFill>
                <a:srgbClr val="CE4D2A"/>
              </a:solidFill>
              <a:miter lim="800000"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pPr algn="ctr"/>
              <a:r>
                <a:rPr lang="en-US" b="1">
                  <a:ea typeface="Calibri"/>
                  <a:cs typeface="Mangal"/>
                </a:rPr>
                <a:t>Universal Testing of all pregnant women for GDM</a:t>
              </a: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E579F679-956B-4F7A-9EC3-893F4AADE69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79944" y="489098"/>
              <a:ext cx="2567940" cy="278906"/>
            </a:xfrm>
            <a:prstGeom prst="rect">
              <a:avLst/>
            </a:prstGeom>
            <a:grpFill/>
            <a:ln w="6350" cap="flat" cmpd="sng" algn="ctr">
              <a:solidFill>
                <a:srgbClr val="CE4D2A"/>
              </a:solidFill>
              <a:prstDash val="solid"/>
              <a:miter lim="800000"/>
              <a:headEnd/>
              <a:tailEnd/>
            </a:ln>
            <a:effectLst/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pPr algn="ctr"/>
              <a:r>
                <a:rPr lang="en-US" b="1">
                  <a:ea typeface="Calibri"/>
                  <a:cs typeface="Mangal"/>
                </a:rPr>
                <a:t>Pregnant Women in Community</a:t>
              </a: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32A276D1-3F97-45BE-A6C6-8FED83186A1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95423" y="988828"/>
              <a:ext cx="4904740" cy="518333"/>
            </a:xfrm>
            <a:prstGeom prst="rect">
              <a:avLst/>
            </a:prstGeom>
            <a:grpFill/>
            <a:ln w="6350" cap="flat" cmpd="sng" algn="ctr">
              <a:solidFill>
                <a:srgbClr val="CE4D2A"/>
              </a:solidFill>
              <a:prstDash val="solid"/>
              <a:miter lim="800000"/>
              <a:headEnd/>
              <a:tailEnd/>
            </a:ln>
            <a:effectLst/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pPr algn="ctr"/>
              <a:r>
                <a:rPr lang="en-US" b="1">
                  <a:ea typeface="Calibri"/>
                  <a:cs typeface="Mangal"/>
                </a:rPr>
                <a:t>Testing for GDM at 1</a:t>
              </a:r>
              <a:r>
                <a:rPr lang="en-US" b="1" baseline="30000">
                  <a:ea typeface="Calibri"/>
                  <a:cs typeface="Mangal"/>
                </a:rPr>
                <a:t>st</a:t>
              </a:r>
              <a:r>
                <a:rPr lang="en-US" b="1">
                  <a:ea typeface="Calibri"/>
                  <a:cs typeface="Mangal"/>
                </a:rPr>
                <a:t> Antenatal contact (75 gm oral glucose in 300 ml water, 2 </a:t>
              </a:r>
              <a:r>
                <a:rPr lang="en-US" b="1" err="1">
                  <a:ea typeface="Calibri"/>
                  <a:cs typeface="Mangal"/>
                </a:rPr>
                <a:t>hrs</a:t>
              </a:r>
              <a:r>
                <a:rPr lang="en-US" b="1">
                  <a:ea typeface="Calibri"/>
                  <a:cs typeface="Mangal"/>
                </a:rPr>
                <a:t> later blood sugar (BS) level)</a:t>
              </a: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1309ECBA-3281-4FDB-8BF0-C8CB17E312D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95423" y="2030819"/>
              <a:ext cx="1835842" cy="484223"/>
            </a:xfrm>
            <a:prstGeom prst="rect">
              <a:avLst/>
            </a:prstGeom>
            <a:grpFill/>
            <a:ln w="6350" cmpd="sng">
              <a:solidFill>
                <a:srgbClr val="CE4D2A"/>
              </a:solidFill>
              <a:miter lim="800000"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pPr algn="ctr"/>
              <a:r>
                <a:rPr lang="en-US" b="1">
                  <a:ea typeface="Calibri"/>
                  <a:cs typeface="Mangal"/>
                </a:rPr>
                <a:t>Positive, 2 </a:t>
              </a:r>
              <a:r>
                <a:rPr lang="en-US" b="1" err="1">
                  <a:ea typeface="Calibri"/>
                  <a:cs typeface="Mangal"/>
                </a:rPr>
                <a:t>hrs</a:t>
              </a:r>
              <a:r>
                <a:rPr lang="en-US" b="1">
                  <a:ea typeface="Calibri"/>
                  <a:cs typeface="Mangal"/>
                </a:rPr>
                <a:t> BS 140 mg/</a:t>
              </a:r>
              <a:r>
                <a:rPr lang="en-US" b="1" err="1">
                  <a:ea typeface="Calibri"/>
                  <a:cs typeface="Mangal"/>
                </a:rPr>
                <a:t>dL</a:t>
              </a:r>
              <a:r>
                <a:rPr lang="en-US" b="1">
                  <a:ea typeface="Calibri"/>
                  <a:cs typeface="Mangal"/>
                </a:rPr>
                <a:t> or more</a:t>
              </a: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734F651F-FEBB-48B3-8C57-E013CF34C99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15895" y="2030819"/>
              <a:ext cx="2465529" cy="329207"/>
            </a:xfrm>
            <a:prstGeom prst="rect">
              <a:avLst/>
            </a:prstGeom>
            <a:grpFill/>
            <a:ln w="6350" cmpd="sng">
              <a:solidFill>
                <a:srgbClr val="CE4D2A"/>
              </a:solidFill>
              <a:miter lim="800000"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pPr algn="ctr"/>
              <a:r>
                <a:rPr lang="en-US" b="1">
                  <a:ea typeface="Calibri"/>
                  <a:cs typeface="Mangal"/>
                </a:rPr>
                <a:t>Negative, 2 </a:t>
              </a:r>
              <a:r>
                <a:rPr lang="en-US" b="1" err="1">
                  <a:ea typeface="Calibri"/>
                  <a:cs typeface="Mangal"/>
                </a:rPr>
                <a:t>hrs</a:t>
              </a:r>
              <a:r>
                <a:rPr lang="en-US" b="1">
                  <a:ea typeface="Calibri"/>
                  <a:cs typeface="Mangal"/>
                </a:rPr>
                <a:t> BS less than 140 mg/</a:t>
              </a:r>
              <a:r>
                <a:rPr lang="en-US" b="1" err="1">
                  <a:ea typeface="Calibri"/>
                  <a:cs typeface="Mangal"/>
                </a:rPr>
                <a:t>dL</a:t>
              </a:r>
              <a:endParaRPr lang="en-US" b="1">
                <a:ea typeface="Calibri"/>
                <a:cs typeface="Mangal"/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C626BBCD-EC6E-4102-AB6C-7759781ABD2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7896" y="3675232"/>
              <a:ext cx="1514449" cy="573594"/>
            </a:xfrm>
            <a:prstGeom prst="rect">
              <a:avLst/>
            </a:prstGeom>
            <a:grpFill/>
            <a:ln w="6350" cmpd="sng">
              <a:solidFill>
                <a:srgbClr val="CE4D2A"/>
              </a:solidFill>
              <a:miter lim="800000"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pPr algn="ctr"/>
              <a:r>
                <a:rPr lang="en-US" b="1">
                  <a:ea typeface="Calibri"/>
                  <a:cs typeface="Mangal"/>
                </a:rPr>
                <a:t>Manage as GDM as per GOI guidelines</a:t>
              </a: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D0A278A2-B537-4E23-A7A3-7D4222EADAC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11821" y="2519917"/>
              <a:ext cx="2575303" cy="332391"/>
            </a:xfrm>
            <a:prstGeom prst="rect">
              <a:avLst/>
            </a:prstGeom>
            <a:grpFill/>
            <a:ln w="6350" cmpd="sng">
              <a:solidFill>
                <a:srgbClr val="CE4D2A"/>
              </a:solidFill>
              <a:miter lim="800000"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pPr algn="ctr"/>
              <a:r>
                <a:rPr lang="en-US" b="1">
                  <a:ea typeface="Calibri"/>
                  <a:cs typeface="Mangal"/>
                </a:rPr>
                <a:t>Repeat Test at 24-28 weeks</a:t>
              </a: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03E9355D-B014-431A-8A12-BA730CD621D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46216" y="3072968"/>
              <a:ext cx="1372289" cy="523875"/>
            </a:xfrm>
            <a:prstGeom prst="rect">
              <a:avLst/>
            </a:prstGeom>
            <a:grpFill/>
            <a:ln w="6350" cmpd="sng">
              <a:solidFill>
                <a:srgbClr val="CE4D2A"/>
              </a:solidFill>
              <a:miter lim="800000"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pPr algn="ctr"/>
              <a:r>
                <a:rPr lang="en-US" b="1">
                  <a:ea typeface="Calibri"/>
                  <a:cs typeface="Mangal"/>
                </a:rPr>
                <a:t>Positive, 2 </a:t>
              </a:r>
              <a:r>
                <a:rPr lang="en-US" b="1" err="1">
                  <a:ea typeface="Calibri"/>
                  <a:cs typeface="Mangal"/>
                </a:rPr>
                <a:t>hrs</a:t>
              </a:r>
              <a:r>
                <a:rPr lang="en-US" b="1">
                  <a:ea typeface="Calibri"/>
                  <a:cs typeface="Mangal"/>
                </a:rPr>
                <a:t> BS 140 mg/</a:t>
              </a:r>
              <a:r>
                <a:rPr lang="en-US" b="1" err="1">
                  <a:ea typeface="Calibri"/>
                  <a:cs typeface="Mangal"/>
                </a:rPr>
                <a:t>dL</a:t>
              </a:r>
              <a:r>
                <a:rPr lang="en-US" b="1">
                  <a:ea typeface="Calibri"/>
                  <a:cs typeface="Mangal"/>
                </a:rPr>
                <a:t> or more</a:t>
              </a: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6E8A32EE-9F3A-401A-9C5E-2CFC7FD9607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37793" y="3067182"/>
              <a:ext cx="1439540" cy="526958"/>
            </a:xfrm>
            <a:prstGeom prst="rect">
              <a:avLst/>
            </a:prstGeom>
            <a:grpFill/>
            <a:ln w="6350" cmpd="sng">
              <a:solidFill>
                <a:srgbClr val="CE4D2A"/>
              </a:solidFill>
              <a:miter lim="800000"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pPr algn="ctr"/>
              <a:r>
                <a:rPr lang="en-US" b="1">
                  <a:ea typeface="Calibri"/>
                  <a:cs typeface="Mangal"/>
                </a:rPr>
                <a:t>Negative, 2 </a:t>
              </a:r>
              <a:r>
                <a:rPr lang="en-US" b="1" err="1">
                  <a:ea typeface="Calibri"/>
                  <a:cs typeface="Mangal"/>
                </a:rPr>
                <a:t>hrs</a:t>
              </a:r>
              <a:r>
                <a:rPr lang="en-US" b="1">
                  <a:ea typeface="Calibri"/>
                  <a:cs typeface="Mangal"/>
                </a:rPr>
                <a:t> BS less than 140 mg/</a:t>
              </a:r>
              <a:r>
                <a:rPr lang="en-US" b="1" err="1">
                  <a:ea typeface="Calibri"/>
                  <a:cs typeface="Mangal"/>
                </a:rPr>
                <a:t>dL</a:t>
              </a:r>
              <a:endParaRPr lang="en-US" b="1">
                <a:ea typeface="Calibri"/>
                <a:cs typeface="Mangal"/>
              </a:endParaRP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8325EB5A-7E4C-448D-B7CB-12A12D1BA18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37793" y="4114800"/>
              <a:ext cx="1439540" cy="513080"/>
            </a:xfrm>
            <a:prstGeom prst="rect">
              <a:avLst/>
            </a:prstGeom>
            <a:grpFill/>
            <a:ln w="6350" cmpd="sng">
              <a:solidFill>
                <a:srgbClr val="CE4D2A"/>
              </a:solidFill>
              <a:miter lim="800000"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pPr algn="ctr">
                <a:spcBef>
                  <a:spcPts val="600"/>
                </a:spcBef>
              </a:pPr>
              <a:r>
                <a:rPr lang="en-US" b="1" dirty="0">
                  <a:ea typeface="Calibri"/>
                  <a:cs typeface="Mangal"/>
                </a:rPr>
                <a:t>Manage as normal ANC</a:t>
              </a:r>
            </a:p>
          </p:txBody>
        </p:sp>
        <p:cxnSp>
          <p:nvCxnSpPr>
            <p:cNvPr id="15" name="AutoShape 3663">
              <a:extLst>
                <a:ext uri="{FF2B5EF4-FFF2-40B4-BE49-F238E27FC236}">
                  <a16:creationId xmlns:a16="http://schemas.microsoft.com/office/drawing/2014/main" id="{D11F8231-6098-48E9-BEC1-D1094FF9AF47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2838893" y="776177"/>
              <a:ext cx="8255" cy="221597"/>
            </a:xfrm>
            <a:prstGeom prst="straightConnector1">
              <a:avLst/>
            </a:prstGeom>
            <a:grpFill/>
            <a:ln w="6350" cmpd="sng">
              <a:solidFill>
                <a:srgbClr val="CE4D2A"/>
              </a:solidFill>
              <a:round/>
              <a:headEnd type="none" w="med" len="med"/>
              <a:tailEnd type="triangle" w="med" len="med"/>
            </a:ln>
          </p:spPr>
        </p:cxnSp>
        <p:cxnSp>
          <p:nvCxnSpPr>
            <p:cNvPr id="16" name="AutoShape 3664">
              <a:extLst>
                <a:ext uri="{FF2B5EF4-FFF2-40B4-BE49-F238E27FC236}">
                  <a16:creationId xmlns:a16="http://schemas.microsoft.com/office/drawing/2014/main" id="{E6A46C48-3E06-42E4-9EC8-AE7D8CAB109E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2828260" y="1509824"/>
              <a:ext cx="0" cy="241974"/>
            </a:xfrm>
            <a:prstGeom prst="straightConnector1">
              <a:avLst/>
            </a:prstGeom>
            <a:grpFill/>
            <a:ln w="6350" cmpd="sng">
              <a:solidFill>
                <a:srgbClr val="CE4D2A"/>
              </a:solidFill>
              <a:round/>
              <a:headEnd type="none" w="med" len="med"/>
              <a:tailEnd type="triangle" w="med" len="med"/>
            </a:ln>
          </p:spPr>
        </p:cxnSp>
        <p:cxnSp>
          <p:nvCxnSpPr>
            <p:cNvPr id="17" name="AutoShape 3665">
              <a:extLst>
                <a:ext uri="{FF2B5EF4-FFF2-40B4-BE49-F238E27FC236}">
                  <a16:creationId xmlns:a16="http://schemas.microsoft.com/office/drawing/2014/main" id="{BAEBE582-5BAE-43C9-B250-A9F5CA7A226C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1251936" y="1751798"/>
              <a:ext cx="0" cy="275086"/>
            </a:xfrm>
            <a:prstGeom prst="straightConnector1">
              <a:avLst/>
            </a:prstGeom>
            <a:grpFill/>
            <a:ln w="6350" cmpd="sng">
              <a:solidFill>
                <a:srgbClr val="CE4D2A"/>
              </a:solidFill>
              <a:round/>
              <a:headEnd type="none" w="med" len="med"/>
              <a:tailEnd type="triangle" w="med" len="med"/>
            </a:ln>
          </p:spPr>
        </p:cxnSp>
        <p:cxnSp>
          <p:nvCxnSpPr>
            <p:cNvPr id="18" name="AutoShape 3666">
              <a:extLst>
                <a:ext uri="{FF2B5EF4-FFF2-40B4-BE49-F238E27FC236}">
                  <a16:creationId xmlns:a16="http://schemas.microsoft.com/office/drawing/2014/main" id="{593A59B3-3F74-4CD3-915C-CA662EA307DB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4380614" y="1754372"/>
              <a:ext cx="0" cy="274955"/>
            </a:xfrm>
            <a:prstGeom prst="straightConnector1">
              <a:avLst/>
            </a:prstGeom>
            <a:grpFill/>
            <a:ln w="6350" cmpd="sng">
              <a:solidFill>
                <a:srgbClr val="CE4D2A"/>
              </a:solidFill>
              <a:round/>
              <a:headEnd type="none" w="med" len="med"/>
              <a:tailEnd type="triangle" w="med" len="med"/>
            </a:ln>
          </p:spPr>
        </p:cxnSp>
        <p:cxnSp>
          <p:nvCxnSpPr>
            <p:cNvPr id="19" name="AutoShape 3667">
              <a:extLst>
                <a:ext uri="{FF2B5EF4-FFF2-40B4-BE49-F238E27FC236}">
                  <a16:creationId xmlns:a16="http://schemas.microsoft.com/office/drawing/2014/main" id="{C4CE7DAF-042A-4FC2-8018-0C04B8663D8A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1244009" y="2519917"/>
              <a:ext cx="7927" cy="1155314"/>
            </a:xfrm>
            <a:prstGeom prst="straightConnector1">
              <a:avLst/>
            </a:prstGeom>
            <a:grpFill/>
            <a:ln w="6350" cmpd="sng">
              <a:solidFill>
                <a:srgbClr val="CE4D2A"/>
              </a:solidFill>
              <a:round/>
              <a:headEnd type="none" w="med" len="med"/>
              <a:tailEnd type="triangle" w="med" len="med"/>
            </a:ln>
          </p:spPr>
        </p:cxnSp>
        <p:cxnSp>
          <p:nvCxnSpPr>
            <p:cNvPr id="20" name="AutoShape 3670">
              <a:extLst>
                <a:ext uri="{FF2B5EF4-FFF2-40B4-BE49-F238E27FC236}">
                  <a16:creationId xmlns:a16="http://schemas.microsoft.com/office/drawing/2014/main" id="{A9393BF0-8ED4-4A65-847D-12E6DF28E387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4380614" y="2296633"/>
              <a:ext cx="0" cy="227965"/>
            </a:xfrm>
            <a:prstGeom prst="straightConnector1">
              <a:avLst/>
            </a:prstGeom>
            <a:grpFill/>
            <a:ln w="6350" cmpd="sng">
              <a:solidFill>
                <a:srgbClr val="CE4D2A"/>
              </a:solidFill>
              <a:round/>
              <a:headEnd type="none" w="med" len="med"/>
              <a:tailEnd type="triangle" w="med" len="med"/>
            </a:ln>
          </p:spPr>
        </p:cxnSp>
        <p:cxnSp>
          <p:nvCxnSpPr>
            <p:cNvPr id="21" name="AutoShape 3672">
              <a:extLst>
                <a:ext uri="{FF2B5EF4-FFF2-40B4-BE49-F238E27FC236}">
                  <a16:creationId xmlns:a16="http://schemas.microsoft.com/office/drawing/2014/main" id="{5AF5E530-EE1F-435D-A5E8-584813BD2B00}"/>
                </a:ext>
              </a:extLst>
            </p:cNvPr>
            <p:cNvCxnSpPr>
              <a:cxnSpLocks noChangeShapeType="1"/>
              <a:stCxn id="13" idx="2"/>
            </p:cNvCxnSpPr>
            <p:nvPr/>
          </p:nvCxnSpPr>
          <p:spPr bwMode="auto">
            <a:xfrm>
              <a:off x="5057563" y="3594139"/>
              <a:ext cx="24800" cy="521976"/>
            </a:xfrm>
            <a:prstGeom prst="straightConnector1">
              <a:avLst/>
            </a:prstGeom>
            <a:grpFill/>
            <a:ln w="6350" cmpd="sng">
              <a:solidFill>
                <a:srgbClr val="CE4D2A"/>
              </a:solidFill>
              <a:round/>
              <a:headEnd type="none" w="med" len="med"/>
              <a:tailEnd type="triangle" w="med" len="med"/>
            </a:ln>
          </p:spPr>
        </p:cxnSp>
        <p:cxnSp>
          <p:nvCxnSpPr>
            <p:cNvPr id="22" name="AutoShape 3674">
              <a:extLst>
                <a:ext uri="{FF2B5EF4-FFF2-40B4-BE49-F238E27FC236}">
                  <a16:creationId xmlns:a16="http://schemas.microsoft.com/office/drawing/2014/main" id="{33ADCE91-77D9-4A44-B45C-22B2C1E5B117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1244009" y="1754372"/>
              <a:ext cx="3133090" cy="0"/>
            </a:xfrm>
            <a:prstGeom prst="straightConnector1">
              <a:avLst/>
            </a:prstGeom>
            <a:grpFill/>
            <a:ln w="6350" cmpd="sng">
              <a:solidFill>
                <a:srgbClr val="CE4D2A"/>
              </a:solidFill>
              <a:round/>
              <a:headEnd type="none" w="med" len="med"/>
              <a:tailEnd type="none" w="med" len="med"/>
            </a:ln>
          </p:spPr>
        </p:cxnSp>
      </p:grpSp>
      <p:cxnSp>
        <p:nvCxnSpPr>
          <p:cNvPr id="2" name="AutoShape 3672">
            <a:extLst>
              <a:ext uri="{FF2B5EF4-FFF2-40B4-BE49-F238E27FC236}">
                <a16:creationId xmlns:a16="http://schemas.microsoft.com/office/drawing/2014/main" id="{E220EBEF-310A-BBB7-8096-766002C904CE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6375875" y="5034504"/>
            <a:ext cx="0" cy="597889"/>
          </a:xfrm>
          <a:prstGeom prst="straightConnector1">
            <a:avLst/>
          </a:prstGeom>
          <a:solidFill>
            <a:schemeClr val="accent6">
              <a:lumMod val="20000"/>
              <a:lumOff val="80000"/>
            </a:schemeClr>
          </a:solidFill>
          <a:ln w="6350" cmpd="sng">
            <a:solidFill>
              <a:srgbClr val="CE4D2A"/>
            </a:solidFill>
            <a:round/>
            <a:headEnd type="none" w="med" len="med"/>
            <a:tailEnd type="triangle" w="med" len="med"/>
          </a:ln>
        </p:spPr>
      </p:cxnSp>
      <p:sp>
        <p:nvSpPr>
          <p:cNvPr id="25" name="Rectangle 24">
            <a:extLst>
              <a:ext uri="{FF2B5EF4-FFF2-40B4-BE49-F238E27FC236}">
                <a16:creationId xmlns:a16="http://schemas.microsoft.com/office/drawing/2014/main" id="{C0315E64-AAD5-03AA-8A51-0251B0832C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50939" y="5653509"/>
            <a:ext cx="3090345" cy="658473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6350" cmpd="sng">
            <a:solidFill>
              <a:srgbClr val="CE4D2A"/>
            </a:solidFill>
            <a:miter lim="800000"/>
            <a:headEnd/>
            <a:tailEnd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algn="ctr">
              <a:spcBef>
                <a:spcPts val="600"/>
              </a:spcBef>
            </a:pPr>
            <a:r>
              <a:rPr lang="en-US" b="1" dirty="0">
                <a:ea typeface="Calibri"/>
                <a:cs typeface="Mangal"/>
              </a:rPr>
              <a:t>Manage as HRP ANC</a:t>
            </a:r>
          </a:p>
        </p:txBody>
      </p:sp>
    </p:spTree>
    <p:extLst>
      <p:ext uri="{BB962C8B-B14F-4D97-AF65-F5344CB8AC3E}">
        <p14:creationId xmlns:p14="http://schemas.microsoft.com/office/powerpoint/2010/main" val="90028081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9EAE9F0-1CCA-47A0-8325-D401357311A2}"/>
              </a:ext>
            </a:extLst>
          </p:cNvPr>
          <p:cNvSpPr txBox="1"/>
          <p:nvPr/>
        </p:nvSpPr>
        <p:spPr>
          <a:xfrm>
            <a:off x="2495550" y="200414"/>
            <a:ext cx="72009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667D"/>
                </a:solidFill>
                <a:latin typeface="Melior LT Std" panose="02040503050506040804" pitchFamily="18" charset="0"/>
              </a:rPr>
              <a:t>Management of GDM Flow Chart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F54197FE-57D0-4933-9B3C-5810057F20B2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7518763" y="4344854"/>
            <a:ext cx="0" cy="221205"/>
          </a:xfrm>
          <a:prstGeom prst="straightConnector1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pSp>
        <p:nvGrpSpPr>
          <p:cNvPr id="6" name="Group 5">
            <a:extLst>
              <a:ext uri="{FF2B5EF4-FFF2-40B4-BE49-F238E27FC236}">
                <a16:creationId xmlns:a16="http://schemas.microsoft.com/office/drawing/2014/main" id="{505CC2B1-269A-4555-86C3-4C76D763C76A}"/>
              </a:ext>
            </a:extLst>
          </p:cNvPr>
          <p:cNvGrpSpPr/>
          <p:nvPr/>
        </p:nvGrpSpPr>
        <p:grpSpPr>
          <a:xfrm>
            <a:off x="665018" y="890649"/>
            <a:ext cx="11186556" cy="5607095"/>
            <a:chOff x="1447800" y="1305681"/>
            <a:chExt cx="6019800" cy="4658214"/>
          </a:xfrm>
          <a:solidFill>
            <a:schemeClr val="accent6">
              <a:lumMod val="20000"/>
              <a:lumOff val="80000"/>
            </a:schemeClr>
          </a:solidFill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846B03CC-C2AA-466D-9610-ECF0AA1A179A}"/>
                </a:ext>
              </a:extLst>
            </p:cNvPr>
            <p:cNvGrpSpPr/>
            <p:nvPr/>
          </p:nvGrpSpPr>
          <p:grpSpPr>
            <a:xfrm>
              <a:off x="1447800" y="1305681"/>
              <a:ext cx="6019800" cy="4658214"/>
              <a:chOff x="0" y="1468944"/>
              <a:chExt cx="4114800" cy="5753357"/>
            </a:xfrm>
            <a:grpFill/>
          </p:grpSpPr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BB13BD44-A022-4D7C-80D2-B29A4D48D6D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404" y="1468944"/>
                <a:ext cx="3552681" cy="324470"/>
              </a:xfrm>
              <a:prstGeom prst="rect">
                <a:avLst/>
              </a:prstGeom>
              <a:grpFill/>
              <a:ln w="6350" cap="flat" cmpd="sng" algn="ctr">
                <a:solidFill>
                  <a:schemeClr val="accent6"/>
                </a:solidFill>
                <a:prstDash val="solid"/>
                <a:miter lim="800000"/>
                <a:headEnd/>
                <a:tailEnd/>
              </a:ln>
            </p:spPr>
            <p:txBody>
              <a:bodyPr rot="0" vert="horz" wrap="square" lIns="91440" tIns="45720" rIns="91440" bIns="45720" anchor="ctr" anchorCtr="0" upright="1">
                <a:noAutofit/>
              </a:bodyPr>
              <a:lstStyle/>
              <a:p>
                <a:pPr algn="ctr"/>
                <a:r>
                  <a:rPr lang="en-US" sz="1600" b="1" dirty="0">
                    <a:latin typeface="Cambria" panose="02040503050406030204" pitchFamily="18" charset="0"/>
                    <a:ea typeface="Cambria" panose="02040503050406030204" pitchFamily="18" charset="0"/>
                    <a:cs typeface="Mangal"/>
                  </a:rPr>
                  <a:t>Pregnant Women with GDM  (BS ≥ 140 mg/dl)</a:t>
                </a:r>
                <a:endParaRPr lang="en-US" sz="1600" dirty="0">
                  <a:latin typeface="Cambria" panose="02040503050406030204" pitchFamily="18" charset="0"/>
                  <a:ea typeface="Cambria" panose="02040503050406030204" pitchFamily="18" charset="0"/>
                  <a:cs typeface="Mangal"/>
                </a:endParaRPr>
              </a:p>
            </p:txBody>
          </p:sp>
          <p:sp>
            <p:nvSpPr>
              <p:cNvPr id="10" name="Flowchart: Process 9">
                <a:extLst>
                  <a:ext uri="{FF2B5EF4-FFF2-40B4-BE49-F238E27FC236}">
                    <a16:creationId xmlns:a16="http://schemas.microsoft.com/office/drawing/2014/main" id="{F7ED0311-F615-4D73-AE8A-68E5C81189C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32022" y="3016034"/>
                <a:ext cx="1876349" cy="346439"/>
              </a:xfrm>
              <a:prstGeom prst="flowChartProcess">
                <a:avLst/>
              </a:prstGeom>
              <a:grpFill/>
              <a:ln w="6350" cap="flat" cmpd="sng" algn="ctr">
                <a:solidFill>
                  <a:schemeClr val="accent6"/>
                </a:solidFill>
                <a:prstDash val="solid"/>
                <a:miter lim="800000"/>
                <a:headEnd/>
                <a:tailEnd/>
              </a:ln>
            </p:spPr>
            <p:txBody>
              <a:bodyPr rot="0" vert="horz" wrap="square" lIns="91440" tIns="45720" rIns="91440" bIns="45720" anchor="ctr" anchorCtr="0" upright="1">
                <a:noAutofit/>
              </a:bodyPr>
              <a:lstStyle/>
              <a:p>
                <a:pPr algn="ctr"/>
                <a:r>
                  <a:rPr lang="en-US" sz="1600" b="1" dirty="0">
                    <a:latin typeface="Cambria" panose="02040503050406030204" pitchFamily="18" charset="0"/>
                    <a:ea typeface="Cambria" panose="02040503050406030204" pitchFamily="18" charset="0"/>
                    <a:cs typeface="Mangal"/>
                  </a:rPr>
                  <a:t>2 </a:t>
                </a:r>
                <a:r>
                  <a:rPr lang="en-US" sz="1600" b="1" dirty="0" err="1">
                    <a:latin typeface="Cambria" panose="02040503050406030204" pitchFamily="18" charset="0"/>
                    <a:ea typeface="Cambria" panose="02040503050406030204" pitchFamily="18" charset="0"/>
                    <a:cs typeface="Mangal"/>
                  </a:rPr>
                  <a:t>hr</a:t>
                </a:r>
                <a:r>
                  <a:rPr lang="en-US" sz="1600" b="1" dirty="0">
                    <a:latin typeface="Cambria" panose="02040503050406030204" pitchFamily="18" charset="0"/>
                    <a:ea typeface="Cambria" panose="02040503050406030204" pitchFamily="18" charset="0"/>
                    <a:cs typeface="Mangal"/>
                  </a:rPr>
                  <a:t> PPBS</a:t>
                </a:r>
                <a:endParaRPr lang="en-US" sz="1600" dirty="0">
                  <a:latin typeface="Cambria" panose="02040503050406030204" pitchFamily="18" charset="0"/>
                  <a:ea typeface="Cambria" panose="02040503050406030204" pitchFamily="18" charset="0"/>
                  <a:cs typeface="Mangal"/>
                </a:endParaRPr>
              </a:p>
            </p:txBody>
          </p:sp>
          <p:sp>
            <p:nvSpPr>
              <p:cNvPr id="11" name="Flowchart: Process 10">
                <a:extLst>
                  <a:ext uri="{FF2B5EF4-FFF2-40B4-BE49-F238E27FC236}">
                    <a16:creationId xmlns:a16="http://schemas.microsoft.com/office/drawing/2014/main" id="{8D8AA9D6-025C-4292-8299-8A89304B601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2378" y="4091051"/>
                <a:ext cx="1790065" cy="719520"/>
              </a:xfrm>
              <a:prstGeom prst="flowChartProcess">
                <a:avLst/>
              </a:prstGeom>
              <a:grpFill/>
              <a:ln w="6350" cap="flat" cmpd="sng" algn="ctr">
                <a:solidFill>
                  <a:schemeClr val="accent6"/>
                </a:solidFill>
                <a:prstDash val="solid"/>
                <a:miter lim="800000"/>
                <a:headEnd/>
                <a:tailEnd/>
              </a:ln>
            </p:spPr>
            <p:txBody>
              <a:bodyPr rot="0" vert="horz" wrap="square" lIns="91440" tIns="45720" rIns="91440" bIns="45720" anchor="ctr" anchorCtr="0" upright="1">
                <a:noAutofit/>
              </a:bodyPr>
              <a:lstStyle/>
              <a:p>
                <a:r>
                  <a:rPr lang="en-US" sz="1600" b="1" dirty="0">
                    <a:latin typeface="Cambria" panose="02040503050406030204" pitchFamily="18" charset="0"/>
                    <a:ea typeface="Cambria" panose="02040503050406030204" pitchFamily="18" charset="0"/>
                    <a:cs typeface="Mangal"/>
                  </a:rPr>
                  <a:t>Less than 120 mg/dL Continue Medical Nutrition therapy, physical exercise)</a:t>
                </a:r>
                <a:endParaRPr lang="en-US" sz="1600" dirty="0">
                  <a:latin typeface="Cambria" panose="02040503050406030204" pitchFamily="18" charset="0"/>
                  <a:ea typeface="Cambria" panose="02040503050406030204" pitchFamily="18" charset="0"/>
                  <a:cs typeface="Mangal"/>
                </a:endParaRPr>
              </a:p>
            </p:txBody>
          </p:sp>
          <p:sp>
            <p:nvSpPr>
              <p:cNvPr id="12" name="Flowchart: Process 11">
                <a:extLst>
                  <a:ext uri="{FF2B5EF4-FFF2-40B4-BE49-F238E27FC236}">
                    <a16:creationId xmlns:a16="http://schemas.microsoft.com/office/drawing/2014/main" id="{86EC9B50-96E9-4296-9974-33D5793A1FE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0" y="5041556"/>
                <a:ext cx="1875790" cy="1468425"/>
              </a:xfrm>
              <a:prstGeom prst="flowChartProcess">
                <a:avLst/>
              </a:prstGeom>
              <a:grpFill/>
              <a:ln w="6350" cap="flat" cmpd="sng" algn="ctr">
                <a:solidFill>
                  <a:schemeClr val="accent6"/>
                </a:solidFill>
                <a:prstDash val="solid"/>
                <a:miter lim="800000"/>
                <a:headEnd/>
                <a:tailEnd/>
              </a:ln>
            </p:spPr>
            <p:txBody>
              <a:bodyPr rot="0" vert="horz" wrap="square" lIns="91440" tIns="45720" rIns="91440" bIns="45720" anchor="ctr" anchorCtr="0" upright="1">
                <a:noAutofit/>
              </a:bodyPr>
              <a:lstStyle/>
              <a:p>
                <a:r>
                  <a:rPr lang="en-US" sz="1600" b="1" dirty="0">
                    <a:latin typeface="Cambria" panose="02040503050406030204" pitchFamily="18" charset="0"/>
                    <a:ea typeface="Cambria" panose="02040503050406030204" pitchFamily="18" charset="0"/>
                    <a:cs typeface="Mangal"/>
                  </a:rPr>
                  <a:t>Monitor 2 </a:t>
                </a:r>
                <a:r>
                  <a:rPr lang="en-US" sz="1600" b="1" dirty="0" err="1">
                    <a:latin typeface="Cambria" panose="02040503050406030204" pitchFamily="18" charset="0"/>
                    <a:ea typeface="Cambria" panose="02040503050406030204" pitchFamily="18" charset="0"/>
                    <a:cs typeface="Mangal"/>
                  </a:rPr>
                  <a:t>hr</a:t>
                </a:r>
                <a:r>
                  <a:rPr lang="en-US" sz="1600" b="1" dirty="0">
                    <a:latin typeface="Cambria" panose="02040503050406030204" pitchFamily="18" charset="0"/>
                    <a:ea typeface="Cambria" panose="02040503050406030204" pitchFamily="18" charset="0"/>
                    <a:cs typeface="Mangal"/>
                  </a:rPr>
                  <a:t> PPBS </a:t>
                </a:r>
                <a:endParaRPr lang="en-US" sz="1600" dirty="0">
                  <a:latin typeface="Cambria" panose="02040503050406030204" pitchFamily="18" charset="0"/>
                  <a:ea typeface="Cambria" panose="02040503050406030204" pitchFamily="18" charset="0"/>
                  <a:cs typeface="Mangal"/>
                </a:endParaRPr>
              </a:p>
              <a:p>
                <a:r>
                  <a:rPr lang="en-US" sz="1600" b="1" dirty="0">
                    <a:latin typeface="Cambria" panose="02040503050406030204" pitchFamily="18" charset="0"/>
                    <a:ea typeface="Cambria" panose="02040503050406030204" pitchFamily="18" charset="0"/>
                    <a:cs typeface="Mangal"/>
                  </a:rPr>
                  <a:t>as per high risk pregnancy protocol (8 tests during pregnancy) or as recommended by physician (at least once monthly)</a:t>
                </a:r>
                <a:endParaRPr lang="en-US" sz="1600" dirty="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  <p:sp>
            <p:nvSpPr>
              <p:cNvPr id="13" name="Flowchart: Process 12">
                <a:extLst>
                  <a:ext uri="{FF2B5EF4-FFF2-40B4-BE49-F238E27FC236}">
                    <a16:creationId xmlns:a16="http://schemas.microsoft.com/office/drawing/2014/main" id="{4A9BFA11-DA68-4D4E-A137-4B16A153608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87058" y="2836976"/>
                <a:ext cx="1081142" cy="728159"/>
              </a:xfrm>
              <a:prstGeom prst="flowChartProcess">
                <a:avLst/>
              </a:prstGeom>
              <a:grpFill/>
              <a:ln w="6350" cap="flat" cmpd="sng" algn="ctr">
                <a:solidFill>
                  <a:schemeClr val="accent6"/>
                </a:solidFill>
                <a:prstDash val="solid"/>
                <a:miter lim="800000"/>
                <a:headEnd/>
                <a:tailEnd/>
              </a:ln>
            </p:spPr>
            <p:txBody>
              <a:bodyPr rot="0" vert="horz" wrap="square" lIns="91440" tIns="45720" rIns="91440" bIns="45720" anchor="ctr" anchorCtr="0" upright="1">
                <a:noAutofit/>
              </a:bodyPr>
              <a:lstStyle/>
              <a:p>
                <a:pPr algn="ctr"/>
                <a:r>
                  <a:rPr lang="en-US" sz="1200" b="1" dirty="0">
                    <a:latin typeface="Cambria" panose="02040503050406030204" pitchFamily="18" charset="0"/>
                    <a:ea typeface="Cambria" panose="02040503050406030204" pitchFamily="18" charset="0"/>
                    <a:cs typeface="Mangal"/>
                  </a:rPr>
                  <a:t>After 2 weeks if identified before 28 weeks , after 28 weeks follow up after 1 week</a:t>
                </a:r>
                <a:endParaRPr lang="en-US" sz="1200" dirty="0">
                  <a:latin typeface="Cambria" panose="02040503050406030204" pitchFamily="18" charset="0"/>
                  <a:ea typeface="Cambria" panose="02040503050406030204" pitchFamily="18" charset="0"/>
                  <a:cs typeface="Mangal"/>
                </a:endParaRPr>
              </a:p>
            </p:txBody>
          </p:sp>
          <p:cxnSp>
            <p:nvCxnSpPr>
              <p:cNvPr id="14" name="Straight Arrow Connector 13">
                <a:extLst>
                  <a:ext uri="{FF2B5EF4-FFF2-40B4-BE49-F238E27FC236}">
                    <a16:creationId xmlns:a16="http://schemas.microsoft.com/office/drawing/2014/main" id="{00345ECB-6639-42DE-8AB5-BEB03AD4A9B3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1869934" y="2726594"/>
                <a:ext cx="8237" cy="305044"/>
              </a:xfrm>
              <a:prstGeom prst="straightConnector1">
                <a:avLst/>
              </a:prstGeom>
              <a:grpFill/>
              <a:ln w="6350" cap="flat" cmpd="sng" algn="ctr">
                <a:solidFill>
                  <a:schemeClr val="accent6"/>
                </a:solidFill>
                <a:prstDash val="solid"/>
                <a:round/>
                <a:headEnd/>
                <a:tailEnd type="arrow" w="med" len="med"/>
              </a:ln>
            </p:spPr>
          </p:cxnSp>
          <p:cxnSp>
            <p:nvCxnSpPr>
              <p:cNvPr id="15" name="Straight Arrow Connector 14">
                <a:extLst>
                  <a:ext uri="{FF2B5EF4-FFF2-40B4-BE49-F238E27FC236}">
                    <a16:creationId xmlns:a16="http://schemas.microsoft.com/office/drawing/2014/main" id="{8DE75513-F4A1-46F8-834A-3CB832E978D9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1875745" y="1852720"/>
                <a:ext cx="3655" cy="412474"/>
              </a:xfrm>
              <a:prstGeom prst="straightConnector1">
                <a:avLst/>
              </a:prstGeom>
              <a:grpFill/>
              <a:ln w="6350" cap="flat" cmpd="sng" algn="ctr">
                <a:solidFill>
                  <a:schemeClr val="accent6"/>
                </a:solidFill>
                <a:prstDash val="solid"/>
                <a:round/>
                <a:headEnd/>
                <a:tailEnd type="arrow" w="med" len="med"/>
              </a:ln>
            </p:spPr>
          </p:cxnSp>
          <p:sp>
            <p:nvSpPr>
              <p:cNvPr id="16" name="Flowchart: Process 15">
                <a:extLst>
                  <a:ext uri="{FF2B5EF4-FFF2-40B4-BE49-F238E27FC236}">
                    <a16:creationId xmlns:a16="http://schemas.microsoft.com/office/drawing/2014/main" id="{CCB13356-A725-4A6C-8E3A-E8B0C2A674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97702" y="5032699"/>
                <a:ext cx="2117098" cy="2189602"/>
              </a:xfrm>
              <a:prstGeom prst="flowChartProcess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 w="6350" cap="flat" cmpd="sng" algn="ctr">
                <a:solidFill>
                  <a:schemeClr val="accent6"/>
                </a:solidFill>
                <a:prstDash val="solid"/>
                <a:miter lim="800000"/>
                <a:headEnd/>
                <a:tailEnd/>
              </a:ln>
            </p:spPr>
            <p:txBody>
              <a:bodyPr rot="0" vert="horz" wrap="square" lIns="91440" tIns="45720" rIns="91440" bIns="45720" anchor="ctr" anchorCtr="0" upright="1">
                <a:no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1600" b="1" dirty="0">
                    <a:latin typeface="Cambria" panose="02040503050406030204" pitchFamily="18" charset="0"/>
                    <a:ea typeface="Cambria" panose="02040503050406030204" pitchFamily="18" charset="0"/>
                    <a:cs typeface="Mangal"/>
                  </a:rPr>
                  <a:t>Monitor FBS &amp; 2 </a:t>
                </a:r>
                <a:r>
                  <a:rPr lang="en-US" sz="1600" b="1" dirty="0" err="1">
                    <a:latin typeface="Cambria" panose="02040503050406030204" pitchFamily="18" charset="0"/>
                    <a:ea typeface="Cambria" panose="02040503050406030204" pitchFamily="18" charset="0"/>
                    <a:cs typeface="Mangal"/>
                  </a:rPr>
                  <a:t>hr</a:t>
                </a:r>
                <a:r>
                  <a:rPr lang="en-US" sz="1600" b="1" dirty="0">
                    <a:latin typeface="Cambria" panose="02040503050406030204" pitchFamily="18" charset="0"/>
                    <a:ea typeface="Cambria" panose="02040503050406030204" pitchFamily="18" charset="0"/>
                    <a:cs typeface="Mangal"/>
                  </a:rPr>
                  <a:t> PPBS every 3</a:t>
                </a:r>
                <a:r>
                  <a:rPr lang="en-US" sz="1600" b="1" baseline="30000" dirty="0">
                    <a:latin typeface="Cambria" panose="02040503050406030204" pitchFamily="18" charset="0"/>
                    <a:ea typeface="Cambria" panose="02040503050406030204" pitchFamily="18" charset="0"/>
                    <a:cs typeface="Mangal"/>
                  </a:rPr>
                  <a:t>rd</a:t>
                </a:r>
                <a:r>
                  <a:rPr lang="en-US" sz="1600" b="1" dirty="0">
                    <a:latin typeface="Cambria" panose="02040503050406030204" pitchFamily="18" charset="0"/>
                    <a:ea typeface="Cambria" panose="02040503050406030204" pitchFamily="18" charset="0"/>
                    <a:cs typeface="Mangal"/>
                  </a:rPr>
                  <a:t> day or more frequently for insulin and once in two weeks for metformin dose adjustment to maintain normal blood sugar levels.</a:t>
                </a:r>
                <a:endParaRPr lang="en-US" sz="1600" dirty="0">
                  <a:latin typeface="Cambria" panose="02040503050406030204" pitchFamily="18" charset="0"/>
                  <a:ea typeface="Cambria" panose="02040503050406030204" pitchFamily="18" charset="0"/>
                  <a:cs typeface="Mangal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1600" b="1" dirty="0">
                    <a:latin typeface="Cambria" panose="02040503050406030204" pitchFamily="18" charset="0"/>
                    <a:ea typeface="Cambria" panose="02040503050406030204" pitchFamily="18" charset="0"/>
                    <a:cs typeface="Mangal"/>
                  </a:rPr>
                  <a:t>Monitor FBS and 2 </a:t>
                </a:r>
                <a:r>
                  <a:rPr lang="en-US" sz="1600" b="1" dirty="0" err="1">
                    <a:latin typeface="Cambria" panose="02040503050406030204" pitchFamily="18" charset="0"/>
                    <a:ea typeface="Cambria" panose="02040503050406030204" pitchFamily="18" charset="0"/>
                    <a:cs typeface="Mangal"/>
                  </a:rPr>
                  <a:t>hr</a:t>
                </a:r>
                <a:r>
                  <a:rPr lang="en-US" sz="1600" b="1" dirty="0">
                    <a:latin typeface="Cambria" panose="02040503050406030204" pitchFamily="18" charset="0"/>
                    <a:ea typeface="Cambria" panose="02040503050406030204" pitchFamily="18" charset="0"/>
                    <a:cs typeface="Mangal"/>
                  </a:rPr>
                  <a:t> PPBS as per high risk pregnancy protocol or as recommended by physician (at least once monthly)</a:t>
                </a:r>
                <a:endParaRPr lang="en-US" sz="1600" dirty="0">
                  <a:latin typeface="Cambria" panose="02040503050406030204" pitchFamily="18" charset="0"/>
                  <a:ea typeface="Cambria" panose="02040503050406030204" pitchFamily="18" charset="0"/>
                  <a:cs typeface="Mangal"/>
                </a:endParaRPr>
              </a:p>
            </p:txBody>
          </p:sp>
          <p:cxnSp>
            <p:nvCxnSpPr>
              <p:cNvPr id="17" name="Straight Arrow Connector 16">
                <a:extLst>
                  <a:ext uri="{FF2B5EF4-FFF2-40B4-BE49-F238E27FC236}">
                    <a16:creationId xmlns:a16="http://schemas.microsoft.com/office/drawing/2014/main" id="{5A7DD3F6-9BA6-43B7-9743-94E393F46D3D}"/>
                  </a:ext>
                </a:extLst>
              </p:cNvPr>
              <p:cNvCxnSpPr>
                <a:cxnSpLocks noChangeShapeType="1"/>
                <a:stCxn id="10" idx="2"/>
              </p:cNvCxnSpPr>
              <p:nvPr/>
            </p:nvCxnSpPr>
            <p:spPr bwMode="auto">
              <a:xfrm flipH="1">
                <a:off x="1346099" y="3362473"/>
                <a:ext cx="424097" cy="558149"/>
              </a:xfrm>
              <a:prstGeom prst="straightConnector1">
                <a:avLst/>
              </a:prstGeom>
              <a:grpFill/>
              <a:ln w="6350" cap="flat" cmpd="sng" algn="ctr">
                <a:solidFill>
                  <a:schemeClr val="accent6"/>
                </a:solidFill>
                <a:prstDash val="solid"/>
                <a:round/>
                <a:headEnd/>
                <a:tailEnd type="arrow" w="med" len="med"/>
              </a:ln>
            </p:spPr>
          </p:cxnSp>
          <p:cxnSp>
            <p:nvCxnSpPr>
              <p:cNvPr id="18" name="Straight Arrow Connector 17">
                <a:extLst>
                  <a:ext uri="{FF2B5EF4-FFF2-40B4-BE49-F238E27FC236}">
                    <a16:creationId xmlns:a16="http://schemas.microsoft.com/office/drawing/2014/main" id="{313AFBD1-B505-403D-BF9C-8920DEF069E1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914400" y="4810897"/>
                <a:ext cx="0" cy="230299"/>
              </a:xfrm>
              <a:prstGeom prst="straightConnector1">
                <a:avLst/>
              </a:prstGeom>
              <a:grpFill/>
              <a:ln w="6350" cap="flat" cmpd="sng" algn="ctr">
                <a:solidFill>
                  <a:schemeClr val="accent6"/>
                </a:solidFill>
                <a:prstDash val="solid"/>
                <a:round/>
                <a:headEnd/>
                <a:tailEnd type="arrow" w="med" len="med"/>
              </a:ln>
            </p:spPr>
          </p:cxnSp>
          <p:cxnSp>
            <p:nvCxnSpPr>
              <p:cNvPr id="19" name="Straight Arrow Connector 18">
                <a:extLst>
                  <a:ext uri="{FF2B5EF4-FFF2-40B4-BE49-F238E27FC236}">
                    <a16:creationId xmlns:a16="http://schemas.microsoft.com/office/drawing/2014/main" id="{0C75D34A-0A62-43AA-AC1A-73D3D88299F1}"/>
                  </a:ext>
                </a:extLst>
              </p:cNvPr>
              <p:cNvCxnSpPr>
                <a:cxnSpLocks noChangeShapeType="1"/>
                <a:stCxn id="10" idx="2"/>
              </p:cNvCxnSpPr>
              <p:nvPr/>
            </p:nvCxnSpPr>
            <p:spPr bwMode="auto">
              <a:xfrm>
                <a:off x="1770196" y="3362473"/>
                <a:ext cx="695182" cy="558149"/>
              </a:xfrm>
              <a:prstGeom prst="straightConnector1">
                <a:avLst/>
              </a:prstGeom>
              <a:grpFill/>
              <a:ln w="6350" cap="flat" cmpd="sng" algn="ctr">
                <a:solidFill>
                  <a:schemeClr val="accent6"/>
                </a:solidFill>
                <a:prstDash val="solid"/>
                <a:round/>
                <a:headEnd/>
                <a:tailEnd type="arrow" w="med" len="med"/>
              </a:ln>
            </p:spPr>
          </p:cxnSp>
          <p:cxnSp>
            <p:nvCxnSpPr>
              <p:cNvPr id="20" name="Straight Arrow Connector 19">
                <a:extLst>
                  <a:ext uri="{FF2B5EF4-FFF2-40B4-BE49-F238E27FC236}">
                    <a16:creationId xmlns:a16="http://schemas.microsoft.com/office/drawing/2014/main" id="{A34BC82C-5FCC-4768-99C4-E3544C81E588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2998573" y="4852086"/>
                <a:ext cx="0" cy="190500"/>
              </a:xfrm>
              <a:prstGeom prst="straightConnector1">
                <a:avLst/>
              </a:prstGeom>
              <a:grpFill/>
              <a:ln w="6350" cap="flat" cmpd="sng" algn="ctr">
                <a:solidFill>
                  <a:schemeClr val="accent6"/>
                </a:solidFill>
                <a:prstDash val="solid"/>
                <a:round/>
                <a:headEnd/>
                <a:tailEnd type="arrow" w="med" len="med"/>
              </a:ln>
            </p:spPr>
          </p:cxnSp>
          <p:cxnSp>
            <p:nvCxnSpPr>
              <p:cNvPr id="21" name="Straight Connector 20">
                <a:extLst>
                  <a:ext uri="{FF2B5EF4-FFF2-40B4-BE49-F238E27FC236}">
                    <a16:creationId xmlns:a16="http://schemas.microsoft.com/office/drawing/2014/main" id="{5F647F8E-7B78-4A20-9CE3-A65BA304A92E}"/>
                  </a:ext>
                </a:extLst>
              </p:cNvPr>
              <p:cNvCxnSpPr/>
              <p:nvPr/>
            </p:nvCxnSpPr>
            <p:spPr>
              <a:xfrm>
                <a:off x="1869934" y="2887248"/>
                <a:ext cx="1012825" cy="0"/>
              </a:xfrm>
              <a:prstGeom prst="line">
                <a:avLst/>
              </a:prstGeom>
              <a:grpFill/>
              <a:ln w="6350" cap="flat" cmpd="sng" algn="ctr">
                <a:solidFill>
                  <a:schemeClr val="accent6"/>
                </a:solidFill>
                <a:prstDash val="solid"/>
              </a:ln>
              <a:effectLst/>
            </p:spPr>
          </p:cxnSp>
          <p:sp>
            <p:nvSpPr>
              <p:cNvPr id="22" name="Flowchart: Process 21">
                <a:extLst>
                  <a:ext uri="{FF2B5EF4-FFF2-40B4-BE49-F238E27FC236}">
                    <a16:creationId xmlns:a16="http://schemas.microsoft.com/office/drawing/2014/main" id="{B97EB9C3-35AE-4FD4-9DDF-F686DE2B92A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092411" y="3979611"/>
                <a:ext cx="1875790" cy="813486"/>
              </a:xfrm>
              <a:prstGeom prst="flowChartProcess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 w="6350" cap="flat" cmpd="sng" algn="ctr">
                <a:solidFill>
                  <a:schemeClr val="accent6"/>
                </a:solidFill>
                <a:prstDash val="solid"/>
                <a:miter lim="800000"/>
                <a:headEnd/>
                <a:tailEnd/>
              </a:ln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r>
                  <a:rPr lang="en-US" sz="1600" b="1" dirty="0">
                    <a:latin typeface="Cambria" panose="02040503050406030204" pitchFamily="18" charset="0"/>
                    <a:ea typeface="Cambria" panose="02040503050406030204" pitchFamily="18" charset="0"/>
                    <a:cs typeface="Mangal"/>
                  </a:rPr>
                  <a:t>120 mg/dL or more, MO/ Specialist start metformin or insulin therapy + continue </a:t>
                </a:r>
                <a:r>
                  <a:rPr lang="en-US" sz="1600" b="1" u="sng" dirty="0">
                    <a:latin typeface="Cambria" panose="02040503050406030204" pitchFamily="18" charset="0"/>
                    <a:ea typeface="Cambria" panose="02040503050406030204" pitchFamily="18" charset="0"/>
                    <a:cs typeface="Mangal"/>
                  </a:rPr>
                  <a:t>Medical </a:t>
                </a:r>
                <a:r>
                  <a:rPr lang="en-US" sz="1600" b="1" dirty="0">
                    <a:latin typeface="Cambria" panose="02040503050406030204" pitchFamily="18" charset="0"/>
                    <a:ea typeface="Cambria" panose="02040503050406030204" pitchFamily="18" charset="0"/>
                    <a:cs typeface="Mangal"/>
                  </a:rPr>
                  <a:t>Nutrition therapy and physical exercise</a:t>
                </a:r>
                <a:endParaRPr lang="en-US" sz="1600" dirty="0">
                  <a:latin typeface="Cambria" panose="02040503050406030204" pitchFamily="18" charset="0"/>
                  <a:ea typeface="Cambria" panose="02040503050406030204" pitchFamily="18" charset="0"/>
                  <a:cs typeface="Mangal"/>
                </a:endParaRPr>
              </a:p>
            </p:txBody>
          </p:sp>
        </p:grpSp>
        <p:sp>
          <p:nvSpPr>
            <p:cNvPr id="8" name="Flowchart: Process 7">
              <a:extLst>
                <a:ext uri="{FF2B5EF4-FFF2-40B4-BE49-F238E27FC236}">
                  <a16:creationId xmlns:a16="http://schemas.microsoft.com/office/drawing/2014/main" id="{B01B9FBE-DC99-460C-AB28-FBC2E547EBB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94276" y="1940633"/>
              <a:ext cx="3497473" cy="373240"/>
            </a:xfrm>
            <a:prstGeom prst="flowChartProcess">
              <a:avLst/>
            </a:prstGeom>
            <a:grpFill/>
            <a:ln w="6350" cap="flat" cmpd="sng" algn="ctr">
              <a:solidFill>
                <a:schemeClr val="accent6"/>
              </a:solidFill>
              <a:prstDash val="solid"/>
              <a:miter lim="800000"/>
              <a:headEnd/>
              <a:tailEnd/>
            </a:ln>
          </p:spPr>
          <p:txBody>
            <a:bodyPr rot="0" vert="horz" wrap="square" lIns="91440" tIns="45720" rIns="91440" bIns="45720" anchor="ctr" anchorCtr="0" upright="1">
              <a:noAutofit/>
            </a:bodyPr>
            <a:lstStyle/>
            <a:p>
              <a:pPr algn="ctr"/>
              <a:r>
                <a:rPr lang="en-US" sz="1600" b="1" dirty="0">
                  <a:latin typeface="Cambria" panose="02040503050406030204" pitchFamily="18" charset="0"/>
                  <a:ea typeface="Cambria" panose="02040503050406030204" pitchFamily="18" charset="0"/>
                  <a:cs typeface="Mangal"/>
                </a:rPr>
                <a:t>Start Medical</a:t>
              </a:r>
              <a:r>
                <a:rPr lang="en-US" sz="1600" b="1" u="sng" dirty="0">
                  <a:latin typeface="Cambria" panose="02040503050406030204" pitchFamily="18" charset="0"/>
                  <a:ea typeface="Cambria" panose="02040503050406030204" pitchFamily="18" charset="0"/>
                  <a:cs typeface="Mangal"/>
                </a:rPr>
                <a:t> </a:t>
              </a:r>
              <a:r>
                <a:rPr lang="en-US" sz="1600" b="1" dirty="0">
                  <a:latin typeface="Cambria" panose="02040503050406030204" pitchFamily="18" charset="0"/>
                  <a:ea typeface="Cambria" panose="02040503050406030204" pitchFamily="18" charset="0"/>
                  <a:cs typeface="Mangal"/>
                </a:rPr>
                <a:t>Nutrition therapy and </a:t>
              </a:r>
              <a:br>
                <a:rPr lang="en-US" sz="1600" b="1" dirty="0">
                  <a:latin typeface="Cambria" panose="02040503050406030204" pitchFamily="18" charset="0"/>
                  <a:ea typeface="Cambria" panose="02040503050406030204" pitchFamily="18" charset="0"/>
                  <a:cs typeface="Mangal"/>
                </a:rPr>
              </a:br>
              <a:r>
                <a:rPr lang="en-US" sz="1600" b="1" dirty="0">
                  <a:latin typeface="Cambria" panose="02040503050406030204" pitchFamily="18" charset="0"/>
                  <a:ea typeface="Cambria" panose="02040503050406030204" pitchFamily="18" charset="0"/>
                  <a:cs typeface="Mangal"/>
                </a:rPr>
                <a:t>physical exercise</a:t>
              </a:r>
              <a:endParaRPr lang="en-US" sz="1600" dirty="0">
                <a:latin typeface="Cambria" panose="02040503050406030204" pitchFamily="18" charset="0"/>
                <a:ea typeface="Cambria" panose="02040503050406030204" pitchFamily="18" charset="0"/>
                <a:cs typeface="Mangal"/>
              </a:endParaRPr>
            </a:p>
          </p:txBody>
        </p:sp>
      </p:grpSp>
      <p:sp>
        <p:nvSpPr>
          <p:cNvPr id="23" name="Flowchart: Process 22">
            <a:extLst>
              <a:ext uri="{FF2B5EF4-FFF2-40B4-BE49-F238E27FC236}">
                <a16:creationId xmlns:a16="http://schemas.microsoft.com/office/drawing/2014/main" id="{530B0764-9E63-41CB-A478-20181E395F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74007" y="2945807"/>
            <a:ext cx="2398453" cy="419967"/>
          </a:xfrm>
          <a:prstGeom prst="flowChartProcess">
            <a:avLst/>
          </a:prstGeom>
          <a:solidFill>
            <a:schemeClr val="accent6">
              <a:lumMod val="20000"/>
              <a:lumOff val="80000"/>
            </a:schemeClr>
          </a:solidFill>
          <a:ln w="6350" cap="flat" cmpd="sng" algn="ctr">
            <a:solidFill>
              <a:schemeClr val="accent6"/>
            </a:solidFill>
            <a:prstDash val="solid"/>
            <a:miter lim="800000"/>
            <a:headEnd/>
            <a:tailEnd/>
          </a:ln>
        </p:spPr>
        <p:txBody>
          <a:bodyPr rot="0" vert="horz" wrap="square" lIns="91440" tIns="45720" rIns="91440" bIns="45720" anchor="ctr" anchorCtr="0" upright="1">
            <a:noAutofit/>
          </a:bodyPr>
          <a:lstStyle/>
          <a:p>
            <a:pPr algn="ctr"/>
            <a:r>
              <a:rPr lang="en-US" sz="1600" b="1" dirty="0">
                <a:latin typeface="Calibri" panose="020F0502020204030204" pitchFamily="34" charset="0"/>
                <a:ea typeface="Times New Roman" panose="02020603050405020304" pitchFamily="18" charset="0"/>
                <a:cs typeface="Mangal"/>
              </a:rPr>
              <a:t>Controlled blood sugar</a:t>
            </a:r>
            <a:endParaRPr lang="en-US" sz="1600" dirty="0">
              <a:latin typeface="Times New Roman" panose="02020603050405020304" pitchFamily="18" charset="0"/>
              <a:ea typeface="Times New Roman" panose="02020603050405020304" pitchFamily="18" charset="0"/>
              <a:cs typeface="Mangal"/>
            </a:endParaRPr>
          </a:p>
        </p:txBody>
      </p:sp>
      <p:sp>
        <p:nvSpPr>
          <p:cNvPr id="24" name="Flowchart: Process 23">
            <a:extLst>
              <a:ext uri="{FF2B5EF4-FFF2-40B4-BE49-F238E27FC236}">
                <a16:creationId xmlns:a16="http://schemas.microsoft.com/office/drawing/2014/main" id="{395F5C2B-33AC-4ED9-BD0C-C305888074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23874" y="2991040"/>
            <a:ext cx="2753481" cy="315487"/>
          </a:xfrm>
          <a:prstGeom prst="flowChartProcess">
            <a:avLst/>
          </a:prstGeom>
          <a:solidFill>
            <a:schemeClr val="accent6">
              <a:lumMod val="20000"/>
              <a:lumOff val="80000"/>
            </a:schemeClr>
          </a:solidFill>
          <a:ln w="6350" cap="flat" cmpd="sng" algn="ctr">
            <a:solidFill>
              <a:schemeClr val="accent6"/>
            </a:solidFill>
            <a:prstDash val="solid"/>
            <a:miter lim="800000"/>
            <a:headEnd/>
            <a:tailEnd/>
          </a:ln>
        </p:spPr>
        <p:txBody>
          <a:bodyPr rot="0" vert="horz" wrap="square" lIns="91440" tIns="45720" rIns="91440" bIns="45720" anchor="ctr" anchorCtr="0" upright="1">
            <a:noAutofit/>
          </a:bodyPr>
          <a:lstStyle/>
          <a:p>
            <a:pPr algn="ctr"/>
            <a:r>
              <a:rPr lang="en-US" sz="1600" b="1" dirty="0">
                <a:latin typeface="Calibri" panose="020F0502020204030204" pitchFamily="34" charset="0"/>
                <a:ea typeface="Times New Roman" panose="02020603050405020304" pitchFamily="18" charset="0"/>
                <a:cs typeface="Mangal"/>
              </a:rPr>
              <a:t>Uncontrolled blood sugar</a:t>
            </a:r>
            <a:endParaRPr lang="en-US" sz="1600" dirty="0">
              <a:latin typeface="Times New Roman" panose="02020603050405020304" pitchFamily="18" charset="0"/>
              <a:ea typeface="Times New Roman" panose="02020603050405020304" pitchFamily="18" charset="0"/>
              <a:cs typeface="Mangal"/>
            </a:endParaRPr>
          </a:p>
        </p:txBody>
      </p:sp>
      <p:sp>
        <p:nvSpPr>
          <p:cNvPr id="25" name="Slide Number Placeholder 3">
            <a:extLst>
              <a:ext uri="{FF2B5EF4-FFF2-40B4-BE49-F238E27FC236}">
                <a16:creationId xmlns:a16="http://schemas.microsoft.com/office/drawing/2014/main" id="{A16BAE5E-879E-4C47-ACB7-3FFCB05DDE2E}"/>
              </a:ext>
            </a:extLst>
          </p:cNvPr>
          <p:cNvSpPr txBox="1">
            <a:spLocks/>
          </p:cNvSpPr>
          <p:nvPr/>
        </p:nvSpPr>
        <p:spPr>
          <a:xfrm>
            <a:off x="8552895" y="6254598"/>
            <a:ext cx="2343705" cy="378900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1500"/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114500356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loud 1">
            <a:extLst>
              <a:ext uri="{FF2B5EF4-FFF2-40B4-BE49-F238E27FC236}">
                <a16:creationId xmlns:a16="http://schemas.microsoft.com/office/drawing/2014/main" id="{4CD55188-7FB1-D010-6C90-886387109D9D}"/>
              </a:ext>
            </a:extLst>
          </p:cNvPr>
          <p:cNvSpPr/>
          <p:nvPr/>
        </p:nvSpPr>
        <p:spPr>
          <a:xfrm>
            <a:off x="1413163" y="1413165"/>
            <a:ext cx="4892634" cy="2101932"/>
          </a:xfrm>
          <a:prstGeom prst="cloud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accent5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Aim should be to maintain FBS less than 95 mg/dl and PPBS less than 120 mg/dl</a:t>
            </a:r>
          </a:p>
        </p:txBody>
      </p:sp>
      <p:sp>
        <p:nvSpPr>
          <p:cNvPr id="3" name="Cloud 2">
            <a:extLst>
              <a:ext uri="{FF2B5EF4-FFF2-40B4-BE49-F238E27FC236}">
                <a16:creationId xmlns:a16="http://schemas.microsoft.com/office/drawing/2014/main" id="{2FA4BB2D-69B0-0B80-4813-6C1F8C094B8D}"/>
              </a:ext>
            </a:extLst>
          </p:cNvPr>
          <p:cNvSpPr/>
          <p:nvPr/>
        </p:nvSpPr>
        <p:spPr>
          <a:xfrm>
            <a:off x="7548750" y="3028208"/>
            <a:ext cx="4746174" cy="3706586"/>
          </a:xfrm>
          <a:prstGeom prst="cloud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dirty="0"/>
              <a:t>Insulin is the first drug of choice any time during pregnancy and Metformin (stat 500mg twice daily, maximum </a:t>
            </a:r>
            <a:r>
              <a:rPr lang="en-IN" sz="2000" dirty="0" err="1"/>
              <a:t>upto</a:t>
            </a:r>
            <a:r>
              <a:rPr lang="en-IN" sz="2000" dirty="0"/>
              <a:t> 2 gm) can be considered after 20 weeks of gestation for medical management of GDM</a:t>
            </a:r>
            <a:r>
              <a:rPr lang="en-IN" sz="2400" dirty="0"/>
              <a:t>.</a:t>
            </a:r>
            <a:endParaRPr lang="en-US" sz="2400" dirty="0"/>
          </a:p>
        </p:txBody>
      </p:sp>
      <p:sp>
        <p:nvSpPr>
          <p:cNvPr id="4" name="Cloud 3">
            <a:extLst>
              <a:ext uri="{FF2B5EF4-FFF2-40B4-BE49-F238E27FC236}">
                <a16:creationId xmlns:a16="http://schemas.microsoft.com/office/drawing/2014/main" id="{FAF0228D-608B-3B8A-76C5-57B717CF4ABE}"/>
              </a:ext>
            </a:extLst>
          </p:cNvPr>
          <p:cNvSpPr/>
          <p:nvPr/>
        </p:nvSpPr>
        <p:spPr>
          <a:xfrm>
            <a:off x="1413163" y="3825327"/>
            <a:ext cx="5933915" cy="2622974"/>
          </a:xfrm>
          <a:prstGeom prst="cloud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dirty="0"/>
              <a:t>1. Hypoglycaemia and weight gain with metformin are less in comparison to Insulin. </a:t>
            </a:r>
          </a:p>
          <a:p>
            <a:pPr algn="ctr"/>
            <a:r>
              <a:rPr lang="en-IN" sz="2000" dirty="0"/>
              <a:t>2. If Insulin is required in high doses, metformin may be added to the treatment.</a:t>
            </a:r>
            <a:endParaRPr lang="en-US" sz="2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4A66EB0-4D34-9172-DE20-675073C18D07}"/>
              </a:ext>
            </a:extLst>
          </p:cNvPr>
          <p:cNvSpPr txBox="1"/>
          <p:nvPr/>
        </p:nvSpPr>
        <p:spPr>
          <a:xfrm>
            <a:off x="855023" y="273133"/>
            <a:ext cx="5997039" cy="46166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b="1" dirty="0"/>
              <a:t>Choice of drugs for GDM management</a:t>
            </a:r>
          </a:p>
        </p:txBody>
      </p:sp>
      <p:sp>
        <p:nvSpPr>
          <p:cNvPr id="6" name="Cloud 5">
            <a:extLst>
              <a:ext uri="{FF2B5EF4-FFF2-40B4-BE49-F238E27FC236}">
                <a16:creationId xmlns:a16="http://schemas.microsoft.com/office/drawing/2014/main" id="{3F86466C-F68F-8891-3F1F-6FE77DF2BE22}"/>
              </a:ext>
            </a:extLst>
          </p:cNvPr>
          <p:cNvSpPr/>
          <p:nvPr/>
        </p:nvSpPr>
        <p:spPr>
          <a:xfrm>
            <a:off x="7028213" y="926276"/>
            <a:ext cx="4892634" cy="2101932"/>
          </a:xfrm>
          <a:prstGeom prst="cloud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dirty="0"/>
              <a:t>At CHC/DH/MC, a Specialist/Gynaecologist/ Physician/MO can start metformin or insulin.  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9631635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6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0296DC70-EEA3-4385-BCDD-A906E4E66482}"/>
              </a:ext>
            </a:extLst>
          </p:cNvPr>
          <p:cNvSpPr txBox="1">
            <a:spLocks/>
          </p:cNvSpPr>
          <p:nvPr/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0" tIns="45720" rIns="0" bIns="45720" rtlCol="0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b="1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/>
              <a:t>Recording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F97D08F-E80D-4D8F-8E63-165F2E44F465}"/>
              </a:ext>
            </a:extLst>
          </p:cNvPr>
          <p:cNvSpPr txBox="1"/>
          <p:nvPr/>
        </p:nvSpPr>
        <p:spPr>
          <a:xfrm>
            <a:off x="3753293" y="790622"/>
            <a:ext cx="187133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/>
              <a:t>MCP Card</a:t>
            </a:r>
          </a:p>
        </p:txBody>
      </p:sp>
      <p:pic>
        <p:nvPicPr>
          <p:cNvPr id="2" name="Picture 4">
            <a:extLst>
              <a:ext uri="{FF2B5EF4-FFF2-40B4-BE49-F238E27FC236}">
                <a16:creationId xmlns:a16="http://schemas.microsoft.com/office/drawing/2014/main" id="{182F7CD3-4D4D-794B-046D-03EA632FFE0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4438" t="21423" r="28876" b="17603"/>
          <a:stretch>
            <a:fillRect/>
          </a:stretch>
        </p:blipFill>
        <p:spPr>
          <a:xfrm>
            <a:off x="287679" y="1190732"/>
            <a:ext cx="6143943" cy="5415560"/>
          </a:xfrm>
          <a:prstGeom prst="rect">
            <a:avLst/>
          </a:prstGeom>
          <a:noFill/>
          <a:ln cap="flat">
            <a:noFill/>
          </a:ln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E7F95A59-70BC-E4DC-3622-52D7B801DBB3}"/>
              </a:ext>
            </a:extLst>
          </p:cNvPr>
          <p:cNvGrpSpPr/>
          <p:nvPr/>
        </p:nvGrpSpPr>
        <p:grpSpPr>
          <a:xfrm>
            <a:off x="6652272" y="1628841"/>
            <a:ext cx="5629671" cy="4256314"/>
            <a:chOff x="6652272" y="1628841"/>
            <a:chExt cx="5629671" cy="4256314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C81F0609-A618-0F61-B77B-8CEBF0DB746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36915" b="34853"/>
            <a:stretch>
              <a:fillRect/>
            </a:stretch>
          </p:blipFill>
          <p:spPr>
            <a:xfrm>
              <a:off x="6652272" y="1628841"/>
              <a:ext cx="5629671" cy="4256314"/>
            </a:xfrm>
            <a:prstGeom prst="rect">
              <a:avLst/>
            </a:prstGeom>
          </p:spPr>
        </p:pic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2D002E8E-A55F-3418-BFEC-34891FCBE362}"/>
                </a:ext>
              </a:extLst>
            </p:cNvPr>
            <p:cNvSpPr/>
            <p:nvPr/>
          </p:nvSpPr>
          <p:spPr>
            <a:xfrm>
              <a:off x="6895670" y="3068334"/>
              <a:ext cx="1345915" cy="360666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</p:grpSp>
    </p:spTree>
    <p:extLst>
      <p:ext uri="{BB962C8B-B14F-4D97-AF65-F5344CB8AC3E}">
        <p14:creationId xmlns:p14="http://schemas.microsoft.com/office/powerpoint/2010/main" val="13106745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51CEE5-BA82-4B00-8658-E33577286122}"/>
              </a:ext>
            </a:extLst>
          </p:cNvPr>
          <p:cNvSpPr txBox="1">
            <a:spLocks/>
          </p:cNvSpPr>
          <p:nvPr/>
        </p:nvSpPr>
        <p:spPr>
          <a:xfrm>
            <a:off x="287025" y="1821627"/>
            <a:ext cx="10829210" cy="2261766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 eaLnBrk="0" hangingPunct="0">
              <a:spcBef>
                <a:spcPts val="480"/>
              </a:spcBef>
              <a:buFont typeface="+mj-lt"/>
              <a:buAutoNum type="arabicPeriod"/>
            </a:pPr>
            <a:r>
              <a:rPr lang="en-US" sz="2400" dirty="0"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Single visit approach should be used for GDM diagnosis and MNT counseling- all pregnant women with GDM should receive MNT counseling on the day of diagnosis.</a:t>
            </a:r>
          </a:p>
          <a:p>
            <a:pPr marL="457200" indent="-457200" eaLnBrk="0" hangingPunct="0">
              <a:spcBef>
                <a:spcPts val="480"/>
              </a:spcBef>
              <a:buFont typeface="+mj-lt"/>
              <a:buAutoNum type="arabicPeriod"/>
            </a:pPr>
            <a:r>
              <a:rPr lang="en-US" sz="2400" dirty="0"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The meal pattern should provide adequate calories and nutrients to the woman and the baby in the womb to meet the needs of the pregnancy</a:t>
            </a:r>
          </a:p>
          <a:p>
            <a:pPr marL="457200" indent="-457200" eaLnBrk="0" hangingPunct="0">
              <a:spcBef>
                <a:spcPts val="480"/>
              </a:spcBef>
              <a:buFont typeface="+mj-lt"/>
              <a:buAutoNum type="arabicPeriod"/>
            </a:pPr>
            <a:r>
              <a:rPr lang="en-US" sz="2400" dirty="0"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The meal plan should be individualized and such that prevents excess weight gain and post-prandial hyperglycemia</a:t>
            </a:r>
          </a:p>
          <a:p>
            <a:pPr marL="0" indent="0" eaLnBrk="0" hangingPunct="0">
              <a:spcBef>
                <a:spcPts val="480"/>
              </a:spcBef>
              <a:buFont typeface="Calibri" panose="020F0502020204030204" pitchFamily="34" charset="0"/>
              <a:buNone/>
            </a:pPr>
            <a:endParaRPr lang="en-US" sz="2400" dirty="0">
              <a:latin typeface="Calibri" panose="020F0502020204030204" pitchFamily="34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eaLnBrk="0" hangingPunct="0">
              <a:spcBef>
                <a:spcPts val="480"/>
              </a:spcBef>
            </a:pPr>
            <a:endParaRPr lang="en-US" sz="2400" dirty="0">
              <a:latin typeface="Calibri" panose="020F0502020204030204" pitchFamily="34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>
              <a:spcBef>
                <a:spcPts val="480"/>
              </a:spcBef>
            </a:pPr>
            <a:endParaRPr lang="en-US" sz="2400" dirty="0">
              <a:latin typeface="Calibri" panose="020F0502020204030204" pitchFamily="34" charset="0"/>
              <a:ea typeface="Cambria" panose="02040503050406030204" pitchFamily="18" charset="0"/>
              <a:cs typeface="Calibri" panose="020F0502020204030204" pitchFamily="34" charset="0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6C5B965B-EB7A-4E49-AAD4-C13F6BB60BE2}"/>
              </a:ext>
            </a:extLst>
          </p:cNvPr>
          <p:cNvSpPr txBox="1">
            <a:spLocks/>
          </p:cNvSpPr>
          <p:nvPr/>
        </p:nvSpPr>
        <p:spPr>
          <a:xfrm>
            <a:off x="302419" y="109855"/>
            <a:ext cx="10652452" cy="1216921"/>
          </a:xfrm>
          <a:prstGeom prst="rect">
            <a:avLst/>
          </a:prstGeom>
        </p:spPr>
        <p:txBody>
          <a:bodyPr vert="horz" lIns="0" tIns="45720" rIns="0" bIns="45720" rtlCol="0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b="1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lvl="2" algn="ctr" rtl="0">
              <a:spcBef>
                <a:spcPct val="0"/>
              </a:spcBef>
            </a:pPr>
            <a:br>
              <a:rPr lang="en-US" sz="2800" b="1" kern="0">
                <a:solidFill>
                  <a:srgbClr val="00667D"/>
                </a:solidFill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US" sz="2800" b="1" kern="0">
                <a:solidFill>
                  <a:srgbClr val="00667D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Management of GDM-Medical Nutrition</a:t>
            </a:r>
            <a:br>
              <a:rPr lang="en-US" sz="2800" b="1" kern="0">
                <a:solidFill>
                  <a:srgbClr val="00667D"/>
                </a:solidFill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US" sz="2800" b="1" kern="0">
                <a:solidFill>
                  <a:srgbClr val="00667D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Therapy (MNT)</a:t>
            </a:r>
            <a:br>
              <a:rPr lang="en-US" sz="2800" b="1" kern="0">
                <a:solidFill>
                  <a:srgbClr val="00667D"/>
                </a:solidFill>
                <a:latin typeface="Cambria" panose="02040503050406030204" pitchFamily="18" charset="0"/>
                <a:ea typeface="Cambria" panose="02040503050406030204" pitchFamily="18" charset="0"/>
              </a:rPr>
            </a:br>
            <a:endParaRPr lang="en-US" sz="2800" b="1" kern="0">
              <a:solidFill>
                <a:srgbClr val="00667D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B164E30-9EAD-4325-8CB7-DB8109652809}"/>
              </a:ext>
            </a:extLst>
          </p:cNvPr>
          <p:cNvSpPr/>
          <p:nvPr/>
        </p:nvSpPr>
        <p:spPr>
          <a:xfrm>
            <a:off x="591979" y="4211112"/>
            <a:ext cx="10524256" cy="1607372"/>
          </a:xfrm>
          <a:prstGeom prst="rect">
            <a:avLst/>
          </a:prstGeom>
          <a:noFill/>
          <a:ln w="12700">
            <a:solidFill>
              <a:srgbClr val="CE4D2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>
              <a:latin typeface="Melior LT Std" panose="02040503050506040804" pitchFamily="18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29EDD02-8808-4FC2-8FFE-24828CE945ED}"/>
              </a:ext>
            </a:extLst>
          </p:cNvPr>
          <p:cNvSpPr/>
          <p:nvPr/>
        </p:nvSpPr>
        <p:spPr>
          <a:xfrm>
            <a:off x="6636467" y="4445859"/>
            <a:ext cx="1343572" cy="1137877"/>
          </a:xfrm>
          <a:prstGeom prst="rect">
            <a:avLst/>
          </a:prstGeom>
          <a:solidFill>
            <a:srgbClr val="CE4D2A"/>
          </a:solidFill>
          <a:ln w="12700">
            <a:solidFill>
              <a:srgbClr val="CE4D2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>
                <a:solidFill>
                  <a:schemeClr val="bg1"/>
                </a:solidFill>
                <a:latin typeface="Melior LT Std" panose="02040503050506040804" pitchFamily="18" charset="0"/>
              </a:rPr>
              <a:t>Energy required for </a:t>
            </a:r>
            <a:r>
              <a:rPr lang="en-US" sz="1400" b="1" err="1">
                <a:solidFill>
                  <a:schemeClr val="bg1"/>
                </a:solidFill>
                <a:latin typeface="Melior LT Std" panose="02040503050506040804" pitchFamily="18" charset="0"/>
              </a:rPr>
              <a:t>foetal</a:t>
            </a:r>
            <a:r>
              <a:rPr lang="en-US" sz="1400" b="1">
                <a:solidFill>
                  <a:schemeClr val="bg1"/>
                </a:solidFill>
                <a:latin typeface="Melior LT Std" panose="02040503050506040804" pitchFamily="18" charset="0"/>
              </a:rPr>
              <a:t> growth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6B2449A-1D34-404A-8851-C724DB38A52D}"/>
              </a:ext>
            </a:extLst>
          </p:cNvPr>
          <p:cNvSpPr/>
          <p:nvPr/>
        </p:nvSpPr>
        <p:spPr>
          <a:xfrm>
            <a:off x="9125281" y="4434178"/>
            <a:ext cx="1763050" cy="1083206"/>
          </a:xfrm>
          <a:prstGeom prst="rect">
            <a:avLst/>
          </a:prstGeom>
          <a:solidFill>
            <a:srgbClr val="CE4D2A"/>
          </a:solidFill>
          <a:ln w="12700">
            <a:solidFill>
              <a:srgbClr val="CE4D2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>
                <a:solidFill>
                  <a:schemeClr val="bg1"/>
                </a:solidFill>
                <a:latin typeface="Melior LT Std" panose="02040503050506040804" pitchFamily="18" charset="0"/>
              </a:rPr>
              <a:t>Energy requirement for increase in body weight of pregnant woman</a:t>
            </a:r>
          </a:p>
        </p:txBody>
      </p:sp>
      <p:sp>
        <p:nvSpPr>
          <p:cNvPr id="10" name="Text Box 2">
            <a:extLst>
              <a:ext uri="{FF2B5EF4-FFF2-40B4-BE49-F238E27FC236}">
                <a16:creationId xmlns:a16="http://schemas.microsoft.com/office/drawing/2014/main" id="{23240592-D371-4C66-83E0-4671EDB877CB}"/>
              </a:ext>
            </a:extLst>
          </p:cNvPr>
          <p:cNvSpPr txBox="1">
            <a:spLocks noChangeArrowheads="1"/>
          </p:cNvSpPr>
          <p:nvPr/>
        </p:nvSpPr>
        <p:spPr bwMode="auto">
          <a:xfrm flipH="1" flipV="1">
            <a:off x="2128105" y="4720856"/>
            <a:ext cx="1019810" cy="5293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square" lIns="36576" tIns="18288" rIns="36576" bIns="18288" anchor="t" anchorCtr="0" upright="1">
            <a:spAutoFit/>
          </a:bodyPr>
          <a:lstStyle/>
          <a:p>
            <a:pPr algn="ctr"/>
            <a:r>
              <a:rPr lang="en-US" sz="3200" b="1">
                <a:latin typeface="Melior LT Std" panose="020405030505060408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=                  </a:t>
            </a:r>
            <a:endParaRPr lang="en-US" sz="3200">
              <a:latin typeface="Melior LT Std" panose="02040503050506040804" pitchFamily="18" charset="0"/>
              <a:ea typeface="Times New Roman" panose="02020603050405020304" pitchFamily="18" charset="0"/>
              <a:cs typeface="Mangal"/>
            </a:endParaRPr>
          </a:p>
        </p:txBody>
      </p:sp>
      <p:sp>
        <p:nvSpPr>
          <p:cNvPr id="11" name="Text Box 2">
            <a:extLst>
              <a:ext uri="{FF2B5EF4-FFF2-40B4-BE49-F238E27FC236}">
                <a16:creationId xmlns:a16="http://schemas.microsoft.com/office/drawing/2014/main" id="{A56EDD90-4464-4ACF-A9D3-B7D8CA2782B4}"/>
              </a:ext>
            </a:extLst>
          </p:cNvPr>
          <p:cNvSpPr txBox="1">
            <a:spLocks noChangeArrowheads="1"/>
          </p:cNvSpPr>
          <p:nvPr/>
        </p:nvSpPr>
        <p:spPr bwMode="auto">
          <a:xfrm flipV="1">
            <a:off x="7957941" y="4847977"/>
            <a:ext cx="865170" cy="5909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square" lIns="36576" tIns="18288" rIns="36576" bIns="18288" anchor="t" anchorCtr="0" upright="1">
            <a:spAutoFit/>
          </a:bodyPr>
          <a:lstStyle/>
          <a:p>
            <a:pPr algn="ctr"/>
            <a:r>
              <a:rPr lang="en-US" sz="3600" b="1" dirty="0">
                <a:latin typeface="Melior LT Std" panose="020405030505060408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+              </a:t>
            </a:r>
            <a:endParaRPr lang="en-US" sz="3600" dirty="0">
              <a:latin typeface="Melior LT Std" panose="02040503050506040804" pitchFamily="18" charset="0"/>
              <a:ea typeface="Times New Roman" panose="02020603050405020304" pitchFamily="18" charset="0"/>
              <a:cs typeface="Mangal"/>
            </a:endParaRPr>
          </a:p>
        </p:txBody>
      </p:sp>
      <p:sp>
        <p:nvSpPr>
          <p:cNvPr id="12" name="Text Box 2">
            <a:extLst>
              <a:ext uri="{FF2B5EF4-FFF2-40B4-BE49-F238E27FC236}">
                <a16:creationId xmlns:a16="http://schemas.microsoft.com/office/drawing/2014/main" id="{BB28B5A1-B68D-4DF6-A9E8-DD7CF800463A}"/>
              </a:ext>
            </a:extLst>
          </p:cNvPr>
          <p:cNvSpPr txBox="1">
            <a:spLocks noChangeArrowheads="1"/>
          </p:cNvSpPr>
          <p:nvPr/>
        </p:nvSpPr>
        <p:spPr bwMode="auto">
          <a:xfrm flipH="1">
            <a:off x="5234020" y="4831930"/>
            <a:ext cx="1102475" cy="5293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square" lIns="36576" tIns="18288" rIns="36576" bIns="18288" anchor="t" anchorCtr="0" upright="1">
            <a:spAutoFit/>
          </a:bodyPr>
          <a:lstStyle/>
          <a:p>
            <a:pPr algn="ctr"/>
            <a:r>
              <a:rPr lang="en-US" sz="3200" b="1" dirty="0">
                <a:latin typeface="Melior LT Std" panose="020405030505060408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+              </a:t>
            </a:r>
            <a:endParaRPr lang="en-US" sz="3200" dirty="0">
              <a:latin typeface="Melior LT Std" panose="02040503050506040804" pitchFamily="18" charset="0"/>
              <a:ea typeface="Times New Roman" panose="02020603050405020304" pitchFamily="18" charset="0"/>
              <a:cs typeface="Mangal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B22BA43-13B3-4594-9BAD-560DBEB8D57F}"/>
              </a:ext>
            </a:extLst>
          </p:cNvPr>
          <p:cNvSpPr/>
          <p:nvPr/>
        </p:nvSpPr>
        <p:spPr>
          <a:xfrm>
            <a:off x="664045" y="4331476"/>
            <a:ext cx="1343573" cy="1083206"/>
          </a:xfrm>
          <a:prstGeom prst="rect">
            <a:avLst/>
          </a:prstGeom>
          <a:solidFill>
            <a:srgbClr val="CE4D2A"/>
          </a:solidFill>
          <a:ln w="12700">
            <a:solidFill>
              <a:srgbClr val="CE4D2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>
                <a:solidFill>
                  <a:schemeClr val="bg1"/>
                </a:solidFill>
                <a:latin typeface="Melior LT Std" panose="02040503050506040804" pitchFamily="18" charset="0"/>
              </a:rPr>
              <a:t>Energy  Requirement  of pregnant woman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AEE8F8D-E2FD-4B1D-BE47-68EFD5782FE7}"/>
              </a:ext>
            </a:extLst>
          </p:cNvPr>
          <p:cNvSpPr/>
          <p:nvPr/>
        </p:nvSpPr>
        <p:spPr>
          <a:xfrm>
            <a:off x="3500270" y="4384896"/>
            <a:ext cx="1343573" cy="1137877"/>
          </a:xfrm>
          <a:prstGeom prst="rect">
            <a:avLst/>
          </a:prstGeom>
          <a:solidFill>
            <a:srgbClr val="CE4D2A"/>
          </a:solidFill>
          <a:ln w="12700">
            <a:solidFill>
              <a:srgbClr val="CE4D2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bg1"/>
                </a:solidFill>
                <a:latin typeface="Melior LT Std" panose="02040503050506040804" pitchFamily="18" charset="0"/>
              </a:rPr>
              <a:t>Energy requirement of an adult woman</a:t>
            </a:r>
          </a:p>
        </p:txBody>
      </p:sp>
    </p:spTree>
    <p:extLst>
      <p:ext uri="{BB962C8B-B14F-4D97-AF65-F5344CB8AC3E}">
        <p14:creationId xmlns:p14="http://schemas.microsoft.com/office/powerpoint/2010/main" val="165681994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E78D1C7-A0F2-422D-95BA-03639C605E49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212725"/>
            <a:ext cx="10928350" cy="1112838"/>
          </a:xfrm>
        </p:spPr>
        <p:txBody>
          <a:bodyPr/>
          <a:lstStyle/>
          <a:p>
            <a:r>
              <a:rPr lang="en-US" dirty="0"/>
              <a:t>Medical Nutrition Therapy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1EB057B-DC47-482B-A29B-E241EC75246C}"/>
              </a:ext>
            </a:extLst>
          </p:cNvPr>
          <p:cNvSpPr/>
          <p:nvPr/>
        </p:nvSpPr>
        <p:spPr>
          <a:xfrm>
            <a:off x="672352" y="1222615"/>
            <a:ext cx="10847295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eaLnBrk="0" hangingPunct="0"/>
            <a:r>
              <a:rPr lang="en-US" sz="2000" b="1" dirty="0">
                <a:latin typeface="Melior LT Std" panose="02040503050506040804" pitchFamily="18" charset="0"/>
              </a:rPr>
              <a:t>Meal plan should be divided in to 3 major meals-breakfast, lunch and dinner and 2-3 snacks in between them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89EF15B-FC8B-41D2-815F-6AD3052F50B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2352" y="1927154"/>
            <a:ext cx="7129736" cy="4742598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7E27F42F-5AFC-4011-A1EC-46F2B2741C7C}"/>
              </a:ext>
            </a:extLst>
          </p:cNvPr>
          <p:cNvSpPr/>
          <p:nvPr/>
        </p:nvSpPr>
        <p:spPr>
          <a:xfrm>
            <a:off x="6218275" y="2967335"/>
            <a:ext cx="500489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>
                <a:latin typeface="MeliorLTStd-Bold"/>
              </a:rPr>
              <a:t>Composition of lunch and dinner thali</a:t>
            </a:r>
            <a:endParaRPr lang="en-IN" sz="2400" b="1" dirty="0"/>
          </a:p>
        </p:txBody>
      </p:sp>
    </p:spTree>
    <p:extLst>
      <p:ext uri="{BB962C8B-B14F-4D97-AF65-F5344CB8AC3E}">
        <p14:creationId xmlns:p14="http://schemas.microsoft.com/office/powerpoint/2010/main" val="392546734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E78D1C7-A0F2-422D-95BA-03639C605E49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427038"/>
            <a:ext cx="10569575" cy="760412"/>
          </a:xfrm>
          <a:ln>
            <a:solidFill>
              <a:schemeClr val="accent1"/>
            </a:solidFill>
          </a:ln>
        </p:spPr>
        <p:txBody>
          <a:bodyPr>
            <a:normAutofit fontScale="90000"/>
          </a:bodyPr>
          <a:lstStyle/>
          <a:p>
            <a:r>
              <a:rPr lang="en-US" dirty="0"/>
              <a:t>Management of GDM – Physical Exercise (contd.)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E92A13EF-8038-4CE7-BCA1-FF03649097CD}"/>
              </a:ext>
            </a:extLst>
          </p:cNvPr>
          <p:cNvGraphicFramePr>
            <a:graphicFrameLocks/>
          </p:cNvGraphicFramePr>
          <p:nvPr/>
        </p:nvGraphicFramePr>
        <p:xfrm>
          <a:off x="631596" y="1393612"/>
          <a:ext cx="9798283" cy="416461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3424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5586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41820">
                <a:tc>
                  <a:txBody>
                    <a:bodyPr/>
                    <a:lstStyle/>
                    <a:p>
                      <a:pPr algn="ctr"/>
                      <a:r>
                        <a:rPr lang="en-US" sz="2800" b="1">
                          <a:latin typeface="Melior LT Std" panose="02040503050506040804" pitchFamily="18" charset="0"/>
                        </a:rPr>
                        <a:t>Do’s</a:t>
                      </a:r>
                    </a:p>
                  </a:txBody>
                  <a:tcPr marL="108943" marR="108943" marT="54470" marB="5447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>
                          <a:latin typeface="Melior LT Std" panose="02040503050506040804" pitchFamily="18" charset="0"/>
                        </a:rPr>
                        <a:t>Don’ts</a:t>
                      </a:r>
                    </a:p>
                  </a:txBody>
                  <a:tcPr marL="108943" marR="108943" marT="54470" marB="5447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6815">
                <a:tc>
                  <a:txBody>
                    <a:bodyPr/>
                    <a:lstStyle/>
                    <a:p>
                      <a:r>
                        <a:rPr lang="en-US" sz="1800">
                          <a:latin typeface="Melior LT Std" panose="02040503050506040804" pitchFamily="18" charset="0"/>
                        </a:rPr>
                        <a:t>Do moderate and regular physical activity</a:t>
                      </a:r>
                    </a:p>
                  </a:txBody>
                  <a:tcPr marL="108943" marR="108943" marT="54470" marB="54470"/>
                </a:tc>
                <a:tc>
                  <a:txBody>
                    <a:bodyPr/>
                    <a:lstStyle/>
                    <a:p>
                      <a:r>
                        <a:rPr lang="en-US" sz="1800">
                          <a:latin typeface="Melior LT Std" panose="02040503050506040804" pitchFamily="18" charset="0"/>
                        </a:rPr>
                        <a:t>Do not get too tired while exercising</a:t>
                      </a:r>
                    </a:p>
                  </a:txBody>
                  <a:tcPr marL="108943" marR="108943" marT="54470" marB="5447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1820">
                <a:tc>
                  <a:txBody>
                    <a:bodyPr/>
                    <a:lstStyle/>
                    <a:p>
                      <a:r>
                        <a:rPr lang="en-US" sz="1800">
                          <a:latin typeface="Melior LT Std" panose="02040503050506040804" pitchFamily="18" charset="0"/>
                        </a:rPr>
                        <a:t>Wear light and loose comfortable clothes during exercise</a:t>
                      </a:r>
                    </a:p>
                  </a:txBody>
                  <a:tcPr marL="108943" marR="108943" marT="54470" marB="54470"/>
                </a:tc>
                <a:tc>
                  <a:txBody>
                    <a:bodyPr/>
                    <a:lstStyle/>
                    <a:p>
                      <a:r>
                        <a:rPr lang="en-US" sz="1800">
                          <a:latin typeface="Melior LT Std" panose="02040503050506040804" pitchFamily="18" charset="0"/>
                        </a:rPr>
                        <a:t>Do not do any activity</a:t>
                      </a:r>
                      <a:r>
                        <a:rPr lang="en-US" sz="1800" baseline="0">
                          <a:latin typeface="Melior LT Std" panose="02040503050506040804" pitchFamily="18" charset="0"/>
                        </a:rPr>
                        <a:t> while lying on back/abdomen after beginning of 2</a:t>
                      </a:r>
                      <a:r>
                        <a:rPr lang="en-US" sz="1800" baseline="30000">
                          <a:latin typeface="Melior LT Std" panose="02040503050506040804" pitchFamily="18" charset="0"/>
                        </a:rPr>
                        <a:t>nd</a:t>
                      </a:r>
                      <a:r>
                        <a:rPr lang="en-US" sz="1800" baseline="0">
                          <a:latin typeface="Melior LT Std" panose="02040503050506040804" pitchFamily="18" charset="0"/>
                        </a:rPr>
                        <a:t> trimester</a:t>
                      </a:r>
                      <a:endParaRPr lang="en-US" sz="1800">
                        <a:latin typeface="Melior LT Std" panose="02040503050506040804" pitchFamily="18" charset="0"/>
                      </a:endParaRPr>
                    </a:p>
                  </a:txBody>
                  <a:tcPr marL="108943" marR="108943" marT="54470" marB="5447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2355">
                <a:tc>
                  <a:txBody>
                    <a:bodyPr/>
                    <a:lstStyle/>
                    <a:p>
                      <a:r>
                        <a:rPr lang="en-US" sz="1800">
                          <a:latin typeface="Melior LT Std" panose="02040503050506040804" pitchFamily="18" charset="0"/>
                        </a:rPr>
                        <a:t>Drink </a:t>
                      </a:r>
                      <a:r>
                        <a:rPr lang="en-US" sz="1800" baseline="0">
                          <a:latin typeface="Melior LT Std" panose="02040503050506040804" pitchFamily="18" charset="0"/>
                        </a:rPr>
                        <a:t>sips of water before, during and after exercise</a:t>
                      </a:r>
                      <a:endParaRPr lang="en-US" sz="1800">
                        <a:latin typeface="Melior LT Std" panose="02040503050506040804" pitchFamily="18" charset="0"/>
                      </a:endParaRPr>
                    </a:p>
                  </a:txBody>
                  <a:tcPr marL="108943" marR="108943" marT="54470" marB="54470"/>
                </a:tc>
                <a:tc>
                  <a:txBody>
                    <a:bodyPr/>
                    <a:lstStyle/>
                    <a:p>
                      <a:r>
                        <a:rPr lang="en-US" sz="1800">
                          <a:latin typeface="Melior LT Std" panose="02040503050506040804" pitchFamily="18" charset="0"/>
                        </a:rPr>
                        <a:t>Do not exercise in hot weather</a:t>
                      </a:r>
                    </a:p>
                  </a:txBody>
                  <a:tcPr marL="108943" marR="108943" marT="54470" marB="5447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182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>
                          <a:latin typeface="Melior LT Std" panose="02040503050506040804" pitchFamily="18" charset="0"/>
                        </a:rPr>
                        <a:t>Stop when you feel tired or have difficulty in talking</a:t>
                      </a:r>
                    </a:p>
                  </a:txBody>
                  <a:tcPr marL="108943" marR="108943" marT="54470" marB="54470"/>
                </a:tc>
                <a:tc>
                  <a:txBody>
                    <a:bodyPr/>
                    <a:lstStyle/>
                    <a:p>
                      <a:r>
                        <a:rPr lang="en-US" sz="1800">
                          <a:latin typeface="Melior LT Std" panose="02040503050506040804" pitchFamily="18" charset="0"/>
                        </a:rPr>
                        <a:t>Do not perform</a:t>
                      </a:r>
                      <a:r>
                        <a:rPr lang="en-US" sz="1800" baseline="0">
                          <a:latin typeface="Melior LT Std" panose="02040503050506040804" pitchFamily="18" charset="0"/>
                        </a:rPr>
                        <a:t> exercise that may bump or hurt belly. Do not do exercises which need balancing</a:t>
                      </a:r>
                      <a:endParaRPr lang="en-US" sz="1800">
                        <a:latin typeface="Melior LT Std" panose="02040503050506040804" pitchFamily="18" charset="0"/>
                      </a:endParaRPr>
                    </a:p>
                  </a:txBody>
                  <a:tcPr marL="108943" marR="108943" marT="54470" marB="5447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182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>
                          <a:latin typeface="Melior LT Std" panose="02040503050506040804" pitchFamily="18" charset="0"/>
                        </a:rPr>
                        <a:t>Eat healthy</a:t>
                      </a:r>
                      <a:r>
                        <a:rPr lang="en-US" sz="1800" baseline="0">
                          <a:latin typeface="Melior LT Std" panose="02040503050506040804" pitchFamily="18" charset="0"/>
                        </a:rPr>
                        <a:t> diet</a:t>
                      </a:r>
                      <a:endParaRPr lang="en-US" sz="1800">
                        <a:latin typeface="Melior LT Std" panose="02040503050506040804" pitchFamily="18" charset="0"/>
                      </a:endParaRPr>
                    </a:p>
                  </a:txBody>
                  <a:tcPr marL="108943" marR="108943" marT="54470" marB="54470"/>
                </a:tc>
                <a:tc>
                  <a:txBody>
                    <a:bodyPr/>
                    <a:lstStyle/>
                    <a:p>
                      <a:r>
                        <a:rPr lang="en-US" sz="1800">
                          <a:latin typeface="Melior LT Std" panose="02040503050506040804" pitchFamily="18" charset="0"/>
                        </a:rPr>
                        <a:t>Do</a:t>
                      </a:r>
                      <a:r>
                        <a:rPr lang="en-US" sz="1800" baseline="0">
                          <a:latin typeface="Melior LT Std" panose="02040503050506040804" pitchFamily="18" charset="0"/>
                        </a:rPr>
                        <a:t> not f</a:t>
                      </a:r>
                      <a:r>
                        <a:rPr lang="en-US" sz="1800">
                          <a:latin typeface="Melior LT Std" panose="02040503050506040804" pitchFamily="18" charset="0"/>
                        </a:rPr>
                        <a:t>ast or skip a meal</a:t>
                      </a:r>
                    </a:p>
                  </a:txBody>
                  <a:tcPr marL="108943" marR="108943" marT="54470" marB="5447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35770"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Melior LT Std" panose="02040503050506040804" pitchFamily="18" charset="0"/>
                        </a:rPr>
                        <a:t>Choose</a:t>
                      </a:r>
                      <a:r>
                        <a:rPr lang="en-US" sz="1800" baseline="0" dirty="0">
                          <a:latin typeface="Melior LT Std" panose="02040503050506040804" pitchFamily="18" charset="0"/>
                        </a:rPr>
                        <a:t> activities which do not require standing or balancing </a:t>
                      </a:r>
                      <a:endParaRPr lang="en-US" sz="1800" dirty="0">
                        <a:latin typeface="Melior LT Std" panose="02040503050506040804" pitchFamily="18" charset="0"/>
                      </a:endParaRPr>
                    </a:p>
                  </a:txBody>
                  <a:tcPr marL="108943" marR="108943" marT="54470" marB="54470"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Melior LT Std" panose="02040503050506040804" pitchFamily="18" charset="0"/>
                        </a:rPr>
                        <a:t>Do not over</a:t>
                      </a:r>
                      <a:r>
                        <a:rPr lang="en-US" sz="1800" baseline="0" dirty="0">
                          <a:latin typeface="Melior LT Std" panose="02040503050506040804" pitchFamily="18" charset="0"/>
                        </a:rPr>
                        <a:t> </a:t>
                      </a:r>
                      <a:r>
                        <a:rPr lang="en-US" sz="1800" dirty="0">
                          <a:latin typeface="Melior LT Std" panose="02040503050506040804" pitchFamily="18" charset="0"/>
                        </a:rPr>
                        <a:t>exert</a:t>
                      </a:r>
                    </a:p>
                  </a:txBody>
                  <a:tcPr marL="108943" marR="108943" marT="54470" marB="5447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3472213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263A7D6C-7B7D-4706-9B5B-C287B603775E}"/>
              </a:ext>
            </a:extLst>
          </p:cNvPr>
          <p:cNvSpPr txBox="1">
            <a:spLocks/>
          </p:cNvSpPr>
          <p:nvPr/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0" tIns="45720" rIns="0" bIns="45720" rtlCol="0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b="1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dirty="0"/>
              <a:t>Physical Exercise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ED4B473-8AD1-4F47-B5FD-0B0C6AADDE3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3519" y="1011981"/>
            <a:ext cx="8601739" cy="51127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909642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APP_VERSION" val="1.22.3.7802"/>
  <p:tag name="SLIDO_PRESENTATION_ID" val="cea41368-b299-453a-86ac-367c32b5efe9"/>
  <p:tag name="SLIDO_EVENT_UUID" val="fcad33ae-25be-4cda-ad67-3ccd05ff2cd6"/>
  <p:tag name="SLIDO_EVENT_SECTION_UUID" val="e20e75c6-e565-4309-bef2-b02a4dc93b90"/>
</p:tagLst>
</file>

<file path=ppt/theme/_rels/theme7.xml.rels><?xml version='1.0' encoding='UTF-8' standalone='yes'?>
<Relationships xmlns="http://schemas.openxmlformats.org/package/2006/relationships"><Relationship Id="rId1" Type="http://schemas.openxmlformats.org/officeDocument/2006/relationships/image" Target="../media/image15.jpeg"/><Relationship Id="rId2" Type="http://schemas.openxmlformats.org/officeDocument/2006/relationships/image" Target="../media/image16.jpeg"/></Relationships>
</file>

<file path=ppt/theme/theme1.xml><?xml version="1.0" encoding="utf-8"?>
<a:theme xmlns:a="http://schemas.openxmlformats.org/drawingml/2006/main" name="Office 2013 - 2022 Theme">
  <a:themeElements>
    <a:clrScheme name="Office 2013 - 2022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1D9A78"/>
      </a:accent1>
      <a:accent2>
        <a:srgbClr val="8BC145"/>
      </a:accent2>
      <a:accent3>
        <a:srgbClr val="36AFCE"/>
      </a:accent3>
      <a:accent4>
        <a:srgbClr val="1D6FA9"/>
      </a:accent4>
      <a:accent5>
        <a:srgbClr val="B74919"/>
      </a:accent5>
      <a:accent6>
        <a:srgbClr val="F19D19"/>
      </a:accent6>
      <a:hlink>
        <a:srgbClr val="0563C1"/>
      </a:hlink>
      <a:folHlink>
        <a:srgbClr val="954F72"/>
      </a:folHlink>
    </a:clrScheme>
    <a:fontScheme name="Office 2013 - 2022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AE6F2518-B084-4896-AF52-66CC2144AA2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4.xml><?xml version="1.0" encoding="utf-8"?>
<a:theme xmlns:a="http://schemas.openxmlformats.org/drawingml/2006/main" name="2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3_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6.xml><?xml version="1.0" encoding="utf-8"?>
<a:theme xmlns:a="http://schemas.openxmlformats.org/drawingml/2006/main" name="Jhpiego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7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rnd" cmpd="sng" algn="ctr">
          <a:solidFill>
            <a:schemeClr val="phClr"/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ppt/theme/theme8.xml><?xml version="1.0" encoding="utf-8"?>
<a:theme xmlns:a="http://schemas.openxmlformats.org/drawingml/2006/main" name="5_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9.xml><?xml version="1.0" encoding="utf-8"?>
<a:theme xmlns:a="http://schemas.openxmlformats.org/drawingml/2006/main" name="6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0.xml><?xml version="1.0" encoding="utf-8"?>
<a:theme xmlns:a="http://schemas.openxmlformats.org/drawingml/2006/main" name="7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525" row="1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DB684FDF-ECB5-4D95-AD9B-F7E3763E2B16}">
  <we:reference id="wa200007130" version="1.0.0.1" store="en-US" storeType="OMEX"/>
  <we:alternateReferences>
    <we:reference id="WA200007130" version="1.0.0.1" store="WA200007130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2370</TotalTime>
  <Words>23516</Words>
  <Application>Microsoft Office PowerPoint</Application>
  <PresentationFormat>Widescreen</PresentationFormat>
  <Paragraphs>4491</Paragraphs>
  <Slides>380</Slides>
  <Notes>89</Notes>
  <HiddenSlides>0</HiddenSlides>
  <MMClips>0</MMClips>
  <ScaleCrop>false</ScaleCrop>
  <HeadingPairs>
    <vt:vector size="4" baseType="variant">
      <vt:variant>
        <vt:lpstr>Theme</vt:lpstr>
      </vt:variant>
      <vt:variant>
        <vt:i4>10</vt:i4>
      </vt:variant>
      <vt:variant>
        <vt:lpstr>Slide Titles</vt:lpstr>
      </vt:variant>
      <vt:variant>
        <vt:i4>380</vt:i4>
      </vt:variant>
    </vt:vector>
  </HeadingPairs>
  <TitlesOfParts>
    <vt:vector size="390" baseType="lpstr">
      <vt:lpstr>Office 2013 - 2022 Theme</vt:lpstr>
      <vt:lpstr>Office Theme</vt:lpstr>
      <vt:lpstr>1_Office Theme</vt:lpstr>
      <vt:lpstr>2_Office Theme</vt:lpstr>
      <vt:lpstr>3_Office Theme</vt:lpstr>
      <vt:lpstr>Jhpiego Theme</vt:lpstr>
      <vt:lpstr>Organic</vt:lpstr>
      <vt:lpstr>5_Office Theme</vt:lpstr>
      <vt:lpstr>6_Office Theme</vt:lpstr>
      <vt:lpstr>7_Office Theme</vt:lpstr>
      <vt:lpstr>DAY : 1 </vt:lpstr>
      <vt:lpstr>Maternal Health</vt:lpstr>
      <vt:lpstr>PowerPoint Presentation</vt:lpstr>
      <vt:lpstr>Importance of diagnosing hypertensive disorders of pregnancy</vt:lpstr>
      <vt:lpstr>Effects of high BP on mother  and child during pregnancy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Iron deficiency Anemia in Pregnancy </vt:lpstr>
      <vt:lpstr> What is Anaemia ?</vt:lpstr>
      <vt:lpstr>Grades of anaemia in pregnancy </vt:lpstr>
      <vt:lpstr>PowerPoint Presentation</vt:lpstr>
      <vt:lpstr>Symptoms of Severe Anaemia</vt:lpstr>
      <vt:lpstr>Signs of severe Anaemia</vt:lpstr>
      <vt:lpstr>Diagnostic equipment for Anemia</vt:lpstr>
      <vt:lpstr>Methods of diagnosis</vt:lpstr>
      <vt:lpstr>What is FCM </vt:lpstr>
      <vt:lpstr>Indications for FCM </vt:lpstr>
      <vt:lpstr>Contraindications for FCM </vt:lpstr>
      <vt:lpstr>Comparison between Iron Sucrose and FCM …1</vt:lpstr>
      <vt:lpstr>Comparison between Iron Sucrose and FCM …2</vt:lpstr>
      <vt:lpstr>Dose Calculation of FCM </vt:lpstr>
      <vt:lpstr>Administration of FCM </vt:lpstr>
      <vt:lpstr>Precautions for FCM administration </vt:lpstr>
      <vt:lpstr>Management of adverse events following FCM administration</vt:lpstr>
      <vt:lpstr>FOLLOW UP ACTIONS AFTER ADMINISTRATION</vt:lpstr>
      <vt:lpstr>PowerPoint Presentation</vt:lpstr>
      <vt:lpstr>PowerPoint Presentation</vt:lpstr>
      <vt:lpstr>PowerPoint Presentation</vt:lpstr>
      <vt:lpstr>    Effects of GDM on Pregnant Woman and Newborn</vt:lpstr>
      <vt:lpstr>PowerPoint Presentation</vt:lpstr>
      <vt:lpstr>Consideration for GDM Screening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Medical Nutrition Therapy</vt:lpstr>
      <vt:lpstr>Management of GDM – Physical Exercise (contd.)</vt:lpstr>
      <vt:lpstr>PowerPoint Presentation</vt:lpstr>
      <vt:lpstr>PowerPoint Presentation</vt:lpstr>
      <vt:lpstr>Hypothyroidism and its significance during pregnancy</vt:lpstr>
      <vt:lpstr>Diagnostic equipment for Hypothyroidism</vt:lpstr>
      <vt:lpstr>Adverse effects of untreated hypothyroidism in mother and fetus/newborn</vt:lpstr>
      <vt:lpstr>Magnitude of the problem and target population</vt:lpstr>
      <vt:lpstr>PowerPoint Presentation</vt:lpstr>
      <vt:lpstr>Diagnostic criteria in pregnancy</vt:lpstr>
      <vt:lpstr>PowerPoint Presentation</vt:lpstr>
      <vt:lpstr>PowerPoint Presentation</vt:lpstr>
      <vt:lpstr>PowerPoint Presentation</vt:lpstr>
      <vt:lpstr>Effect of SCD  on Mother and Baby</vt:lpstr>
      <vt:lpstr>High Performance Liquid Chromatography</vt:lpstr>
      <vt:lpstr>PowerPoint Presentation</vt:lpstr>
      <vt:lpstr>Prevention and Management of SCD</vt:lpstr>
      <vt:lpstr>Assessment prior to conception/First visit post conception:</vt:lpstr>
      <vt:lpstr>Management of Sickle cell disease during Antenatal period</vt:lpstr>
      <vt:lpstr>Medications and Monitoring</vt:lpstr>
      <vt:lpstr>Management of Sickle cell disease during Antenatal period</vt:lpstr>
      <vt:lpstr>Management of Sickle cell disease during Antenatal period</vt:lpstr>
      <vt:lpstr>Diagnostic Test of Sickle Cell</vt:lpstr>
      <vt:lpstr>Modalities of screening, treatment and management</vt:lpstr>
      <vt:lpstr>Modalities of screening, treatment and management</vt:lpstr>
      <vt:lpstr>Modalities of screening, treatment and management</vt:lpstr>
      <vt:lpstr>Management of Sickle cell disease in 2nd &amp; 3rd trimester </vt:lpstr>
      <vt:lpstr>PowerPoint Presentation</vt:lpstr>
      <vt:lpstr>Acute Pain Crisis Management</vt:lpstr>
      <vt:lpstr>Mode and timing of delivery</vt:lpstr>
      <vt:lpstr>Roles &amp; Responsibilities of MO/OG</vt:lpstr>
      <vt:lpstr>PowerPoint Presentation</vt:lpstr>
      <vt:lpstr>Preterm birth - A leading cause of neonatal deaths in India</vt:lpstr>
      <vt:lpstr>PowerPoint Presentation</vt:lpstr>
      <vt:lpstr>Recognizing true labor </vt:lpstr>
      <vt:lpstr>Interventions done in mother to prevent neonatal complications:</vt:lpstr>
      <vt:lpstr>Antenatal corticosteroids</vt:lpstr>
      <vt:lpstr>When to give and when not to give ANCS</vt:lpstr>
      <vt:lpstr>PowerPoint Presentation</vt:lpstr>
      <vt:lpstr>Post partum Hemorrhage</vt:lpstr>
      <vt:lpstr>Identification of PPH</vt:lpstr>
      <vt:lpstr>PowerPoint Presentation</vt:lpstr>
      <vt:lpstr>PowerPoint Presentation</vt:lpstr>
      <vt:lpstr>PowerPoint Presentation</vt:lpstr>
      <vt:lpstr>PowerPoint Presentation</vt:lpstr>
      <vt:lpstr>Classification of hypovolemic shock</vt:lpstr>
      <vt:lpstr> Assessment of Blood Loss </vt:lpstr>
      <vt:lpstr>PowerPoint Presentation</vt:lpstr>
      <vt:lpstr>PowerPoint Presentation</vt:lpstr>
      <vt:lpstr>PowerPoint Presentation</vt:lpstr>
      <vt:lpstr>Cause Specific Management: Atonic PPH</vt:lpstr>
      <vt:lpstr>PowerPoint Presentation</vt:lpstr>
      <vt:lpstr>Bimanual Uterine Compression</vt:lpstr>
      <vt:lpstr>Compression of Abdominal Aorta</vt:lpstr>
      <vt:lpstr>Condom Tamponade</vt:lpstr>
      <vt:lpstr>PowerPoint Presentation</vt:lpstr>
      <vt:lpstr>Cause Specific Management: Tears or Trauma</vt:lpstr>
      <vt:lpstr>Key Messages</vt:lpstr>
      <vt:lpstr>PowerPoint Presentation</vt:lpstr>
      <vt:lpstr>PARTOGRAPH – CASE STUDY 1</vt:lpstr>
      <vt:lpstr>PowerPoint Presentation</vt:lpstr>
      <vt:lpstr>PARTOGRAPH – CASE STUDY 2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Clinical Picture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Key messages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Importance of Care for Newborn at Birth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Monitoring of Baby (Delivery Case-sheet)</vt:lpstr>
      <vt:lpstr>PowerPoint Presentation</vt:lpstr>
      <vt:lpstr>PowerPoint Presentation</vt:lpstr>
      <vt:lpstr>PowerPoint Presentation</vt:lpstr>
      <vt:lpstr>RoP IEC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Take Home Message</vt:lpstr>
      <vt:lpstr>Thermal Control (KMC)</vt:lpstr>
      <vt:lpstr>PowerPoint Presentation</vt:lpstr>
      <vt:lpstr>PowerPoint Presentation</vt:lpstr>
      <vt:lpstr>ASSESSMENT OF TEMPERATURE BY TOUCH</vt:lpstr>
      <vt:lpstr>PowerPoint Presentation</vt:lpstr>
      <vt:lpstr>PowerPoint Presentation</vt:lpstr>
      <vt:lpstr>PowerPoint Presentation</vt:lpstr>
      <vt:lpstr>Wrapping and covering a baby</vt:lpstr>
      <vt:lpstr>PowerPoint Presentation</vt:lpstr>
      <vt:lpstr>PowerPoint Presentation</vt:lpstr>
      <vt:lpstr>PowerPoint Presentation</vt:lpstr>
      <vt:lpstr>Kangaroo positioning</vt:lpstr>
      <vt:lpstr>PowerPoint Presentation</vt:lpstr>
      <vt:lpstr>Monitoring </vt:lpstr>
      <vt:lpstr> Duration of KMC </vt:lpstr>
      <vt:lpstr>PowerPoint Presentation</vt:lpstr>
      <vt:lpstr>PowerPoint Presentation</vt:lpstr>
      <vt:lpstr>PowerPoint Presentation</vt:lpstr>
      <vt:lpstr>PowerPoint Presentation</vt:lpstr>
      <vt:lpstr>Breast Anatomy - Structure</vt:lpstr>
      <vt:lpstr>Oxytocin Reflex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Stabilize prior to transport</vt:lpstr>
      <vt:lpstr>Communication</vt:lpstr>
      <vt:lpstr>TemperatureMaintenance as per warm chain</vt:lpstr>
      <vt:lpstr>PowerPoint Presentation</vt:lpstr>
      <vt:lpstr>PowerPoint Presentation</vt:lpstr>
      <vt:lpstr>Prevention &amp; Management of Hypoxia</vt:lpstr>
      <vt:lpstr>Danger signs of newborn</vt:lpstr>
      <vt:lpstr>PowerPoint Presentation</vt:lpstr>
      <vt:lpstr>Childhood Pneumonia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Childhood Diarrhoea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Dose of ORS in 4 hours</vt:lpstr>
      <vt:lpstr>PowerPoint Presentation</vt:lpstr>
      <vt:lpstr>When to send child home &amp; Advice</vt:lpstr>
      <vt:lpstr>PowerPoint Presentation</vt:lpstr>
      <vt:lpstr>An Over View Immunization Programme  </vt:lpstr>
      <vt:lpstr>Introduction</vt:lpstr>
      <vt:lpstr>India’s Universal Immunization Programme (UIP)</vt:lpstr>
      <vt:lpstr>Roadmap of Introduction &amp; Expansion of New Vaccines</vt:lpstr>
      <vt:lpstr>Universal Immunization Programme (Scope and Scale in Odisha)</vt:lpstr>
      <vt:lpstr>Aim and objectives of UIP </vt:lpstr>
      <vt:lpstr>Full Immunization trend ( NFHS)</vt:lpstr>
      <vt:lpstr>Concept of Full Immunization Coverage (FIC) Plus</vt:lpstr>
      <vt:lpstr>Immunization programme Component </vt:lpstr>
      <vt:lpstr>VPDs </vt:lpstr>
      <vt:lpstr>PowerPoint Presentation</vt:lpstr>
      <vt:lpstr>Sequence , Site and Route of Vaccination at birth</vt:lpstr>
      <vt:lpstr>Sequence , Site and Route of Vaccination at 6th  Week</vt:lpstr>
      <vt:lpstr>Sequence , Site and Route of Vaccination at 10th  Week</vt:lpstr>
      <vt:lpstr>Sequence , Site and Route of Vaccination at 14th  Week</vt:lpstr>
      <vt:lpstr>Sequence , Site and Route of Vaccination at 9-11th month</vt:lpstr>
      <vt:lpstr>Sequence , Site and Route of Vaccination at 16-23 months</vt:lpstr>
      <vt:lpstr>PowerPoint Presentation</vt:lpstr>
      <vt:lpstr>Syringe and needle position for Vaccination </vt:lpstr>
      <vt:lpstr>PowerPoint Presentation</vt:lpstr>
      <vt:lpstr>Sensitivity of Vaccine to heat, light and freezing  </vt:lpstr>
      <vt:lpstr>PowerPoint Presentation</vt:lpstr>
      <vt:lpstr>PowerPoint Presentation</vt:lpstr>
      <vt:lpstr>Conditioning of Ice Packs</vt:lpstr>
      <vt:lpstr>Vaccine Arrangement at RI session sites </vt:lpstr>
      <vt:lpstr>Adverse event following immunization (AEFI)</vt:lpstr>
      <vt:lpstr>WHO cause specific definition of AEFIs</vt:lpstr>
      <vt:lpstr>Recognition of Anaphylaxis</vt:lpstr>
      <vt:lpstr>Steps for Initial Management of AEFI</vt:lpstr>
      <vt:lpstr>Managing AEFI </vt:lpstr>
      <vt:lpstr>Contents of the Anaphylaxis Kit </vt:lpstr>
      <vt:lpstr>Dose of Adrenaline </vt:lpstr>
      <vt:lpstr>Difference between AEFI Kit and Anaphylaxis kit </vt:lpstr>
      <vt:lpstr> Reporting of AEFIs  </vt:lpstr>
      <vt:lpstr> Immunization Wastes Segregation </vt:lpstr>
      <vt:lpstr>Monitoring and Supervision of RI Programme </vt:lpstr>
      <vt:lpstr>Reporting and recording of RI Programme </vt:lpstr>
      <vt:lpstr>DAY 2 Programs</vt:lpstr>
      <vt:lpstr>PowerPoint Presentation</vt:lpstr>
      <vt:lpstr>PowerPoint Presentation</vt:lpstr>
      <vt:lpstr>PowerPoint Presentation</vt:lpstr>
      <vt:lpstr>Requirements at VHSND/ UHSND site</vt:lpstr>
      <vt:lpstr>PowerPoint Presentation</vt:lpstr>
      <vt:lpstr>MCP card</vt:lpstr>
      <vt:lpstr>“Guidance Note on Optimizing Post-Natal Care”</vt:lpstr>
      <vt:lpstr>Framework to identify the high-risk post-natal mother</vt:lpstr>
      <vt:lpstr>PowerPoint Presentation</vt:lpstr>
      <vt:lpstr>Reporting, Monitoring and Evaluation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HRP condition in MCP card</vt:lpstr>
      <vt:lpstr>PowerPoint Presentation</vt:lpstr>
      <vt:lpstr>HRP Condition to be evaluate in 1st visit</vt:lpstr>
      <vt:lpstr>HRP Condition to be evaluate in every visit/Subsequent visit</vt:lpstr>
      <vt:lpstr>PowerPoint Presentation</vt:lpstr>
      <vt:lpstr>PowerPoint Presentation</vt:lpstr>
      <vt:lpstr>The expert committee unanimously recommended the following investigation for all ANC cases at the facility level:</vt:lpstr>
      <vt:lpstr>Following investigations are recommended for every delivery cases at the time of admission for delivery at facility:</vt:lpstr>
      <vt:lpstr>Follow up Tracking for HRP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 BPCR – Complication Readiness</vt:lpstr>
      <vt:lpstr>PMSMA &amp; EPMSMA</vt:lpstr>
      <vt:lpstr>Pradhan Mantri Surakshit Matritva Abhiyan (PMSMA)/Extended PMSMA</vt:lpstr>
      <vt:lpstr>PowerPoint Presentation</vt:lpstr>
      <vt:lpstr>Features</vt:lpstr>
      <vt:lpstr>Financial Support</vt:lpstr>
      <vt:lpstr>Non-Negotiable Component</vt:lpstr>
      <vt:lpstr>Flow of Beneficiary</vt:lpstr>
      <vt:lpstr>Roles and responsibility of Health care providers</vt:lpstr>
      <vt:lpstr>List of PMSMA HRP Condition (25)</vt:lpstr>
      <vt:lpstr>Integration of MCP card and PMSMA HRP condition</vt:lpstr>
      <vt:lpstr>Integration of MCP card and PMSMA HRP condition</vt:lpstr>
      <vt:lpstr>AMLAN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Modalities for Oral IFA consumptions for all age groups</vt:lpstr>
      <vt:lpstr>PowerPoint Presentation</vt:lpstr>
      <vt:lpstr>PowerPoint Presentation</vt:lpstr>
      <vt:lpstr>PowerPoint Presentation</vt:lpstr>
      <vt:lpstr>PowerPoint Presentation</vt:lpstr>
      <vt:lpstr>Way Forward</vt:lpstr>
      <vt:lpstr> Home Based Newborn &amp; Young Child Care</vt:lpstr>
      <vt:lpstr>HBNC</vt:lpstr>
      <vt:lpstr>HBYC</vt:lpstr>
      <vt:lpstr>Skill Needed for HBNC</vt:lpstr>
      <vt:lpstr>Skill Needed for HBYC</vt:lpstr>
      <vt:lpstr>Recording</vt:lpstr>
      <vt:lpstr>SUPPLY CHAIN MANGEMENT</vt:lpstr>
      <vt:lpstr>FLOW OF INDENT</vt:lpstr>
      <vt:lpstr>ISSUE OF DRUGS</vt:lpstr>
      <vt:lpstr>INVENTORY MANAGEMENT</vt:lpstr>
      <vt:lpstr>INVENTORY MANAGEMENT</vt:lpstr>
      <vt:lpstr>BASIC PRINCIPLE </vt:lpstr>
      <vt:lpstr>Monthly Indent Calendar</vt:lpstr>
      <vt:lpstr>INVENTORY MANAGEMENT</vt:lpstr>
      <vt:lpstr>INVENTORY MANAGEMENT</vt:lpstr>
      <vt:lpstr>MONTHLY AVERAGE CONSUMPTION Ex- Tab. Pantoprazole 40 mg</vt:lpstr>
      <vt:lpstr>PowerPoint Presentation</vt:lpstr>
      <vt:lpstr>FORECASTING</vt:lpstr>
      <vt:lpstr>FORECASTING</vt:lpstr>
      <vt:lpstr>FORECASTING</vt:lpstr>
      <vt:lpstr>SMART MOVES</vt:lpstr>
      <vt:lpstr>Block Drug &amp; Therapeutics Committee (BDTC)</vt:lpstr>
      <vt:lpstr>ANNUAL PROCUREMENT PLAN</vt:lpstr>
      <vt:lpstr>STEPS INVOLVED IN PREPARATION OF AAP</vt:lpstr>
      <vt:lpstr>PowerPoint Presentation</vt:lpstr>
      <vt:lpstr>How to Rationalise Indents</vt:lpstr>
      <vt:lpstr>Role &amp; Responsibilities of  MO I/C</vt:lpstr>
      <vt:lpstr>Role &amp; Responsibilities of  Pharmacy Officer</vt:lpstr>
      <vt:lpstr> Instrument Processing </vt:lpstr>
      <vt:lpstr>PowerPoint Presentation</vt:lpstr>
      <vt:lpstr>PowerPoint Presentation</vt:lpstr>
      <vt:lpstr>Hypochlorite solution available concentration and dilution</vt:lpstr>
      <vt:lpstr>High Level disinfection/ Chemical sterilization</vt:lpstr>
      <vt:lpstr>PowerPoint Presentation</vt:lpstr>
      <vt:lpstr>PowerPoint Presentation</vt:lpstr>
      <vt:lpstr>Test Details As per Notification</vt:lpstr>
      <vt:lpstr>List of tests as per Type facility including</vt:lpstr>
      <vt:lpstr>List of tests as per Type facility including</vt:lpstr>
      <vt:lpstr>List of tests as per Type facility including</vt:lpstr>
      <vt:lpstr>List of tests as per Type facility including</vt:lpstr>
      <vt:lpstr>PowerPoint Presentation</vt:lpstr>
      <vt:lpstr>PowerPoint Presentation</vt:lpstr>
      <vt:lpstr>PowerPoint Presentation</vt:lpstr>
      <vt:lpstr>PowerPoint Presentation</vt:lpstr>
      <vt:lpstr>MDR Process</vt:lpstr>
      <vt:lpstr>CDR Process</vt:lpstr>
      <vt:lpstr>PowerPoint Presentation</vt:lpstr>
      <vt:lpstr>PowerPoint Presentation</vt:lpstr>
      <vt:lpstr>PowerPoint Presentation</vt:lpstr>
      <vt:lpstr>Dummy Data for group work </vt:lpstr>
      <vt:lpstr>Answer key </vt:lpstr>
      <vt:lpstr>Reporting &amp; Review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Maternal Health</dc:title>
  <dc:creator>Nilophor; Rudra Das</dc:creator>
  <cp:lastModifiedBy>sibasish swain</cp:lastModifiedBy>
  <cp:revision>77</cp:revision>
  <cp:lastPrinted>2026-06-06T05:30:39Z</cp:lastPrinted>
  <dcterms:created xsi:type="dcterms:W3CDTF">2026-06-03T10:15:04Z</dcterms:created>
  <dcterms:modified xsi:type="dcterms:W3CDTF">2026-08-22T11:46:46Z</dcterms:modified>
</cp:coreProperties>
</file>