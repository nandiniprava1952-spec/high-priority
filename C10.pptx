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  <p:sldMasterId id="2147483717" r:id="rId2"/>
    <p:sldMasterId id="2147483729" r:id="rId3"/>
    <p:sldMasterId id="2147483745" r:id="rId4"/>
    <p:sldMasterId id="2147483748" r:id="rId5"/>
    <p:sldMasterId id="2147483766" r:id="rId6"/>
    <p:sldMasterId id="2147483790" r:id="rId7"/>
    <p:sldMasterId id="2147483808" r:id="rId8"/>
    <p:sldMasterId id="2147483821" r:id="rId9"/>
    <p:sldMasterId id="2147483833" r:id="rId10"/>
  </p:sldMasterIdLst>
  <p:notesMasterIdLst>
    <p:notesMasterId r:id="rId391"/>
  </p:notesMasterIdLst>
  <p:handoutMasterIdLst>
    <p:handoutMasterId r:id="rId392"/>
  </p:handoutMasterIdLst>
  <p:sldIdLst>
    <p:sldId id="2147470628" r:id="rId366"/>
    <p:sldId id="259" r:id="rId367"/>
    <p:sldId id="2147470879" r:id="rId368"/>
    <p:sldId id="2147470880" r:id="rId369"/>
    <p:sldId id="2147470881" r:id="rId370"/>
    <p:sldId id="374" r:id="rId371"/>
  </p:sldIdLst>
  <p:sldSz cx="12192000" cy="6858000"/>
  <p:notesSz cx="7104063" cy="10234613"/>
  <p:custDataLst>
    <p:tags r:id="rId3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807B35-6682-E863-7CDC-BAFFABE6384C}" name="Dande Venkata Sireesha" initials="DS" userId="S::dsireesha@jhpiego.org::38427968-4704-4b19-87c8-b85b3f9240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EA2E52"/>
    <a:srgbClr val="EC848E"/>
    <a:srgbClr val="F3F3F3"/>
    <a:srgbClr val="EA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/>
    <p:restoredTop sz="94656"/>
  </p:normalViewPr>
  <p:slideViewPr>
    <p:cSldViewPr snapToGrid="0">
      <p:cViewPr varScale="1">
        <p:scale>
          <a:sx n="59" d="100"/>
          <a:sy n="59" d="100"/>
        </p:scale>
        <p:origin x="9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366" Type="http://schemas.openxmlformats.org/officeDocument/2006/relationships/slide" Target="slides/slide356.xml"/><Relationship Id="rId367" Type="http://schemas.openxmlformats.org/officeDocument/2006/relationships/slide" Target="slides/slide357.xml"/><Relationship Id="rId368" Type="http://schemas.openxmlformats.org/officeDocument/2006/relationships/slide" Target="slides/slide358.xml"/><Relationship Id="rId369" Type="http://schemas.openxmlformats.org/officeDocument/2006/relationships/slide" Target="slides/slide359.xml"/><Relationship Id="rId370" Type="http://schemas.openxmlformats.org/officeDocument/2006/relationships/slide" Target="slides/slide360.xml"/><Relationship Id="rId371" Type="http://schemas.openxmlformats.org/officeDocument/2006/relationships/slide" Target="slides/slide361.xml"/><Relationship Id="rId391" Type="http://schemas.openxmlformats.org/officeDocument/2006/relationships/notesMaster" Target="notesMasters/notesMaster1.xml"/><Relationship Id="rId392" Type="http://schemas.openxmlformats.org/officeDocument/2006/relationships/handoutMaster" Target="handoutMasters/handoutMaster1.xml"/><Relationship Id="rId393" Type="http://schemas.openxmlformats.org/officeDocument/2006/relationships/tags" Target="tags/tag1.xml"/><Relationship Id="rId394" Type="http://schemas.openxmlformats.org/officeDocument/2006/relationships/presProps" Target="presProps.xml"/><Relationship Id="rId395" Type="http://schemas.openxmlformats.org/officeDocument/2006/relationships/viewProps" Target="viewProps.xml"/><Relationship Id="rId396" Type="http://schemas.openxmlformats.org/officeDocument/2006/relationships/theme" Target="theme/theme1.xml"/><Relationship Id="rId397" Type="http://schemas.openxmlformats.org/officeDocument/2006/relationships/tableStyles" Target="tableStyles.xml"/><Relationship Id="rId39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B46732-557D-8FCF-2968-C78E8D821C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8EABF-2835-8D70-EFD7-D1352C400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12733-6E4E-5DA1-F079-5AD524364E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399E-D04A-9279-C9B6-F8A6209EEA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61D89-608A-42D6-B691-97ED446F6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607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80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2B1AF16-7E74-AB49-8480-890ED0DDD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72278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25592-AE75-76BB-F4AC-145BD23EA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0C567-14BE-EB13-D9F8-8542C1E00A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DB5D8-E17C-CF32-8E72-68865D380E4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96222A-6AEF-478B-A0E0-DDBBF5BECCDA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360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jpg"/><Relationship Id="rId3" Type="http://schemas.openxmlformats.org/officeDocument/2006/relationships/image" Target="../media/image8.emf"/><Relationship Id="rId4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emf"/><Relationship Id="rId3" Type="http://schemas.openxmlformats.org/officeDocument/2006/relationships/image" Target="../media/image11.jp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jp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jp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jpg"/><Relationship Id="rId3" Type="http://schemas.openxmlformats.org/officeDocument/2006/relationships/image" Target="../media/image14.emf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8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ADFBB3-0010-AB5C-E186-10C278329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6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4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74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20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2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94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28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62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9771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589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solidFill>
                <a:srgbClr val="A9432B"/>
              </a:solidFill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lang="en-US" b="1" dirty="0">
                <a:solidFill>
                  <a:srgbClr val="A9432B"/>
                </a:solidFill>
              </a:defRPr>
            </a:lvl1pPr>
          </a:lstStyle>
          <a:p>
            <a:pPr lvl="0" algn="ctr"/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36830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6154420" y="1298448"/>
            <a:ext cx="5669280" cy="4937760"/>
          </a:xfrm>
        </p:spPr>
        <p:txBody>
          <a:bodyPr>
            <a:normAutofit/>
          </a:bodyPr>
          <a:lstStyle>
            <a:lvl1pPr>
              <a:buClr>
                <a:srgbClr val="662C57"/>
              </a:buClr>
              <a:defRPr sz="2000">
                <a:solidFill>
                  <a:srgbClr val="000000"/>
                </a:solidFill>
              </a:defRPr>
            </a:lvl1pPr>
            <a:lvl2pPr>
              <a:buClr>
                <a:srgbClr val="662C57"/>
              </a:buClr>
              <a:defRPr sz="1800">
                <a:solidFill>
                  <a:srgbClr val="000000"/>
                </a:solidFill>
              </a:defRPr>
            </a:lvl2pPr>
            <a:lvl3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3pPr>
            <a:lvl4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4pPr>
            <a:lvl5pPr>
              <a:buClr>
                <a:srgbClr val="662C57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951"/>
          <a:stretch/>
        </p:blipFill>
        <p:spPr bwMode="auto">
          <a:xfrm>
            <a:off x="5486400" y="1282700"/>
            <a:ext cx="914400" cy="549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553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2413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6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55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60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47960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0179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8045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8788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06038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2563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6130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60118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612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157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63E1-6C3C-60C3-2789-C3E7E63F6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4D3A4-B23F-3B2E-408D-8DF1D8B0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080F2-B751-F031-B6FE-69EDC0E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9BBD-9BBB-25A7-41D5-DCCA4205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78240-920C-58B3-614A-1F302EDC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287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5C77-9BC2-B192-4B16-4E9B70C0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5D8-2228-37F5-E92F-100658DC4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74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142B-386B-1737-E9C6-FAEC38AD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A76D0-7FA6-0F67-38CC-9AE4009EE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2033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7095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D0-D992-87FA-F121-40EF7F1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B9A1E-8425-AAAC-A4EF-5C14EDE75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33098-65DF-716A-4270-8B037B243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CAF85E-7457-56FC-7CCA-E5FA3279B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7F51DF-B01D-B7B2-73C0-3B32809E3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10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ECCF-340C-CD3E-C2D5-8749FDE8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2647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39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076A-4A60-1EF6-18EF-0CC70C4B0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987A-C2F5-3E87-0B70-97263EDE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AEAAC-A628-9B86-3D98-554470387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73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FB26-0933-6834-6FB9-FFB7D9CD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292AD-78E9-3F9E-1AF3-9880D1B9F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F03C5-C56C-38EC-872B-1FD90EA64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53328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CEA1-ED6E-34C2-B846-352AD62A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26751-8CD1-BB97-ECE4-857D87C03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398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F36A2-1BA2-312B-1F1B-B56756E60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E123B-8F1C-5AF7-49CC-E82E7B50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03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32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/>
          <p:cNvGrpSpPr/>
          <p:nvPr/>
        </p:nvGrpSpPr>
        <p:grpSpPr>
          <a:xfrm>
            <a:off x="-6" y="54"/>
            <a:ext cx="9429907" cy="1769753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3" name="Shape 64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4" name="Shape 6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" name="Shape 70"/>
          <p:cNvGrpSpPr/>
          <p:nvPr/>
        </p:nvGrpSpPr>
        <p:grpSpPr>
          <a:xfrm>
            <a:off x="9262456" y="5963632"/>
            <a:ext cx="2937107" cy="894393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6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  <p:grpSp>
          <p:nvGrpSpPr>
            <p:cNvPr id="7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2pPr>
            <a:lvl3pPr marL="1828754" lvl="2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3pPr>
            <a:lvl4pPr marL="2438339" lvl="3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4pPr>
            <a:lvl5pPr marL="3047924" lvl="4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5pPr>
            <a:lvl6pPr marL="3657509" lvl="5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6pPr>
            <a:lvl7pPr marL="4267093" lvl="6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7pPr>
            <a:lvl8pPr marL="4876678" lvl="7" indent="-507987">
              <a:spcBef>
                <a:spcPts val="1333"/>
              </a:spcBef>
              <a:spcAft>
                <a:spcPts val="0"/>
              </a:spcAft>
              <a:buSzPts val="2400"/>
              <a:buChar char="▻"/>
              <a:defRPr/>
            </a:lvl8pPr>
            <a:lvl9pPr marL="5486263" lvl="8" indent="-507987">
              <a:spcBef>
                <a:spcPts val="1333"/>
              </a:spcBef>
              <a:spcAft>
                <a:spcPts val="1333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sldNum" idx="12"/>
          </p:nvPr>
        </p:nvSpPr>
        <p:spPr>
          <a:xfrm>
            <a:off x="10157333" y="6182000"/>
            <a:ext cx="19832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54870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DD0829-95D3-46D8-B093-1413418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6C835F-8A38-40CA-AD16-1AC58DCCF624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412C6-39F5-496E-BCF2-BBC24EBFE035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B64A70-1DD2-468E-A83F-96EFAC819EF3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D3495B4-D984-4156-B4D8-0E6BDBEBDF5A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3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FEF7DE1-51DA-4A3C-9EA8-305BF43A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82" y="681037"/>
            <a:ext cx="10154446" cy="538163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818502-EE7D-47C5-BAC6-32E7714A0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630680"/>
            <a:ext cx="11414754" cy="45462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82BCD-4510-4937-9C1E-F95F6544E965}"/>
              </a:ext>
            </a:extLst>
          </p:cNvPr>
          <p:cNvCxnSpPr>
            <a:cxnSpLocks/>
          </p:cNvCxnSpPr>
          <p:nvPr userDrawn="1"/>
        </p:nvCxnSpPr>
        <p:spPr>
          <a:xfrm>
            <a:off x="411480" y="1386840"/>
            <a:ext cx="114147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22E42A-9523-4852-99DB-67E76B0D404D}"/>
              </a:ext>
            </a:extLst>
          </p:cNvPr>
          <p:cNvCxnSpPr>
            <a:cxnSpLocks/>
          </p:cNvCxnSpPr>
          <p:nvPr userDrawn="1"/>
        </p:nvCxnSpPr>
        <p:spPr>
          <a:xfrm>
            <a:off x="404656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DDE1E1-2256-42EE-8EA5-A7A3D716556A}"/>
              </a:ext>
            </a:extLst>
          </p:cNvPr>
          <p:cNvCxnSpPr>
            <a:cxnSpLocks/>
          </p:cNvCxnSpPr>
          <p:nvPr userDrawn="1"/>
        </p:nvCxnSpPr>
        <p:spPr>
          <a:xfrm>
            <a:off x="11826240" y="1310640"/>
            <a:ext cx="0" cy="152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E4FA80-BAA4-4EE2-BE37-23B240E6BBE0}"/>
              </a:ext>
            </a:extLst>
          </p:cNvPr>
          <p:cNvSpPr/>
          <p:nvPr userDrawn="1"/>
        </p:nvSpPr>
        <p:spPr>
          <a:xfrm>
            <a:off x="0" y="681037"/>
            <a:ext cx="1549400" cy="538163"/>
          </a:xfrm>
          <a:custGeom>
            <a:avLst/>
            <a:gdLst>
              <a:gd name="connsiteX0" fmla="*/ 0 w 1549400"/>
              <a:gd name="connsiteY0" fmla="*/ 0 h 538163"/>
              <a:gd name="connsiteX1" fmla="*/ 1359525 w 1549400"/>
              <a:gd name="connsiteY1" fmla="*/ 0 h 538163"/>
              <a:gd name="connsiteX2" fmla="*/ 1549400 w 1549400"/>
              <a:gd name="connsiteY2" fmla="*/ 189875 h 538163"/>
              <a:gd name="connsiteX3" fmla="*/ 1549400 w 1549400"/>
              <a:gd name="connsiteY3" fmla="*/ 348288 h 538163"/>
              <a:gd name="connsiteX4" fmla="*/ 1359525 w 1549400"/>
              <a:gd name="connsiteY4" fmla="*/ 538163 h 538163"/>
              <a:gd name="connsiteX5" fmla="*/ 0 w 1549400"/>
              <a:gd name="connsiteY5" fmla="*/ 538163 h 53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9400" h="538163">
                <a:moveTo>
                  <a:pt x="0" y="0"/>
                </a:moveTo>
                <a:lnTo>
                  <a:pt x="1359525" y="0"/>
                </a:lnTo>
                <a:cubicBezTo>
                  <a:pt x="1464390" y="0"/>
                  <a:pt x="1549400" y="85010"/>
                  <a:pt x="1549400" y="189875"/>
                </a:cubicBezTo>
                <a:lnTo>
                  <a:pt x="1549400" y="348288"/>
                </a:lnTo>
                <a:cubicBezTo>
                  <a:pt x="1549400" y="453153"/>
                  <a:pt x="1464390" y="538163"/>
                  <a:pt x="1359525" y="538163"/>
                </a:cubicBezTo>
                <a:lnTo>
                  <a:pt x="0" y="538163"/>
                </a:lnTo>
                <a:close/>
              </a:path>
            </a:pathLst>
          </a:custGeom>
          <a:solidFill>
            <a:srgbClr val="A82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61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3417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155-3AC9-74B8-182F-F78DE7AC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F9265-2FFD-0FDE-7AB6-CA2C2424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C91D0-81F3-C1DE-D627-0F15E6AA3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1526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4206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2"/>
            <a:ext cx="11455400" cy="8381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83940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 rot="5400000">
            <a:off x="5638332" y="-5410667"/>
            <a:ext cx="914402" cy="12192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365760" y="1298448"/>
            <a:ext cx="11460480" cy="4937760"/>
          </a:xfrm>
        </p:spPr>
        <p:txBody>
          <a:bodyPr/>
          <a:lstStyle>
            <a:lvl1pPr>
              <a:buClr>
                <a:srgbClr val="A9432B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A9432B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A9432B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A9432B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A9432B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368300" y="228601"/>
            <a:ext cx="11455400" cy="91440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>
              <a:defRPr b="1">
                <a:solidFill>
                  <a:srgbClr val="A9432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2634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9F88-86E9-5CC4-3D6C-657D402BE1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129D42-6E05-6030-F80E-A6FABF9DC6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2187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CAEC-7662-442B-DE97-E02FBC40ADF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B7E5-A757-F0A4-DCA3-4C3AA8BC32E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0764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6725-11C7-8AC7-11E5-AAC81764F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8B3E4-BD1E-2992-E55E-6E6220681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0839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A615A-0748-F8E8-2B93-7AC67AD50D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9835-CA8A-4EF0-5B61-52276E32F0E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D794-E860-6C81-5A60-35231154E1D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9834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5897-1ECD-873E-84D3-41BFF8AF3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CCF8A-8FFE-B9BF-52CE-5454D38EE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0B978-03DA-B019-265D-0BAE5354617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1E5E9-54B5-1CB7-85AA-72865A708F4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8F26A-AB96-0F7E-6D39-692237F77A5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17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DE27-564F-909C-2474-F9B9D491AB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036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7205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1298-7628-BFDD-D448-3ED5060CF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5A0D2-6B79-78A9-264D-4051A8817D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D71C3-71E0-D242-A6AD-90036E7E37A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A37B5-D886-E370-2885-12BA7BE9B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D2DA2-D24D-6A82-7B14-AE6FABFF30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E9A08-69FE-3525-F234-68C458DA82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1850F8-7832-4952-B4BD-14C3E99DE1D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0808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82B1-7FB7-0AD0-C6A5-0AB70BAF6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0B88E-3309-371B-8826-D39EB1724CD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053A5-672B-38C1-1923-B1F2ACB1B65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569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396-7FE9-DBA8-015B-F373BB56C7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18F8A-332B-1E08-CA2B-8890CB0E4CF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330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5EEB9-6A47-2E58-EC44-0FA558BC00EC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67C5A-CAC2-FCA2-7F34-F582BBEE026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D53AEF42-15E7-649A-BE0F-3BDA462B102A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551297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4515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3CC45D23-C112-4CD7-62D5-4A6E79A16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8985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6CA3EB-8B7D-F2D9-5F80-59E1BB963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5064349" cy="2482852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1AB2C8-8615-D21C-243F-5F34F55C76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57550"/>
            <a:ext cx="5064349" cy="385767"/>
          </a:xfrm>
        </p:spPr>
        <p:txBody>
          <a:bodyPr>
            <a:noAutofit/>
          </a:bodyPr>
          <a:lstStyle>
            <a:lvl1pPr marL="0" indent="0">
              <a:buNone/>
              <a:defRPr b="1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EDFD50-C74E-C5A3-69E8-3B0FAC2823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3657600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A1A0F650-68B9-562D-8D12-B3A867861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78012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A1F6C06-3DAF-30D4-CED4-9CD4BC33DD7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21FE4-21AC-7C61-C60B-9B41566BD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8107EA4-A580-208A-18B3-1347912116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86B1D2C4-9FDE-0681-35D2-67C0F95881E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161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3006703-B28E-F11B-D929-1081890B8289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+- f7 0 f5"/>
              <a:gd name="f29" fmla="+- f6 0 f5"/>
              <a:gd name="f30" fmla="*/ f25 f0 1"/>
              <a:gd name="f31" fmla="*/ f29 1 5867"/>
              <a:gd name="f32" fmla="*/ f28 1 4320"/>
              <a:gd name="f33" fmla="*/ 0 f29 1"/>
              <a:gd name="f34" fmla="*/ 0 f28 1"/>
              <a:gd name="f35" fmla="*/ 4320 f28 1"/>
              <a:gd name="f36" fmla="*/ 3187 f29 1"/>
              <a:gd name="f37" fmla="*/ 4630 f29 1"/>
              <a:gd name="f38" fmla="*/ 3063 f28 1"/>
              <a:gd name="f39" fmla="*/ 5669 f29 1"/>
              <a:gd name="f40" fmla="*/ 1003 f28 1"/>
              <a:gd name="f41" fmla="*/ 5867 f29 1"/>
              <a:gd name="f42" fmla="*/ f30 1 f2"/>
              <a:gd name="f43" fmla="*/ f33 1 5867"/>
              <a:gd name="f44" fmla="*/ f34 1 4320"/>
              <a:gd name="f45" fmla="*/ f35 1 4320"/>
              <a:gd name="f46" fmla="*/ f36 1 5867"/>
              <a:gd name="f47" fmla="*/ f37 1 5867"/>
              <a:gd name="f48" fmla="*/ f38 1 4320"/>
              <a:gd name="f49" fmla="*/ f39 1 5867"/>
              <a:gd name="f50" fmla="*/ f40 1 4320"/>
              <a:gd name="f51" fmla="*/ f41 1 5867"/>
              <a:gd name="f52" fmla="*/ 0 1 f31"/>
              <a:gd name="f53" fmla="*/ f6 1 f31"/>
              <a:gd name="f54" fmla="*/ 0 1 f32"/>
              <a:gd name="f55" fmla="*/ f7 1 f32"/>
              <a:gd name="f56" fmla="+- f42 0 f1"/>
              <a:gd name="f57" fmla="*/ f43 1 f31"/>
              <a:gd name="f58" fmla="*/ f44 1 f32"/>
              <a:gd name="f59" fmla="*/ f45 1 f32"/>
              <a:gd name="f60" fmla="*/ f46 1 f31"/>
              <a:gd name="f61" fmla="*/ f47 1 f31"/>
              <a:gd name="f62" fmla="*/ f48 1 f32"/>
              <a:gd name="f63" fmla="*/ f49 1 f31"/>
              <a:gd name="f64" fmla="*/ f50 1 f32"/>
              <a:gd name="f65" fmla="*/ f51 1 f31"/>
              <a:gd name="f66" fmla="*/ f52 f26 1"/>
              <a:gd name="f67" fmla="*/ f53 f26 1"/>
              <a:gd name="f68" fmla="*/ f55 f27 1"/>
              <a:gd name="f69" fmla="*/ f54 f27 1"/>
              <a:gd name="f70" fmla="*/ f57 f26 1"/>
              <a:gd name="f71" fmla="*/ f58 f27 1"/>
              <a:gd name="f72" fmla="*/ f59 f27 1"/>
              <a:gd name="f73" fmla="*/ f60 f26 1"/>
              <a:gd name="f74" fmla="*/ f61 f26 1"/>
              <a:gd name="f75" fmla="*/ f62 f27 1"/>
              <a:gd name="f76" fmla="*/ f63 f26 1"/>
              <a:gd name="f77" fmla="*/ f64 f27 1"/>
              <a:gd name="f78" fmla="*/ f65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6">
                <a:pos x="f70" y="f71"/>
              </a:cxn>
              <a:cxn ang="f56">
                <a:pos x="f70" y="f72"/>
              </a:cxn>
              <a:cxn ang="f56">
                <a:pos x="f73" y="f72"/>
              </a:cxn>
              <a:cxn ang="f56">
                <a:pos x="f74" y="f75"/>
              </a:cxn>
              <a:cxn ang="f56">
                <a:pos x="f76" y="f77"/>
              </a:cxn>
              <a:cxn ang="f56">
                <a:pos x="f78" y="f71"/>
              </a:cxn>
              <a:cxn ang="f56">
                <a:pos x="f70" y="f71"/>
              </a:cxn>
            </a:cxnLst>
            <a:rect l="f66" t="f69" r="f67" b="f68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34227F-2ACD-4335-5633-346161E3F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436561"/>
            <a:ext cx="6416902" cy="1957849"/>
          </a:xfrm>
        </p:spPr>
        <p:txBody>
          <a:bodyPr anchor="b"/>
          <a:lstStyle>
            <a:lvl1pPr>
              <a:lnSpc>
                <a:spcPct val="85000"/>
              </a:lnSpc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9332E11-87B4-67B6-3231-AF88218A36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2349495"/>
            <a:ext cx="6416902" cy="1847846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B59DD7D8-489B-89CE-AE41-0F432FA4A7E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4458879"/>
            <a:ext cx="5064120" cy="12287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15">
            <a:extLst>
              <a:ext uri="{FF2B5EF4-FFF2-40B4-BE49-F238E27FC236}">
                <a16:creationId xmlns:a16="http://schemas.microsoft.com/office/drawing/2014/main" id="{93571DC0-72B7-89C4-3E34-22F617D15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453733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A45FBA7-6C8A-BCA8-BC2D-72EADDA9C099}"/>
              </a:ext>
            </a:extLst>
          </p:cNvPr>
          <p:cNvSpPr/>
          <p:nvPr/>
        </p:nvSpPr>
        <p:spPr>
          <a:xfrm>
            <a:off x="0" y="0"/>
            <a:ext cx="7029449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428"/>
              <a:gd name="f7" fmla="val 4320"/>
              <a:gd name="f8" fmla="val 4150"/>
              <a:gd name="f9" fmla="val 4333"/>
              <a:gd name="f10" fmla="val 3814"/>
              <a:gd name="f11" fmla="val 3278"/>
              <a:gd name="f12" fmla="val 2715"/>
              <a:gd name="f13" fmla="val 1447"/>
              <a:gd name="f14" fmla="val 3970"/>
              <a:gd name="f15" fmla="val 524"/>
              <a:gd name="f16" fmla="val 3271"/>
              <a:gd name="f17" fmla="+- 0 0 -90"/>
              <a:gd name="f18" fmla="*/ f3 1 4428"/>
              <a:gd name="f19" fmla="*/ f4 1 4320"/>
              <a:gd name="f20" fmla="+- f7 0 f5"/>
              <a:gd name="f21" fmla="+- f6 0 f5"/>
              <a:gd name="f22" fmla="*/ f17 f0 1"/>
              <a:gd name="f23" fmla="*/ f21 1 4428"/>
              <a:gd name="f24" fmla="*/ f20 1 4320"/>
              <a:gd name="f25" fmla="*/ 0 f21 1"/>
              <a:gd name="f26" fmla="*/ 4320 f20 1"/>
              <a:gd name="f27" fmla="*/ 4150 f21 1"/>
              <a:gd name="f28" fmla="*/ 4428 f21 1"/>
              <a:gd name="f29" fmla="*/ 2715 f20 1"/>
              <a:gd name="f30" fmla="*/ 3271 f21 1"/>
              <a:gd name="f31" fmla="*/ 0 f20 1"/>
              <a:gd name="f32" fmla="*/ f22 1 f2"/>
              <a:gd name="f33" fmla="*/ f25 1 4428"/>
              <a:gd name="f34" fmla="*/ f26 1 4320"/>
              <a:gd name="f35" fmla="*/ f27 1 4428"/>
              <a:gd name="f36" fmla="*/ f28 1 4428"/>
              <a:gd name="f37" fmla="*/ f29 1 4320"/>
              <a:gd name="f38" fmla="*/ f30 1 4428"/>
              <a:gd name="f39" fmla="*/ f31 1 4320"/>
              <a:gd name="f40" fmla="*/ 0 1 f23"/>
              <a:gd name="f41" fmla="*/ f6 1 f23"/>
              <a:gd name="f42" fmla="*/ 0 1 f24"/>
              <a:gd name="f43" fmla="*/ f7 1 f24"/>
              <a:gd name="f44" fmla="+- f32 0 f1"/>
              <a:gd name="f45" fmla="*/ f33 1 f23"/>
              <a:gd name="f46" fmla="*/ f34 1 f24"/>
              <a:gd name="f47" fmla="*/ f35 1 f23"/>
              <a:gd name="f48" fmla="*/ f36 1 f23"/>
              <a:gd name="f49" fmla="*/ f37 1 f24"/>
              <a:gd name="f50" fmla="*/ f38 1 f23"/>
              <a:gd name="f51" fmla="*/ f39 1 f24"/>
              <a:gd name="f52" fmla="*/ f40 f18 1"/>
              <a:gd name="f53" fmla="*/ f41 f18 1"/>
              <a:gd name="f54" fmla="*/ f43 f19 1"/>
              <a:gd name="f55" fmla="*/ f42 f19 1"/>
              <a:gd name="f56" fmla="*/ f45 f18 1"/>
              <a:gd name="f57" fmla="*/ f46 f19 1"/>
              <a:gd name="f58" fmla="*/ f47 f18 1"/>
              <a:gd name="f59" fmla="*/ f48 f18 1"/>
              <a:gd name="f60" fmla="*/ f49 f19 1"/>
              <a:gd name="f61" fmla="*/ f50 f18 1"/>
              <a:gd name="f62" fmla="*/ f51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56" y="f57"/>
              </a:cxn>
              <a:cxn ang="f44">
                <a:pos x="f58" y="f57"/>
              </a:cxn>
              <a:cxn ang="f44">
                <a:pos x="f59" y="f60"/>
              </a:cxn>
              <a:cxn ang="f44">
                <a:pos x="f61" y="f62"/>
              </a:cxn>
              <a:cxn ang="f44">
                <a:pos x="f56" y="f62"/>
              </a:cxn>
              <a:cxn ang="f44">
                <a:pos x="f56" y="f57"/>
              </a:cxn>
            </a:cxnLst>
            <a:rect l="f52" t="f55" r="f53" b="f54"/>
            <a:pathLst>
              <a:path w="4428" h="4320">
                <a:moveTo>
                  <a:pt x="f5" y="f7"/>
                </a:move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6" y="f11"/>
                  <a:pt x="f6" y="f12"/>
                </a:cubicBezTo>
                <a:cubicBezTo>
                  <a:pt x="f6" y="f13"/>
                  <a:pt x="f14" y="f15"/>
                  <a:pt x="f16" y="f5"/>
                </a:cubicBezTo>
                <a:cubicBezTo>
                  <a:pt x="f5" y="f5"/>
                  <a:pt x="f5" y="f5"/>
                  <a:pt x="f5" y="f5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BF3618-DAA6-10EB-423C-97C038864E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1972854"/>
            <a:ext cx="5441539" cy="1401628"/>
          </a:xfrm>
        </p:spPr>
        <p:txBody>
          <a:bodyPr anchor="b"/>
          <a:lstStyle>
            <a:lvl1pPr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C92BA2-A637-A4A9-3337-346AF85654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1594" y="3281955"/>
            <a:ext cx="5441539" cy="145417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3400">
                <a:solidFill>
                  <a:srgbClr val="00667D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22D4199-90D5-18E8-BD7B-13DA11943A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822" y="5032372"/>
            <a:ext cx="3803017" cy="90169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0493544F-A4AD-6882-0901-8CF58EC5EF5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3">
            <a:extLst>
              <a:ext uri="{FF2B5EF4-FFF2-40B4-BE49-F238E27FC236}">
                <a16:creationId xmlns:a16="http://schemas.microsoft.com/office/drawing/2014/main" id="{AE8B770A-4B49-FE64-C2F6-C2E7ED80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4" y="6232843"/>
            <a:ext cx="1677603" cy="1118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1116809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259E-702F-ED73-90BE-A6345F828F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2A64-D988-C1C4-C8A2-8CC0BD6DDED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39406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614C-625B-05B0-3B53-76601251CE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6167-0D7E-D130-B4D9-B71C887CE1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04996"/>
            <a:ext cx="9115717" cy="4271967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08021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5B143AE-91AF-3B47-44FE-63325EE1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4204F10-954C-B383-07B0-27B2459E87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505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4489-A629-32AD-A625-EE2CF20E4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3505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B1766-6724-1A5E-0B3D-8BA201C10FF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17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Divider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A99B41E-A7F3-FFDA-7BE6-5CF5A0FFF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4370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489F9FF-30CD-C651-42AB-BCE11C8AE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86799" y="358143"/>
            <a:ext cx="3940405" cy="1765935"/>
          </a:xfrm>
        </p:spPr>
        <p:txBody>
          <a:bodyPr anchor="b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E2B0095-F0FC-5CB7-D504-4804E5595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86799" y="2151061"/>
            <a:ext cx="3940405" cy="15001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7D6655-6894-869A-86BC-2260156BB1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695478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C86076B-2C5A-8EAC-83E2-36529320FE2B}"/>
              </a:ext>
            </a:extLst>
          </p:cNvPr>
          <p:cNvSpPr/>
          <p:nvPr/>
        </p:nvSpPr>
        <p:spPr>
          <a:xfrm flipV="1">
            <a:off x="0" y="1693861"/>
            <a:ext cx="6199183" cy="51625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0"/>
              <a:gd name="f7" fmla="val 2856"/>
              <a:gd name="f8" fmla="val 2730"/>
              <a:gd name="f9" fmla="val 2244"/>
              <a:gd name="f10" fmla="val 3196"/>
              <a:gd name="f11" fmla="val 1836"/>
              <a:gd name="f12" fmla="val 1281"/>
              <a:gd name="f13" fmla="val 578"/>
              <a:gd name="f14" fmla="val 373"/>
              <a:gd name="f15" fmla="val 3410"/>
              <a:gd name="f16" fmla="val 181"/>
              <a:gd name="f17" fmla="val 3370"/>
              <a:gd name="f18" fmla="val 2664"/>
              <a:gd name="f19" fmla="val 311"/>
              <a:gd name="f20" fmla="val 2792"/>
              <a:gd name="f21" fmla="val 654"/>
              <a:gd name="f22" fmla="val 1029"/>
              <a:gd name="f23" fmla="val 1699"/>
              <a:gd name="f24" fmla="val 2266"/>
              <a:gd name="f25" fmla="val 2652"/>
              <a:gd name="f26" fmla="+- 0 0 -90"/>
              <a:gd name="f27" fmla="*/ f3 1 3430"/>
              <a:gd name="f28" fmla="*/ f4 1 2856"/>
              <a:gd name="f29" fmla="+- f7 0 f5"/>
              <a:gd name="f30" fmla="+- f6 0 f5"/>
              <a:gd name="f31" fmla="*/ f26 f0 1"/>
              <a:gd name="f32" fmla="*/ f30 1 3430"/>
              <a:gd name="f33" fmla="*/ f29 1 2856"/>
              <a:gd name="f34" fmla="*/ 2730 f30 1"/>
              <a:gd name="f35" fmla="*/ 2244 f29 1"/>
              <a:gd name="f36" fmla="*/ 3430 f30 1"/>
              <a:gd name="f37" fmla="*/ 578 f29 1"/>
              <a:gd name="f38" fmla="*/ 3370 f30 1"/>
              <a:gd name="f39" fmla="*/ 0 f29 1"/>
              <a:gd name="f40" fmla="*/ 0 f30 1"/>
              <a:gd name="f41" fmla="*/ 2664 f29 1"/>
              <a:gd name="f42" fmla="*/ 1029 f30 1"/>
              <a:gd name="f43" fmla="*/ 2856 f29 1"/>
              <a:gd name="f44" fmla="*/ f31 1 f2"/>
              <a:gd name="f45" fmla="*/ f34 1 3430"/>
              <a:gd name="f46" fmla="*/ f35 1 2856"/>
              <a:gd name="f47" fmla="*/ f36 1 3430"/>
              <a:gd name="f48" fmla="*/ f37 1 2856"/>
              <a:gd name="f49" fmla="*/ f38 1 3430"/>
              <a:gd name="f50" fmla="*/ f39 1 2856"/>
              <a:gd name="f51" fmla="*/ f40 1 3430"/>
              <a:gd name="f52" fmla="*/ f41 1 2856"/>
              <a:gd name="f53" fmla="*/ f42 1 3430"/>
              <a:gd name="f54" fmla="*/ f43 1 2856"/>
              <a:gd name="f55" fmla="*/ 0 1 f32"/>
              <a:gd name="f56" fmla="*/ f6 1 f32"/>
              <a:gd name="f57" fmla="*/ 0 1 f33"/>
              <a:gd name="f58" fmla="*/ f7 1 f33"/>
              <a:gd name="f59" fmla="+- f44 0 f1"/>
              <a:gd name="f60" fmla="*/ f45 1 f32"/>
              <a:gd name="f61" fmla="*/ f46 1 f33"/>
              <a:gd name="f62" fmla="*/ f47 1 f32"/>
              <a:gd name="f63" fmla="*/ f48 1 f33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f27 1"/>
              <a:gd name="f71" fmla="*/ f56 f27 1"/>
              <a:gd name="f72" fmla="*/ f58 f28 1"/>
              <a:gd name="f73" fmla="*/ f57 f28 1"/>
              <a:gd name="f74" fmla="*/ f60 f27 1"/>
              <a:gd name="f75" fmla="*/ f61 f28 1"/>
              <a:gd name="f76" fmla="*/ f62 f27 1"/>
              <a:gd name="f77" fmla="*/ f63 f28 1"/>
              <a:gd name="f78" fmla="*/ f64 f27 1"/>
              <a:gd name="f79" fmla="*/ f65 f28 1"/>
              <a:gd name="f80" fmla="*/ f66 f27 1"/>
              <a:gd name="f81" fmla="*/ f67 f28 1"/>
              <a:gd name="f82" fmla="*/ f68 f27 1"/>
              <a:gd name="f83" fmla="*/ f69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59">
                <a:pos x="f74" y="f75"/>
              </a:cxn>
              <a:cxn ang="f59">
                <a:pos x="f76" y="f77"/>
              </a:cxn>
              <a:cxn ang="f59">
                <a:pos x="f78" y="f79"/>
              </a:cxn>
              <a:cxn ang="f59">
                <a:pos x="f80" y="f79"/>
              </a:cxn>
              <a:cxn ang="f59">
                <a:pos x="f80" y="f81"/>
              </a:cxn>
              <a:cxn ang="f59">
                <a:pos x="f82" y="f83"/>
              </a:cxn>
              <a:cxn ang="f59">
                <a:pos x="f74" y="f75"/>
              </a:cxn>
            </a:cxnLst>
            <a:rect l="f70" t="f73" r="f71" b="f72"/>
            <a:pathLst>
              <a:path w="3430" h="2856">
                <a:moveTo>
                  <a:pt x="f8" y="f9"/>
                </a:moveTo>
                <a:cubicBezTo>
                  <a:pt x="f10" y="f11"/>
                  <a:pt x="f6" y="f12"/>
                  <a:pt x="f6" y="f13"/>
                </a:cubicBezTo>
                <a:cubicBezTo>
                  <a:pt x="f6" y="f14"/>
                  <a:pt x="f15" y="f16"/>
                  <a:pt x="f17" y="f5"/>
                </a:cubicBezTo>
                <a:cubicBezTo>
                  <a:pt x="f5" y="f5"/>
                  <a:pt x="f5" y="f5"/>
                  <a:pt x="f5" y="f5"/>
                </a:cubicBezTo>
                <a:cubicBezTo>
                  <a:pt x="f5" y="f18"/>
                  <a:pt x="f5" y="f18"/>
                  <a:pt x="f5" y="f18"/>
                </a:cubicBezTo>
                <a:cubicBezTo>
                  <a:pt x="f19" y="f20"/>
                  <a:pt x="f21" y="f7"/>
                  <a:pt x="f22" y="f7"/>
                </a:cubicBezTo>
                <a:cubicBezTo>
                  <a:pt x="f23" y="f7"/>
                  <a:pt x="f24" y="f25"/>
                  <a:pt x="f8" y="f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EE4A8-6D71-8D3F-99C4-30E678509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3285786"/>
            <a:ext cx="3940405" cy="1765935"/>
          </a:xfrm>
        </p:spPr>
        <p:txBody>
          <a:bodyPr anchor="ctr"/>
          <a:lstStyle>
            <a:lvl1pPr>
              <a:lnSpc>
                <a:spcPct val="85000"/>
              </a:lnSpc>
              <a:defRPr sz="4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55EB8B96-1EC1-0D30-1AEA-B67C189C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610" y="667292"/>
            <a:ext cx="5029200" cy="158741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971381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Divider slide">
    <p:bg>
      <p:bgPr>
        <a:solidFill>
          <a:srgbClr val="0066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9FFE6A9D-9DFA-163F-0B05-B1A10BDCB0FE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68D608F-2C77-EBC3-000F-3688DEDE20BA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A204BF0E-86B3-0AC7-86A5-76076993F1E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10875CF-F839-010B-6AA8-5B9A35A4E728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118CDCD-19D6-E720-96EB-8DF1FF08EBFD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0BDEC53-67BB-37A8-A028-AF5FF912F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5045302" cy="3155868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83547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F2FC-FFBC-C1E3-18D6-E053688A937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7037-7D5F-565C-C0EB-ADFC82C5C48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594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D5277-586F-A06E-F63F-C11DA979440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72403" y="1913638"/>
            <a:ext cx="4787999" cy="4263316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414985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9D256-C4E1-049F-70F6-F0FFC9F4BC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2189649"/>
            <a:ext cx="4790971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6E9E0F-EFC3-2CA5-17F0-3361F00BF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2717797"/>
            <a:ext cx="4790971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3B4838F-7C3A-7342-A52D-D768DEE3524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749588" y="2189649"/>
            <a:ext cx="4810813" cy="578714"/>
          </a:xfrm>
        </p:spPr>
        <p:txBody>
          <a:bodyPr bIns="0" anchor="b">
            <a:noAutofit/>
          </a:bodyPr>
          <a:lstStyle>
            <a:lvl1pPr marL="0" indent="0">
              <a:buNone/>
              <a:defRPr sz="2100" b="1">
                <a:solidFill>
                  <a:srgbClr val="26CAD3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45CC02-1B8D-B157-5C55-252A9971901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749588" y="2717797"/>
            <a:ext cx="4810813" cy="3236189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65BB44-34F7-92F9-2ECE-83A2931589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620855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C828-298E-6489-860F-5E7F6281628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452258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2676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4454-F38F-ECD4-E78B-69E3A61C5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4911361" cy="11128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4DE0-7EEA-BB26-4322-A2231BF93FE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594" y="1913638"/>
            <a:ext cx="4911361" cy="4062953"/>
          </a:xfrm>
        </p:spPr>
        <p:txBody>
          <a:bodyPr/>
          <a:lstStyle>
            <a:lvl1pPr>
              <a:defRPr/>
            </a:lvl1pPr>
            <a:lvl2pPr marL="442917" lvl="1" indent="-198433">
              <a:spcBef>
                <a:spcPts val="500"/>
              </a:spcBef>
              <a:buFont typeface="Calibri" pitchFamily="34"/>
              <a:buChar char="›"/>
              <a:defRPr sz="1800"/>
            </a:lvl2pPr>
            <a:lvl3pPr marL="663570" lvl="2" indent="-212726">
              <a:spcBef>
                <a:spcPts val="500"/>
              </a:spcBef>
              <a:buFont typeface="Calibri" pitchFamily="34"/>
              <a:buChar char="»"/>
              <a:defRPr sz="1600"/>
            </a:lvl3pPr>
            <a:lvl4pPr marL="1600200" lvl="3">
              <a:spcBef>
                <a:spcPts val="500"/>
              </a:spcBef>
              <a:defRPr sz="1400"/>
            </a:lvl4pPr>
            <a:lvl5pPr marL="2057400" lvl="4">
              <a:spcBef>
                <a:spcPts val="50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84ECFE9-D713-73CD-3593-4C160BCBEAC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651400" y="577855"/>
            <a:ext cx="4908782" cy="539874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7EE31EF4-70D1-765D-A02D-2B79972146C0}"/>
              </a:ext>
            </a:extLst>
          </p:cNvPr>
          <p:cNvCxnSpPr/>
          <p:nvPr/>
        </p:nvCxnSpPr>
        <p:spPr>
          <a:xfrm>
            <a:off x="631594" y="466728"/>
            <a:ext cx="4911370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391499825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A9289DC-0B5A-281E-F94C-3355F5FEA32D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D29F10A4-3003-6A8E-DD2F-1AC50675CF7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CB1E31-AAEB-FCC2-1024-CFCA573A6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1793238"/>
            <a:ext cx="5003797" cy="3032763"/>
          </a:xfrm>
        </p:spPr>
        <p:txBody>
          <a:bodyPr/>
          <a:lstStyle>
            <a:lvl1pPr marL="227008" indent="-227008">
              <a:lnSpc>
                <a:spcPct val="85000"/>
              </a:lnSpc>
              <a:defRPr sz="3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80EE6758-3401-5374-CC7F-8A973E9B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8761246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7">
            <a:extLst>
              <a:ext uri="{FF2B5EF4-FFF2-40B4-BE49-F238E27FC236}">
                <a16:creationId xmlns:a16="http://schemas.microsoft.com/office/drawing/2014/main" id="{E8B6C1FA-66B6-92FE-5021-22E90DEBBD7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EA8223-8919-EF0F-97FB-5DC948C27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296" cy="45386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8D63489-052E-D675-230C-DFDDA3660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695" y="574042"/>
            <a:ext cx="4053206" cy="2219962"/>
          </a:xfrm>
        </p:spPr>
        <p:txBody>
          <a:bodyPr/>
          <a:lstStyle>
            <a:lvl1pPr marL="177795" indent="-177795">
              <a:lnSpc>
                <a:spcPct val="85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  <p:pic>
        <p:nvPicPr>
          <p:cNvPr id="9" name="Picture 11">
            <a:extLst>
              <a:ext uri="{FF2B5EF4-FFF2-40B4-BE49-F238E27FC236}">
                <a16:creationId xmlns:a16="http://schemas.microsoft.com/office/drawing/2014/main" id="{0F25E0D5-B7A9-79AF-63C3-DA97BEE6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77830269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Slide With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9">
            <a:extLst>
              <a:ext uri="{FF2B5EF4-FFF2-40B4-BE49-F238E27FC236}">
                <a16:creationId xmlns:a16="http://schemas.microsoft.com/office/drawing/2014/main" id="{5E1BE3A0-6E9C-FAE2-4937-F29181B7DF1B}"/>
              </a:ext>
            </a:extLst>
          </p:cNvPr>
          <p:cNvSpPr/>
          <p:nvPr/>
        </p:nvSpPr>
        <p:spPr>
          <a:xfrm>
            <a:off x="1591" y="0"/>
            <a:ext cx="614997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874"/>
              <a:gd name="f7" fmla="val 4320"/>
              <a:gd name="f8" fmla="val 3067"/>
              <a:gd name="f9" fmla="val 3147"/>
              <a:gd name="f10" fmla="val 4246"/>
              <a:gd name="f11" fmla="val 3224"/>
              <a:gd name="f12" fmla="val 4165"/>
              <a:gd name="f13" fmla="val 3298"/>
              <a:gd name="f14" fmla="val 4078"/>
              <a:gd name="f15" fmla="val 3494"/>
              <a:gd name="f16" fmla="val 3846"/>
              <a:gd name="f17" fmla="val 3640"/>
              <a:gd name="f18" fmla="val 3559"/>
              <a:gd name="f19" fmla="val 3733"/>
              <a:gd name="f20" fmla="val 3215"/>
              <a:gd name="f21" fmla="val 3792"/>
              <a:gd name="f22" fmla="val 2992"/>
              <a:gd name="f23" fmla="val 3832"/>
              <a:gd name="f24" fmla="val 2741"/>
              <a:gd name="f25" fmla="val 3848"/>
              <a:gd name="f26" fmla="val 2463"/>
              <a:gd name="f27" fmla="val 3866"/>
              <a:gd name="f28" fmla="val 2183"/>
              <a:gd name="f29" fmla="val 1949"/>
              <a:gd name="f30" fmla="val 1761"/>
              <a:gd name="f31" fmla="val 941"/>
              <a:gd name="f32" fmla="+- 0 0 -90"/>
              <a:gd name="f33" fmla="*/ f3 1 3874"/>
              <a:gd name="f34" fmla="*/ f4 1 4320"/>
              <a:gd name="f35" fmla="+- f7 0 f5"/>
              <a:gd name="f36" fmla="+- f6 0 f5"/>
              <a:gd name="f37" fmla="*/ f32 f0 1"/>
              <a:gd name="f38" fmla="*/ f36 1 3874"/>
              <a:gd name="f39" fmla="*/ f35 1 4320"/>
              <a:gd name="f40" fmla="*/ 0 f36 1"/>
              <a:gd name="f41" fmla="*/ 0 f35 1"/>
              <a:gd name="f42" fmla="*/ 4320 f35 1"/>
              <a:gd name="f43" fmla="*/ 3067 f36 1"/>
              <a:gd name="f44" fmla="*/ 3298 f36 1"/>
              <a:gd name="f45" fmla="*/ 4078 f35 1"/>
              <a:gd name="f46" fmla="*/ 3733 f36 1"/>
              <a:gd name="f47" fmla="*/ 3215 f35 1"/>
              <a:gd name="f48" fmla="*/ 3848 f36 1"/>
              <a:gd name="f49" fmla="*/ 2463 f35 1"/>
              <a:gd name="f50" fmla="*/ 3874 f36 1"/>
              <a:gd name="f51" fmla="*/ 1761 f35 1"/>
              <a:gd name="f52" fmla="*/ f37 1 f2"/>
              <a:gd name="f53" fmla="*/ f40 1 3874"/>
              <a:gd name="f54" fmla="*/ f41 1 4320"/>
              <a:gd name="f55" fmla="*/ f42 1 4320"/>
              <a:gd name="f56" fmla="*/ f43 1 3874"/>
              <a:gd name="f57" fmla="*/ f44 1 3874"/>
              <a:gd name="f58" fmla="*/ f45 1 4320"/>
              <a:gd name="f59" fmla="*/ f46 1 3874"/>
              <a:gd name="f60" fmla="*/ f47 1 4320"/>
              <a:gd name="f61" fmla="*/ f48 1 3874"/>
              <a:gd name="f62" fmla="*/ f49 1 4320"/>
              <a:gd name="f63" fmla="*/ f50 1 3874"/>
              <a:gd name="f64" fmla="*/ f51 1 4320"/>
              <a:gd name="f65" fmla="*/ 0 1 f38"/>
              <a:gd name="f66" fmla="*/ f6 1 f38"/>
              <a:gd name="f67" fmla="*/ 0 1 f39"/>
              <a:gd name="f68" fmla="*/ f7 1 f39"/>
              <a:gd name="f69" fmla="+- f52 0 f1"/>
              <a:gd name="f70" fmla="*/ f53 1 f38"/>
              <a:gd name="f71" fmla="*/ f54 1 f39"/>
              <a:gd name="f72" fmla="*/ f55 1 f39"/>
              <a:gd name="f73" fmla="*/ f56 1 f38"/>
              <a:gd name="f74" fmla="*/ f57 1 f38"/>
              <a:gd name="f75" fmla="*/ f58 1 f39"/>
              <a:gd name="f76" fmla="*/ f59 1 f38"/>
              <a:gd name="f77" fmla="*/ f60 1 f39"/>
              <a:gd name="f78" fmla="*/ f61 1 f38"/>
              <a:gd name="f79" fmla="*/ f62 1 f39"/>
              <a:gd name="f80" fmla="*/ f63 1 f38"/>
              <a:gd name="f81" fmla="*/ f64 1 f39"/>
              <a:gd name="f82" fmla="*/ f65 f33 1"/>
              <a:gd name="f83" fmla="*/ f66 f33 1"/>
              <a:gd name="f84" fmla="*/ f68 f34 1"/>
              <a:gd name="f85" fmla="*/ f67 f34 1"/>
              <a:gd name="f86" fmla="*/ f70 f33 1"/>
              <a:gd name="f87" fmla="*/ f71 f34 1"/>
              <a:gd name="f88" fmla="*/ f72 f34 1"/>
              <a:gd name="f89" fmla="*/ f73 f33 1"/>
              <a:gd name="f90" fmla="*/ f74 f33 1"/>
              <a:gd name="f91" fmla="*/ f75 f34 1"/>
              <a:gd name="f92" fmla="*/ f76 f33 1"/>
              <a:gd name="f93" fmla="*/ f77 f34 1"/>
              <a:gd name="f94" fmla="*/ f78 f33 1"/>
              <a:gd name="f95" fmla="*/ f79 f34 1"/>
              <a:gd name="f96" fmla="*/ f80 f33 1"/>
              <a:gd name="f97" fmla="*/ f81 f3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69">
                <a:pos x="f86" y="f87"/>
              </a:cxn>
              <a:cxn ang="f69">
                <a:pos x="f86" y="f88"/>
              </a:cxn>
              <a:cxn ang="f69">
                <a:pos x="f89" y="f88"/>
              </a:cxn>
              <a:cxn ang="f69">
                <a:pos x="f90" y="f91"/>
              </a:cxn>
              <a:cxn ang="f69">
                <a:pos x="f92" y="f93"/>
              </a:cxn>
              <a:cxn ang="f69">
                <a:pos x="f94" y="f95"/>
              </a:cxn>
              <a:cxn ang="f69">
                <a:pos x="f96" y="f97"/>
              </a:cxn>
              <a:cxn ang="f69">
                <a:pos x="f96" y="f87"/>
              </a:cxn>
              <a:cxn ang="f69">
                <a:pos x="f86" y="f87"/>
              </a:cxn>
            </a:cxnLst>
            <a:rect l="f82" t="f85" r="f83" b="f84"/>
            <a:pathLst>
              <a:path w="3874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6" y="f29"/>
                  <a:pt x="f6" y="f30"/>
                </a:cubicBezTo>
                <a:cubicBezTo>
                  <a:pt x="f6" y="f30"/>
                  <a:pt x="f6" y="f31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14FC6A02-07D4-7F1D-8CAB-077859045B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68859" y="0"/>
            <a:ext cx="7323136" cy="6858000"/>
          </a:xfrm>
          <a:solidFill>
            <a:srgbClr val="00667D"/>
          </a:solidFill>
        </p:spPr>
        <p:txBody>
          <a:bodyPr anchor="ctr" anchorCtr="1">
            <a:noAutofit/>
          </a:bodyPr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en-IE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B7DC527-6DCA-2DAC-BE3B-B0952A844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30" y="1677988"/>
            <a:ext cx="3833768" cy="2622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ED799A8-5F08-E0C5-B3F8-448FE50907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1594" y="1593131"/>
            <a:ext cx="4505550" cy="3723409"/>
          </a:xfrm>
        </p:spPr>
        <p:txBody>
          <a:bodyPr>
            <a:noAutofit/>
          </a:bodyPr>
          <a:lstStyle>
            <a:lvl1pPr marL="0" indent="0">
              <a:spcBef>
                <a:spcPts val="3600"/>
              </a:spcBef>
              <a:buNone/>
              <a:defRPr sz="2600" b="1">
                <a:solidFill>
                  <a:srgbClr val="26CAD3"/>
                </a:solidFill>
              </a:defRPr>
            </a:lvl1pPr>
            <a:lvl2pPr marL="0" lvl="1" indent="0">
              <a:spcBef>
                <a:spcPts val="500"/>
              </a:spcBef>
              <a:buNone/>
              <a:defRPr sz="2600"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694431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E90E54-69EA-62F1-6B19-0B1D7DC459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rcRect l="11982" t="16649" r="11982" b="16649"/>
          <a:stretch>
            <a:fillRect/>
          </a:stretch>
        </p:blipFill>
        <p:spPr>
          <a:xfrm>
            <a:off x="11010802" y="5993608"/>
            <a:ext cx="938302" cy="618244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C1175AAB-B76C-9555-1B1F-6FE700AB7398}"/>
              </a:ext>
            </a:extLst>
          </p:cNvPr>
          <p:cNvGrpSpPr/>
          <p:nvPr/>
        </p:nvGrpSpPr>
        <p:grpSpPr>
          <a:xfrm>
            <a:off x="9916997" y="301660"/>
            <a:ext cx="1940676" cy="3432063"/>
            <a:chOff x="9916997" y="301660"/>
            <a:chExt cx="1940676" cy="343206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EF5BEFEE-49C1-6470-3BEC-ED28DBDD5962}"/>
                </a:ext>
              </a:extLst>
            </p:cNvPr>
            <p:cNvSpPr/>
            <p:nvPr/>
          </p:nvSpPr>
          <p:spPr>
            <a:xfrm>
              <a:off x="10334100" y="301660"/>
              <a:ext cx="705459" cy="67058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22"/>
                <a:gd name="f7" fmla="val 211"/>
                <a:gd name="f8" fmla="val 32"/>
                <a:gd name="f9" fmla="val 183"/>
                <a:gd name="f10" fmla="val 54"/>
                <a:gd name="f11" fmla="val 202"/>
                <a:gd name="f12" fmla="val 80"/>
                <a:gd name="f13" fmla="val 111"/>
                <a:gd name="f14" fmla="val 142"/>
                <a:gd name="f15" fmla="val 168"/>
                <a:gd name="f16" fmla="val 190"/>
                <a:gd name="f17" fmla="val 164"/>
                <a:gd name="f18" fmla="val 139"/>
                <a:gd name="f19" fmla="val 106"/>
                <a:gd name="f20" fmla="val 74"/>
                <a:gd name="f21" fmla="val 48"/>
                <a:gd name="f22" fmla="val 29"/>
                <a:gd name="f23" fmla="val 10"/>
                <a:gd name="f24" fmla="val 11"/>
                <a:gd name="f25" fmla="+- 0 0 -90"/>
                <a:gd name="f26" fmla="*/ f3 1 222"/>
                <a:gd name="f27" fmla="*/ f4 1 211"/>
                <a:gd name="f28" fmla="+- f7 0 f5"/>
                <a:gd name="f29" fmla="+- f6 0 f5"/>
                <a:gd name="f30" fmla="*/ f25 f0 1"/>
                <a:gd name="f31" fmla="*/ f29 1 222"/>
                <a:gd name="f32" fmla="*/ f28 1 211"/>
                <a:gd name="f33" fmla="*/ 32 f29 1"/>
                <a:gd name="f34" fmla="*/ 183 f28 1"/>
                <a:gd name="f35" fmla="*/ 111 f29 1"/>
                <a:gd name="f36" fmla="*/ 211 f28 1"/>
                <a:gd name="f37" fmla="*/ 190 f29 1"/>
                <a:gd name="f38" fmla="*/ 222 f29 1"/>
                <a:gd name="f39" fmla="*/ 106 f28 1"/>
                <a:gd name="f40" fmla="*/ 29 f28 1"/>
                <a:gd name="f41" fmla="*/ 0 f28 1"/>
                <a:gd name="f42" fmla="*/ 0 f29 1"/>
                <a:gd name="f43" fmla="*/ f30 1 f2"/>
                <a:gd name="f44" fmla="*/ f33 1 222"/>
                <a:gd name="f45" fmla="*/ f34 1 211"/>
                <a:gd name="f46" fmla="*/ f35 1 222"/>
                <a:gd name="f47" fmla="*/ f36 1 211"/>
                <a:gd name="f48" fmla="*/ f37 1 222"/>
                <a:gd name="f49" fmla="*/ f38 1 222"/>
                <a:gd name="f50" fmla="*/ f39 1 211"/>
                <a:gd name="f51" fmla="*/ f40 1 211"/>
                <a:gd name="f52" fmla="*/ f41 1 211"/>
                <a:gd name="f53" fmla="*/ f42 1 222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222" h="211">
                  <a:moveTo>
                    <a:pt x="f8" y="f9"/>
                  </a:moveTo>
                  <a:cubicBezTo>
                    <a:pt x="f10" y="f11"/>
                    <a:pt x="f12" y="f7"/>
                    <a:pt x="f13" y="f7"/>
                  </a:cubicBezTo>
                  <a:cubicBezTo>
                    <a:pt x="f14" y="f7"/>
                    <a:pt x="f15" y="f11"/>
                    <a:pt x="f16" y="f9"/>
                  </a:cubicBezTo>
                  <a:cubicBezTo>
                    <a:pt x="f7" y="f17"/>
                    <a:pt x="f6" y="f18"/>
                    <a:pt x="f6" y="f19"/>
                  </a:cubicBezTo>
                  <a:cubicBezTo>
                    <a:pt x="f6" y="f20"/>
                    <a:pt x="f7" y="f21"/>
                    <a:pt x="f16" y="f22"/>
                  </a:cubicBezTo>
                  <a:cubicBezTo>
                    <a:pt x="f15" y="f23"/>
                    <a:pt x="f14" y="f5"/>
                    <a:pt x="f13" y="f5"/>
                  </a:cubicBezTo>
                  <a:cubicBezTo>
                    <a:pt x="f12" y="f5"/>
                    <a:pt x="f10" y="f23"/>
                    <a:pt x="f8" y="f22"/>
                  </a:cubicBezTo>
                  <a:cubicBezTo>
                    <a:pt x="f24" y="f21"/>
                    <a:pt x="f5" y="f20"/>
                    <a:pt x="f5" y="f19"/>
                  </a:cubicBezTo>
                  <a:cubicBezTo>
                    <a:pt x="f5" y="f18"/>
                    <a:pt x="f24" y="f1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CEC27E2-C79F-C54B-E6E1-51961365F8D8}"/>
                </a:ext>
              </a:extLst>
            </p:cNvPr>
            <p:cNvSpPr/>
            <p:nvPr/>
          </p:nvSpPr>
          <p:spPr>
            <a:xfrm>
              <a:off x="11240737" y="1162696"/>
              <a:ext cx="616936" cy="58743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4"/>
                <a:gd name="f7" fmla="val 185"/>
                <a:gd name="f8" fmla="val 166"/>
                <a:gd name="f9" fmla="val 26"/>
                <a:gd name="f10" fmla="val 147"/>
                <a:gd name="f11" fmla="val 9"/>
                <a:gd name="f12" fmla="val 124"/>
                <a:gd name="f13" fmla="val 97"/>
                <a:gd name="f14" fmla="val 70"/>
                <a:gd name="f15" fmla="val 47"/>
                <a:gd name="f16" fmla="val 29"/>
                <a:gd name="f17" fmla="val 10"/>
                <a:gd name="f18" fmla="val 42"/>
                <a:gd name="f19" fmla="val 65"/>
                <a:gd name="f20" fmla="val 93"/>
                <a:gd name="f21" fmla="val 122"/>
                <a:gd name="f22" fmla="val 144"/>
                <a:gd name="f23" fmla="val 161"/>
                <a:gd name="f24" fmla="val 177"/>
                <a:gd name="f25" fmla="+- 0 0 -90"/>
                <a:gd name="f26" fmla="*/ f3 1 194"/>
                <a:gd name="f27" fmla="*/ f4 1 185"/>
                <a:gd name="f28" fmla="+- f7 0 f5"/>
                <a:gd name="f29" fmla="+- f6 0 f5"/>
                <a:gd name="f30" fmla="*/ f25 f0 1"/>
                <a:gd name="f31" fmla="*/ f29 1 194"/>
                <a:gd name="f32" fmla="*/ f28 1 185"/>
                <a:gd name="f33" fmla="*/ 166 f29 1"/>
                <a:gd name="f34" fmla="*/ 26 f28 1"/>
                <a:gd name="f35" fmla="*/ 97 f29 1"/>
                <a:gd name="f36" fmla="*/ 0 f28 1"/>
                <a:gd name="f37" fmla="*/ 29 f29 1"/>
                <a:gd name="f38" fmla="*/ 0 f29 1"/>
                <a:gd name="f39" fmla="*/ 93 f28 1"/>
                <a:gd name="f40" fmla="*/ 161 f28 1"/>
                <a:gd name="f41" fmla="*/ 185 f28 1"/>
                <a:gd name="f42" fmla="*/ 194 f29 1"/>
                <a:gd name="f43" fmla="*/ f30 1 f2"/>
                <a:gd name="f44" fmla="*/ f33 1 194"/>
                <a:gd name="f45" fmla="*/ f34 1 185"/>
                <a:gd name="f46" fmla="*/ f35 1 194"/>
                <a:gd name="f47" fmla="*/ f36 1 185"/>
                <a:gd name="f48" fmla="*/ f37 1 194"/>
                <a:gd name="f49" fmla="*/ f38 1 194"/>
                <a:gd name="f50" fmla="*/ f39 1 185"/>
                <a:gd name="f51" fmla="*/ f40 1 185"/>
                <a:gd name="f52" fmla="*/ f41 1 185"/>
                <a:gd name="f53" fmla="*/ f42 1 194"/>
                <a:gd name="f54" fmla="*/ 0 1 f31"/>
                <a:gd name="f55" fmla="*/ f6 1 f31"/>
                <a:gd name="f56" fmla="*/ 0 1 f32"/>
                <a:gd name="f57" fmla="*/ f7 1 f32"/>
                <a:gd name="f58" fmla="+- f43 0 f1"/>
                <a:gd name="f59" fmla="*/ f44 1 f31"/>
                <a:gd name="f60" fmla="*/ f45 1 f32"/>
                <a:gd name="f61" fmla="*/ f46 1 f31"/>
                <a:gd name="f62" fmla="*/ f47 1 f32"/>
                <a:gd name="f63" fmla="*/ f48 1 f31"/>
                <a:gd name="f64" fmla="*/ f49 1 f31"/>
                <a:gd name="f65" fmla="*/ f50 1 f32"/>
                <a:gd name="f66" fmla="*/ f51 1 f32"/>
                <a:gd name="f67" fmla="*/ f52 1 f32"/>
                <a:gd name="f68" fmla="*/ f53 1 f31"/>
                <a:gd name="f69" fmla="*/ f54 f26 1"/>
                <a:gd name="f70" fmla="*/ f55 f26 1"/>
                <a:gd name="f71" fmla="*/ f57 f27 1"/>
                <a:gd name="f72" fmla="*/ f56 f27 1"/>
                <a:gd name="f73" fmla="*/ f59 f26 1"/>
                <a:gd name="f74" fmla="*/ f60 f27 1"/>
                <a:gd name="f75" fmla="*/ f61 f26 1"/>
                <a:gd name="f76" fmla="*/ f62 f27 1"/>
                <a:gd name="f77" fmla="*/ f63 f26 1"/>
                <a:gd name="f78" fmla="*/ f64 f26 1"/>
                <a:gd name="f79" fmla="*/ f65 f27 1"/>
                <a:gd name="f80" fmla="*/ f66 f27 1"/>
                <a:gd name="f81" fmla="*/ f67 f27 1"/>
                <a:gd name="f82" fmla="*/ f68 f2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8">
                  <a:pos x="f73" y="f74"/>
                </a:cxn>
                <a:cxn ang="f58">
                  <a:pos x="f75" y="f76"/>
                </a:cxn>
                <a:cxn ang="f58">
                  <a:pos x="f77" y="f74"/>
                </a:cxn>
                <a:cxn ang="f58">
                  <a:pos x="f78" y="f79"/>
                </a:cxn>
                <a:cxn ang="f58">
                  <a:pos x="f77" y="f80"/>
                </a:cxn>
                <a:cxn ang="f58">
                  <a:pos x="f75" y="f81"/>
                </a:cxn>
                <a:cxn ang="f58">
                  <a:pos x="f73" y="f80"/>
                </a:cxn>
                <a:cxn ang="f58">
                  <a:pos x="f82" y="f79"/>
                </a:cxn>
                <a:cxn ang="f58">
                  <a:pos x="f73" y="f74"/>
                </a:cxn>
              </a:cxnLst>
              <a:rect l="f69" t="f72" r="f70" b="f71"/>
              <a:pathLst>
                <a:path w="194" h="185">
                  <a:moveTo>
                    <a:pt x="f8" y="f9"/>
                  </a:moveTo>
                  <a:cubicBezTo>
                    <a:pt x="f10" y="f11"/>
                    <a:pt x="f12" y="f5"/>
                    <a:pt x="f13" y="f5"/>
                  </a:cubicBezTo>
                  <a:cubicBezTo>
                    <a:pt x="f14" y="f5"/>
                    <a:pt x="f15" y="f11"/>
                    <a:pt x="f16" y="f9"/>
                  </a:cubicBezTo>
                  <a:cubicBezTo>
                    <a:pt x="f17" y="f18"/>
                    <a:pt x="f5" y="f19"/>
                    <a:pt x="f5" y="f20"/>
                  </a:cubicBezTo>
                  <a:cubicBezTo>
                    <a:pt x="f5" y="f21"/>
                    <a:pt x="f17" y="f22"/>
                    <a:pt x="f16" y="f23"/>
                  </a:cubicBezTo>
                  <a:cubicBezTo>
                    <a:pt x="f15" y="f24"/>
                    <a:pt x="f14" y="f7"/>
                    <a:pt x="f13" y="f7"/>
                  </a:cubicBezTo>
                  <a:cubicBezTo>
                    <a:pt x="f12" y="f7"/>
                    <a:pt x="f10" y="f24"/>
                    <a:pt x="f8" y="f23"/>
                  </a:cubicBezTo>
                  <a:cubicBezTo>
                    <a:pt x="f7" y="f22"/>
                    <a:pt x="f6" y="f21"/>
                    <a:pt x="f6" y="f20"/>
                  </a:cubicBezTo>
                  <a:cubicBezTo>
                    <a:pt x="f6" y="f19"/>
                    <a:pt x="f7" y="f18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F9F138A5-2143-004F-52E2-51EAB00A116C}"/>
                </a:ext>
              </a:extLst>
            </p:cNvPr>
            <p:cNvSpPr/>
            <p:nvPr/>
          </p:nvSpPr>
          <p:spPr>
            <a:xfrm>
              <a:off x="11234034" y="1845350"/>
              <a:ext cx="611578" cy="98575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92"/>
                <a:gd name="f7" fmla="val 310"/>
                <a:gd name="f8" fmla="val 33"/>
                <a:gd name="f9" fmla="val 308"/>
                <a:gd name="f10" fmla="val 133"/>
                <a:gd name="f11" fmla="val 264"/>
                <a:gd name="f12" fmla="val 198"/>
                <a:gd name="f13" fmla="val 114"/>
                <a:gd name="f14" fmla="val 41"/>
                <a:gd name="f15" fmla="val 149"/>
                <a:gd name="f16" fmla="val 96"/>
                <a:gd name="f17" fmla="val 43"/>
                <a:gd name="f18" fmla="val 38"/>
                <a:gd name="f19" fmla="val 90"/>
                <a:gd name="f20" fmla="val 122"/>
                <a:gd name="f21" fmla="val 14"/>
                <a:gd name="f22" fmla="val 153"/>
                <a:gd name="f23" fmla="val 44"/>
                <a:gd name="f24" fmla="val 169"/>
                <a:gd name="f25" fmla="val 26"/>
                <a:gd name="f26" fmla="val 194"/>
                <a:gd name="f27" fmla="val 18"/>
                <a:gd name="f28" fmla="val 221"/>
                <a:gd name="f29" fmla="val 250"/>
                <a:gd name="f30" fmla="val 266"/>
                <a:gd name="f31" fmla="val 20"/>
                <a:gd name="f32" fmla="val 283"/>
                <a:gd name="f33" fmla="val 24"/>
                <a:gd name="f34" fmla="val 302"/>
                <a:gd name="f35" fmla="+- 0 0 -90"/>
                <a:gd name="f36" fmla="*/ f3 1 192"/>
                <a:gd name="f37" fmla="*/ f4 1 310"/>
                <a:gd name="f38" fmla="+- f7 0 f5"/>
                <a:gd name="f39" fmla="+- f6 0 f5"/>
                <a:gd name="f40" fmla="*/ f35 f0 1"/>
                <a:gd name="f41" fmla="*/ f39 1 192"/>
                <a:gd name="f42" fmla="*/ f38 1 310"/>
                <a:gd name="f43" fmla="*/ 33 f39 1"/>
                <a:gd name="f44" fmla="*/ 308 f38 1"/>
                <a:gd name="f45" fmla="*/ 192 f39 1"/>
                <a:gd name="f46" fmla="*/ 114 f38 1"/>
                <a:gd name="f47" fmla="*/ 96 f39 1"/>
                <a:gd name="f48" fmla="*/ 0 f38 1"/>
                <a:gd name="f49" fmla="*/ 0 f39 1"/>
                <a:gd name="f50" fmla="*/ 90 f38 1"/>
                <a:gd name="f51" fmla="*/ 44 f39 1"/>
                <a:gd name="f52" fmla="*/ 169 f38 1"/>
                <a:gd name="f53" fmla="*/ 18 f39 1"/>
                <a:gd name="f54" fmla="*/ 250 f38 1"/>
                <a:gd name="f55" fmla="*/ 24 f39 1"/>
                <a:gd name="f56" fmla="*/ 302 f38 1"/>
                <a:gd name="f57" fmla="*/ f40 1 f2"/>
                <a:gd name="f58" fmla="*/ f43 1 192"/>
                <a:gd name="f59" fmla="*/ f44 1 310"/>
                <a:gd name="f60" fmla="*/ f45 1 192"/>
                <a:gd name="f61" fmla="*/ f46 1 310"/>
                <a:gd name="f62" fmla="*/ f47 1 192"/>
                <a:gd name="f63" fmla="*/ f48 1 310"/>
                <a:gd name="f64" fmla="*/ f49 1 192"/>
                <a:gd name="f65" fmla="*/ f50 1 310"/>
                <a:gd name="f66" fmla="*/ f51 1 192"/>
                <a:gd name="f67" fmla="*/ f52 1 310"/>
                <a:gd name="f68" fmla="*/ f53 1 192"/>
                <a:gd name="f69" fmla="*/ f54 1 310"/>
                <a:gd name="f70" fmla="*/ f55 1 192"/>
                <a:gd name="f71" fmla="*/ f56 1 310"/>
                <a:gd name="f72" fmla="*/ 0 1 f41"/>
                <a:gd name="f73" fmla="*/ f6 1 f41"/>
                <a:gd name="f74" fmla="*/ 0 1 f42"/>
                <a:gd name="f75" fmla="*/ f7 1 f42"/>
                <a:gd name="f76" fmla="+- f57 0 f1"/>
                <a:gd name="f77" fmla="*/ f58 1 f41"/>
                <a:gd name="f78" fmla="*/ f59 1 f42"/>
                <a:gd name="f79" fmla="*/ f60 1 f41"/>
                <a:gd name="f80" fmla="*/ f61 1 f42"/>
                <a:gd name="f81" fmla="*/ f62 1 f41"/>
                <a:gd name="f82" fmla="*/ f63 1 f42"/>
                <a:gd name="f83" fmla="*/ f64 1 f41"/>
                <a:gd name="f84" fmla="*/ f65 1 f42"/>
                <a:gd name="f85" fmla="*/ f66 1 f41"/>
                <a:gd name="f86" fmla="*/ f67 1 f42"/>
                <a:gd name="f87" fmla="*/ f68 1 f41"/>
                <a:gd name="f88" fmla="*/ f69 1 f42"/>
                <a:gd name="f89" fmla="*/ f70 1 f41"/>
                <a:gd name="f90" fmla="*/ f71 1 f42"/>
                <a:gd name="f91" fmla="*/ f72 f36 1"/>
                <a:gd name="f92" fmla="*/ f73 f36 1"/>
                <a:gd name="f93" fmla="*/ f75 f37 1"/>
                <a:gd name="f94" fmla="*/ f74 f37 1"/>
                <a:gd name="f95" fmla="*/ f77 f36 1"/>
                <a:gd name="f96" fmla="*/ f78 f37 1"/>
                <a:gd name="f97" fmla="*/ f79 f36 1"/>
                <a:gd name="f98" fmla="*/ f80 f37 1"/>
                <a:gd name="f99" fmla="*/ f81 f36 1"/>
                <a:gd name="f100" fmla="*/ f82 f37 1"/>
                <a:gd name="f101" fmla="*/ f83 f36 1"/>
                <a:gd name="f102" fmla="*/ f84 f37 1"/>
                <a:gd name="f103" fmla="*/ f85 f36 1"/>
                <a:gd name="f104" fmla="*/ f86 f37 1"/>
                <a:gd name="f105" fmla="*/ f87 f36 1"/>
                <a:gd name="f106" fmla="*/ f88 f37 1"/>
                <a:gd name="f107" fmla="*/ f89 f36 1"/>
                <a:gd name="f108" fmla="*/ f90 f3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6">
                  <a:pos x="f95" y="f96"/>
                </a:cxn>
                <a:cxn ang="f76">
                  <a:pos x="f97" y="f98"/>
                </a:cxn>
                <a:cxn ang="f76">
                  <a:pos x="f99" y="f100"/>
                </a:cxn>
                <a:cxn ang="f76">
                  <a:pos x="f101" y="f102"/>
                </a:cxn>
                <a:cxn ang="f76">
                  <a:pos x="f103" y="f104"/>
                </a:cxn>
                <a:cxn ang="f76">
                  <a:pos x="f105" y="f106"/>
                </a:cxn>
                <a:cxn ang="f76">
                  <a:pos x="f107" y="f108"/>
                </a:cxn>
                <a:cxn ang="f76">
                  <a:pos x="f95" y="f96"/>
                </a:cxn>
              </a:cxnLst>
              <a:rect l="f91" t="f94" r="f92" b="f93"/>
              <a:pathLst>
                <a:path w="192" h="310">
                  <a:moveTo>
                    <a:pt x="f8" y="f9"/>
                  </a:moveTo>
                  <a:cubicBezTo>
                    <a:pt x="f10" y="f11"/>
                    <a:pt x="f6" y="f12"/>
                    <a:pt x="f6" y="f13"/>
                  </a:cubicBezTo>
                  <a:cubicBezTo>
                    <a:pt x="f6" y="f14"/>
                    <a:pt x="f15" y="f5"/>
                    <a:pt x="f16" y="f5"/>
                  </a:cubicBezTo>
                  <a:cubicBezTo>
                    <a:pt x="f17" y="f5"/>
                    <a:pt x="f5" y="f18"/>
                    <a:pt x="f5" y="f19"/>
                  </a:cubicBezTo>
                  <a:cubicBezTo>
                    <a:pt x="f5" y="f20"/>
                    <a:pt x="f21" y="f22"/>
                    <a:pt x="f23" y="f24"/>
                  </a:cubicBezTo>
                  <a:cubicBezTo>
                    <a:pt x="f25" y="f26"/>
                    <a:pt x="f27" y="f28"/>
                    <a:pt x="f27" y="f29"/>
                  </a:cubicBezTo>
                  <a:cubicBezTo>
                    <a:pt x="f27" y="f30"/>
                    <a:pt x="f31" y="f32"/>
                    <a:pt x="f33" y="f34"/>
                  </a:cubicBezTo>
                  <a:cubicBezTo>
                    <a:pt x="f33" y="f34"/>
                    <a:pt x="f25" y="f7"/>
                    <a:pt x="f8" y="f9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711B4FB-BD90-EB99-4785-7E15FF910D7A}"/>
                </a:ext>
              </a:extLst>
            </p:cNvPr>
            <p:cNvSpPr/>
            <p:nvPr/>
          </p:nvSpPr>
          <p:spPr>
            <a:xfrm>
              <a:off x="9916997" y="1109048"/>
              <a:ext cx="1173522" cy="2624675"/>
            </a:xfrm>
            <a:custGeom>
              <a:avLst/>
              <a:gdLst>
                <a:gd name="f0" fmla="val 10800000"/>
                <a:gd name="f1" fmla="val 5400000"/>
                <a:gd name="f2" fmla="val 360"/>
                <a:gd name="f3" fmla="val 180"/>
                <a:gd name="f4" fmla="val w"/>
                <a:gd name="f5" fmla="val h"/>
                <a:gd name="f6" fmla="val 0"/>
                <a:gd name="f7" fmla="val 369"/>
                <a:gd name="f8" fmla="val 826"/>
                <a:gd name="f9" fmla="val 294"/>
                <a:gd name="f10" fmla="val 28"/>
                <a:gd name="f11" fmla="val 203"/>
                <a:gd name="f12" fmla="val 146"/>
                <a:gd name="f13" fmla="val 26"/>
                <a:gd name="f14" fmla="val 141"/>
                <a:gd name="f15" fmla="val 29"/>
                <a:gd name="f16" fmla="val 137"/>
                <a:gd name="f17" fmla="val 34"/>
                <a:gd name="f18" fmla="val 40"/>
                <a:gd name="f19" fmla="val 246"/>
                <a:gd name="f20" fmla="val 247"/>
                <a:gd name="f21" fmla="val 552"/>
                <a:gd name="f22" fmla="val 569"/>
                <a:gd name="f23" fmla="val 135"/>
                <a:gd name="f24" fmla="val 584"/>
                <a:gd name="f25" fmla="val 132"/>
                <a:gd name="f26" fmla="val 598"/>
                <a:gd name="f27" fmla="val 129"/>
                <a:gd name="f28" fmla="val 612"/>
                <a:gd name="f29" fmla="val 124"/>
                <a:gd name="f30" fmla="val 624"/>
                <a:gd name="f31" fmla="val 115"/>
                <a:gd name="f32" fmla="val 635"/>
                <a:gd name="f33" fmla="val 107"/>
                <a:gd name="f34" fmla="val 645"/>
                <a:gd name="f35" fmla="val 95"/>
                <a:gd name="f36" fmla="val 654"/>
                <a:gd name="f37" fmla="val 80"/>
                <a:gd name="f38" fmla="val 661"/>
                <a:gd name="f39" fmla="val 55"/>
                <a:gd name="f40" fmla="val 672"/>
                <a:gd name="f41" fmla="val 15"/>
                <a:gd name="f42" fmla="val 675"/>
                <a:gd name="f43" fmla="val 5"/>
                <a:gd name="f44" fmla="val 676"/>
                <a:gd name="f45" fmla="val 4"/>
                <a:gd name="f46" fmla="val 686"/>
                <a:gd name="f47" fmla="val 758"/>
                <a:gd name="f48" fmla="val 781"/>
                <a:gd name="f49" fmla="val 6"/>
                <a:gd name="f50" fmla="val 824"/>
                <a:gd name="f51" fmla="val 148"/>
                <a:gd name="f52" fmla="val 167"/>
                <a:gd name="f53" fmla="val 821"/>
                <a:gd name="f54" fmla="val 189"/>
                <a:gd name="f55" fmla="val 816"/>
                <a:gd name="f56" fmla="val 210"/>
                <a:gd name="f57" fmla="val 811"/>
                <a:gd name="f58" fmla="val 232"/>
                <a:gd name="f59" fmla="val 802"/>
                <a:gd name="f60" fmla="val 253"/>
                <a:gd name="f61" fmla="val 789"/>
                <a:gd name="f62" fmla="val 275"/>
                <a:gd name="f63" fmla="val 777"/>
                <a:gd name="f64" fmla="val 760"/>
                <a:gd name="f65" fmla="val 311"/>
                <a:gd name="f66" fmla="val 740"/>
                <a:gd name="f67" fmla="val 329"/>
                <a:gd name="f68" fmla="val 720"/>
                <a:gd name="f69" fmla="val 341"/>
                <a:gd name="f70" fmla="val 694"/>
                <a:gd name="f71" fmla="val 350"/>
                <a:gd name="f72" fmla="val 664"/>
                <a:gd name="f73" fmla="val 355"/>
                <a:gd name="f74" fmla="val 358"/>
                <a:gd name="f75" fmla="val 623"/>
                <a:gd name="f76" fmla="val 361"/>
                <a:gd name="f77" fmla="val 574"/>
                <a:gd name="f78" fmla="val 362"/>
                <a:gd name="f79" fmla="val 553"/>
                <a:gd name="f80" fmla="val 536"/>
                <a:gd name="f81" fmla="val 51"/>
                <a:gd name="f82" fmla="+- 0 0 -90"/>
                <a:gd name="f83" fmla="*/ f4 1 369"/>
                <a:gd name="f84" fmla="*/ f5 1 826"/>
                <a:gd name="f85" fmla="+- f8 0 f6"/>
                <a:gd name="f86" fmla="+- f7 0 f6"/>
                <a:gd name="f87" fmla="*/ f82 f0 1"/>
                <a:gd name="f88" fmla="*/ f86 1 369"/>
                <a:gd name="f89" fmla="*/ f85 1 826"/>
                <a:gd name="f90" fmla="*/ 294 f86 1"/>
                <a:gd name="f91" fmla="*/ 28 f85 1"/>
                <a:gd name="f92" fmla="*/ 146 f86 1"/>
                <a:gd name="f93" fmla="*/ 26 f85 1"/>
                <a:gd name="f94" fmla="*/ 137 f86 1"/>
                <a:gd name="f95" fmla="*/ 40 f85 1"/>
                <a:gd name="f96" fmla="*/ 246 f85 1"/>
                <a:gd name="f97" fmla="*/ 247 f85 1"/>
                <a:gd name="f98" fmla="*/ 552 f85 1"/>
                <a:gd name="f99" fmla="*/ 132 f86 1"/>
                <a:gd name="f100" fmla="*/ 598 f85 1"/>
                <a:gd name="f101" fmla="*/ 115 f86 1"/>
                <a:gd name="f102" fmla="*/ 635 f85 1"/>
                <a:gd name="f103" fmla="*/ 80 f86 1"/>
                <a:gd name="f104" fmla="*/ 661 f85 1"/>
                <a:gd name="f105" fmla="*/ 15 f86 1"/>
                <a:gd name="f106" fmla="*/ 675 f85 1"/>
                <a:gd name="f107" fmla="*/ 4 f86 1"/>
                <a:gd name="f108" fmla="*/ 686 f85 1"/>
                <a:gd name="f109" fmla="*/ 781 f85 1"/>
                <a:gd name="f110" fmla="*/ 824 f85 1"/>
                <a:gd name="f111" fmla="*/ 189 f86 1"/>
                <a:gd name="f112" fmla="*/ 816 f85 1"/>
                <a:gd name="f113" fmla="*/ 253 f86 1"/>
                <a:gd name="f114" fmla="*/ 789 f85 1"/>
                <a:gd name="f115" fmla="*/ 311 f86 1"/>
                <a:gd name="f116" fmla="*/ 740 f85 1"/>
                <a:gd name="f117" fmla="*/ 350 f86 1"/>
                <a:gd name="f118" fmla="*/ 664 f85 1"/>
                <a:gd name="f119" fmla="*/ 360 f86 1"/>
                <a:gd name="f120" fmla="*/ 362 f86 1"/>
                <a:gd name="f121" fmla="*/ 536 f85 1"/>
                <a:gd name="f122" fmla="*/ 141 f85 1"/>
                <a:gd name="f123" fmla="*/ f87 1 f3"/>
                <a:gd name="f124" fmla="*/ f90 1 369"/>
                <a:gd name="f125" fmla="*/ f91 1 826"/>
                <a:gd name="f126" fmla="*/ f92 1 369"/>
                <a:gd name="f127" fmla="*/ f93 1 826"/>
                <a:gd name="f128" fmla="*/ f94 1 369"/>
                <a:gd name="f129" fmla="*/ f95 1 826"/>
                <a:gd name="f130" fmla="*/ f96 1 826"/>
                <a:gd name="f131" fmla="*/ f97 1 826"/>
                <a:gd name="f132" fmla="*/ f98 1 826"/>
                <a:gd name="f133" fmla="*/ f99 1 369"/>
                <a:gd name="f134" fmla="*/ f100 1 826"/>
                <a:gd name="f135" fmla="*/ f101 1 369"/>
                <a:gd name="f136" fmla="*/ f102 1 826"/>
                <a:gd name="f137" fmla="*/ f103 1 369"/>
                <a:gd name="f138" fmla="*/ f104 1 826"/>
                <a:gd name="f139" fmla="*/ f105 1 369"/>
                <a:gd name="f140" fmla="*/ f106 1 826"/>
                <a:gd name="f141" fmla="*/ f107 1 369"/>
                <a:gd name="f142" fmla="*/ f108 1 826"/>
                <a:gd name="f143" fmla="*/ f109 1 826"/>
                <a:gd name="f144" fmla="*/ f110 1 826"/>
                <a:gd name="f145" fmla="*/ f111 1 369"/>
                <a:gd name="f146" fmla="*/ f112 1 826"/>
                <a:gd name="f147" fmla="*/ f113 1 369"/>
                <a:gd name="f148" fmla="*/ f114 1 826"/>
                <a:gd name="f149" fmla="*/ f115 1 369"/>
                <a:gd name="f150" fmla="*/ f116 1 826"/>
                <a:gd name="f151" fmla="*/ f117 1 369"/>
                <a:gd name="f152" fmla="*/ f118 1 826"/>
                <a:gd name="f153" fmla="*/ f119 1 369"/>
                <a:gd name="f154" fmla="*/ f120 1 369"/>
                <a:gd name="f155" fmla="*/ f121 1 826"/>
                <a:gd name="f156" fmla="*/ f122 1 826"/>
                <a:gd name="f157" fmla="*/ 0 1 f88"/>
                <a:gd name="f158" fmla="*/ f7 1 f88"/>
                <a:gd name="f159" fmla="*/ 0 1 f89"/>
                <a:gd name="f160" fmla="*/ f8 1 f89"/>
                <a:gd name="f161" fmla="+- f123 0 f1"/>
                <a:gd name="f162" fmla="*/ f124 1 f88"/>
                <a:gd name="f163" fmla="*/ f125 1 f89"/>
                <a:gd name="f164" fmla="*/ f126 1 f88"/>
                <a:gd name="f165" fmla="*/ f127 1 f89"/>
                <a:gd name="f166" fmla="*/ f128 1 f88"/>
                <a:gd name="f167" fmla="*/ f129 1 f89"/>
                <a:gd name="f168" fmla="*/ f130 1 f89"/>
                <a:gd name="f169" fmla="*/ f131 1 f89"/>
                <a:gd name="f170" fmla="*/ f132 1 f89"/>
                <a:gd name="f171" fmla="*/ f133 1 f88"/>
                <a:gd name="f172" fmla="*/ f134 1 f89"/>
                <a:gd name="f173" fmla="*/ f135 1 f88"/>
                <a:gd name="f174" fmla="*/ f136 1 f89"/>
                <a:gd name="f175" fmla="*/ f137 1 f88"/>
                <a:gd name="f176" fmla="*/ f138 1 f89"/>
                <a:gd name="f177" fmla="*/ f139 1 f88"/>
                <a:gd name="f178" fmla="*/ f140 1 f89"/>
                <a:gd name="f179" fmla="*/ f141 1 f88"/>
                <a:gd name="f180" fmla="*/ f142 1 f89"/>
                <a:gd name="f181" fmla="*/ f143 1 f89"/>
                <a:gd name="f182" fmla="*/ f144 1 f89"/>
                <a:gd name="f183" fmla="*/ f145 1 f88"/>
                <a:gd name="f184" fmla="*/ f146 1 f89"/>
                <a:gd name="f185" fmla="*/ f147 1 f88"/>
                <a:gd name="f186" fmla="*/ f148 1 f89"/>
                <a:gd name="f187" fmla="*/ f149 1 f88"/>
                <a:gd name="f188" fmla="*/ f150 1 f89"/>
                <a:gd name="f189" fmla="*/ f151 1 f88"/>
                <a:gd name="f190" fmla="*/ f152 1 f89"/>
                <a:gd name="f191" fmla="*/ f153 1 f88"/>
                <a:gd name="f192" fmla="*/ f154 1 f88"/>
                <a:gd name="f193" fmla="*/ f155 1 f89"/>
                <a:gd name="f194" fmla="*/ f156 1 f89"/>
                <a:gd name="f195" fmla="*/ f157 f83 1"/>
                <a:gd name="f196" fmla="*/ f158 f83 1"/>
                <a:gd name="f197" fmla="*/ f160 f84 1"/>
                <a:gd name="f198" fmla="*/ f159 f84 1"/>
                <a:gd name="f199" fmla="*/ f162 f83 1"/>
                <a:gd name="f200" fmla="*/ f163 f84 1"/>
                <a:gd name="f201" fmla="*/ f164 f83 1"/>
                <a:gd name="f202" fmla="*/ f165 f84 1"/>
                <a:gd name="f203" fmla="*/ f166 f83 1"/>
                <a:gd name="f204" fmla="*/ f167 f84 1"/>
                <a:gd name="f205" fmla="*/ f168 f84 1"/>
                <a:gd name="f206" fmla="*/ f169 f84 1"/>
                <a:gd name="f207" fmla="*/ f170 f84 1"/>
                <a:gd name="f208" fmla="*/ f171 f83 1"/>
                <a:gd name="f209" fmla="*/ f172 f84 1"/>
                <a:gd name="f210" fmla="*/ f173 f83 1"/>
                <a:gd name="f211" fmla="*/ f174 f84 1"/>
                <a:gd name="f212" fmla="*/ f175 f83 1"/>
                <a:gd name="f213" fmla="*/ f176 f84 1"/>
                <a:gd name="f214" fmla="*/ f177 f83 1"/>
                <a:gd name="f215" fmla="*/ f178 f84 1"/>
                <a:gd name="f216" fmla="*/ f179 f83 1"/>
                <a:gd name="f217" fmla="*/ f180 f84 1"/>
                <a:gd name="f218" fmla="*/ f181 f84 1"/>
                <a:gd name="f219" fmla="*/ f182 f84 1"/>
                <a:gd name="f220" fmla="*/ f183 f83 1"/>
                <a:gd name="f221" fmla="*/ f184 f84 1"/>
                <a:gd name="f222" fmla="*/ f185 f83 1"/>
                <a:gd name="f223" fmla="*/ f186 f84 1"/>
                <a:gd name="f224" fmla="*/ f187 f83 1"/>
                <a:gd name="f225" fmla="*/ f188 f84 1"/>
                <a:gd name="f226" fmla="*/ f189 f83 1"/>
                <a:gd name="f227" fmla="*/ f190 f84 1"/>
                <a:gd name="f228" fmla="*/ f191 f83 1"/>
                <a:gd name="f229" fmla="*/ f192 f83 1"/>
                <a:gd name="f230" fmla="*/ f193 f84 1"/>
                <a:gd name="f231" fmla="*/ f194 f8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61">
                  <a:pos x="f199" y="f200"/>
                </a:cxn>
                <a:cxn ang="f161">
                  <a:pos x="f201" y="f202"/>
                </a:cxn>
                <a:cxn ang="f161">
                  <a:pos x="f203" y="f204"/>
                </a:cxn>
                <a:cxn ang="f161">
                  <a:pos x="f203" y="f204"/>
                </a:cxn>
                <a:cxn ang="f161">
                  <a:pos x="f203" y="f205"/>
                </a:cxn>
                <a:cxn ang="f161">
                  <a:pos x="f203" y="f206"/>
                </a:cxn>
                <a:cxn ang="f161">
                  <a:pos x="f203" y="f207"/>
                </a:cxn>
                <a:cxn ang="f161">
                  <a:pos x="f208" y="f209"/>
                </a:cxn>
                <a:cxn ang="f161">
                  <a:pos x="f210" y="f211"/>
                </a:cxn>
                <a:cxn ang="f161">
                  <a:pos x="f212" y="f213"/>
                </a:cxn>
                <a:cxn ang="f161">
                  <a:pos x="f214" y="f215"/>
                </a:cxn>
                <a:cxn ang="f161">
                  <a:pos x="f216" y="f217"/>
                </a:cxn>
                <a:cxn ang="f161">
                  <a:pos x="f216" y="f218"/>
                </a:cxn>
                <a:cxn ang="f161">
                  <a:pos x="f208" y="f219"/>
                </a:cxn>
                <a:cxn ang="f161">
                  <a:pos x="f220" y="f221"/>
                </a:cxn>
                <a:cxn ang="f161">
                  <a:pos x="f222" y="f223"/>
                </a:cxn>
                <a:cxn ang="f161">
                  <a:pos x="f224" y="f225"/>
                </a:cxn>
                <a:cxn ang="f161">
                  <a:pos x="f226" y="f227"/>
                </a:cxn>
                <a:cxn ang="f161">
                  <a:pos x="f228" y="f209"/>
                </a:cxn>
                <a:cxn ang="f161">
                  <a:pos x="f229" y="f230"/>
                </a:cxn>
                <a:cxn ang="f161">
                  <a:pos x="f229" y="f231"/>
                </a:cxn>
                <a:cxn ang="f161">
                  <a:pos x="f199" y="f200"/>
                </a:cxn>
              </a:cxnLst>
              <a:rect l="f195" t="f198" r="f196" b="f197"/>
              <a:pathLst>
                <a:path w="369" h="826">
                  <a:moveTo>
                    <a:pt x="f9" y="f10"/>
                  </a:moveTo>
                  <a:cubicBezTo>
                    <a:pt x="f11" y="f6"/>
                    <a:pt x="f12" y="f13"/>
                    <a:pt x="f12" y="f13"/>
                  </a:cubicBezTo>
                  <a:cubicBezTo>
                    <a:pt x="f14" y="f15"/>
                    <a:pt x="f16" y="f17"/>
                    <a:pt x="f16" y="f18"/>
                  </a:cubicBezTo>
                  <a:cubicBezTo>
                    <a:pt x="f16" y="f18"/>
                    <a:pt x="f16" y="f18"/>
                    <a:pt x="f16" y="f18"/>
                  </a:cubicBezTo>
                  <a:cubicBezTo>
                    <a:pt x="f16" y="f19"/>
                    <a:pt x="f16" y="f19"/>
                    <a:pt x="f16" y="f19"/>
                  </a:cubicBezTo>
                  <a:cubicBezTo>
                    <a:pt x="f16" y="f19"/>
                    <a:pt x="f16" y="f20"/>
                    <a:pt x="f16" y="f20"/>
                  </a:cubicBezTo>
                  <a:cubicBezTo>
                    <a:pt x="f16" y="f21"/>
                    <a:pt x="f16" y="f21"/>
                    <a:pt x="f16" y="f21"/>
                  </a:cubicBezTo>
                  <a:cubicBezTo>
                    <a:pt x="f16" y="f22"/>
                    <a:pt x="f23" y="f24"/>
                    <a:pt x="f25" y="f26"/>
                  </a:cubicBezTo>
                  <a:cubicBezTo>
                    <a:pt x="f27" y="f28"/>
                    <a:pt x="f29" y="f30"/>
                    <a:pt x="f31" y="f32"/>
                  </a:cubicBezTo>
                  <a:cubicBezTo>
                    <a:pt x="f33" y="f34"/>
                    <a:pt x="f35" y="f36"/>
                    <a:pt x="f37" y="f38"/>
                  </a:cubicBezTo>
                  <a:cubicBezTo>
                    <a:pt x="f37" y="f38"/>
                    <a:pt x="f39" y="f40"/>
                    <a:pt x="f41" y="f42"/>
                  </a:cubicBezTo>
                  <a:cubicBezTo>
                    <a:pt x="f41" y="f42"/>
                    <a:pt x="f43" y="f44"/>
                    <a:pt x="f45" y="f46"/>
                  </a:cubicBezTo>
                  <a:cubicBezTo>
                    <a:pt x="f45" y="f46"/>
                    <a:pt x="f6" y="f47"/>
                    <a:pt x="f45" y="f48"/>
                  </a:cubicBezTo>
                  <a:cubicBezTo>
                    <a:pt x="f49" y="f8"/>
                    <a:pt x="f25" y="f50"/>
                    <a:pt x="f25" y="f50"/>
                  </a:cubicBezTo>
                  <a:cubicBezTo>
                    <a:pt x="f51" y="f50"/>
                    <a:pt x="f52" y="f53"/>
                    <a:pt x="f54" y="f55"/>
                  </a:cubicBez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9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34"/>
                    <a:pt x="f74" y="f75"/>
                    <a:pt x="f2" y="f26"/>
                  </a:cubicBezTo>
                  <a:cubicBezTo>
                    <a:pt x="f76" y="f77"/>
                    <a:pt x="f78" y="f79"/>
                    <a:pt x="f78" y="f80"/>
                  </a:cubicBezTo>
                  <a:cubicBezTo>
                    <a:pt x="f78" y="f14"/>
                    <a:pt x="f78" y="f14"/>
                    <a:pt x="f78" y="f14"/>
                  </a:cubicBezTo>
                  <a:cubicBezTo>
                    <a:pt x="f78" y="f14"/>
                    <a:pt x="f7" y="f81"/>
                    <a:pt x="f9" y="f10"/>
                  </a:cubicBez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endParaRPr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C705C6F-1E94-3D54-BA75-6A38868350CE}"/>
              </a:ext>
            </a:extLst>
          </p:cNvPr>
          <p:cNvSpPr txBox="1"/>
          <p:nvPr/>
        </p:nvSpPr>
        <p:spPr>
          <a:xfrm>
            <a:off x="12191996" y="3410556"/>
            <a:ext cx="24808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Use Format Background </a:t>
            </a:r>
            <a:b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 change the image fill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66501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623-D522-4E76-FEA3-00B921A81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939" y="2435678"/>
            <a:ext cx="5036460" cy="4240895"/>
          </a:xfrm>
        </p:spPr>
        <p:txBody>
          <a:bodyPr anchor="b"/>
          <a:lstStyle>
            <a:lvl1pPr>
              <a:lnSpc>
                <a:spcPct val="70000"/>
              </a:lnSpc>
              <a:defRPr sz="9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29681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Boing Fo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69A3222-84FF-96B0-E72C-804C528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39" y="4492127"/>
            <a:ext cx="3398157" cy="187451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92570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1993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6C6A-F3B0-333C-0042-2D427A3AE0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3E4A1-B078-DC24-5252-0722F585E2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7188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0"/>
            <a:ext cx="12192903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2579" y="1811864"/>
            <a:ext cx="7078488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2579" y="3598328"/>
            <a:ext cx="7078488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7223" y="5054602"/>
            <a:ext cx="897701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2579" y="5054602"/>
            <a:ext cx="5419813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9757" y="5054602"/>
            <a:ext cx="551311" cy="279400"/>
          </a:xfrm>
        </p:spPr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3101" y="3471329"/>
            <a:ext cx="68174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6615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029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4620" y="1641413"/>
            <a:ext cx="8794045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4620" y="3734860"/>
            <a:ext cx="8794045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4622" y="3599392"/>
            <a:ext cx="879404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8663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4620" y="235626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9155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536" y="2487168"/>
            <a:ext cx="445008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85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7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9157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109" y="2658533"/>
            <a:ext cx="44500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109" y="3243263"/>
            <a:ext cx="445008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3308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4" y="915338"/>
            <a:ext cx="906498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02317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842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388534"/>
            <a:ext cx="33823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3417" y="982133"/>
            <a:ext cx="514071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3" y="3031065"/>
            <a:ext cx="33823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4621" y="2912533"/>
            <a:ext cx="311145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14320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1883832"/>
            <a:ext cx="4842936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759" y="1032933"/>
            <a:ext cx="3905951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4" y="3255432"/>
            <a:ext cx="4842935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238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4815415"/>
            <a:ext cx="9064979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8347" y="1032934"/>
            <a:ext cx="9455309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155" y="5382153"/>
            <a:ext cx="9064979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8442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5" y="906873"/>
            <a:ext cx="9064979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275666"/>
            <a:ext cx="9064981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1" y="4140199"/>
            <a:ext cx="88085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52933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1" y="982132"/>
            <a:ext cx="8533667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33600" y="3352800"/>
            <a:ext cx="7857064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1" y="4343401"/>
            <a:ext cx="906498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1133293" y="905362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8005" y="2827870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4622" y="4140199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52368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9" y="3308581"/>
            <a:ext cx="9064971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8" y="4777381"/>
            <a:ext cx="906497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63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222" y="982132"/>
            <a:ext cx="8433557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639312"/>
            <a:ext cx="9064973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4529667"/>
            <a:ext cx="9064981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170747" y="896895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9729" y="260772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4622" y="3429000"/>
            <a:ext cx="87940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4392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9153" y="982132"/>
            <a:ext cx="9064979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9158" y="3566160"/>
            <a:ext cx="9064973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5" y="4470401"/>
            <a:ext cx="9064979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4626" y="3429000"/>
            <a:ext cx="88085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5864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4" y="2490136"/>
            <a:ext cx="9064981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4622" y="2354670"/>
            <a:ext cx="880856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699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75556" y="906874"/>
            <a:ext cx="2158573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9157" y="906874"/>
            <a:ext cx="6554012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27349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3181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B273-FA87-7A3F-8C65-8D399BFA2E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A9A9B-6743-C0A9-B8D4-45ECC3738A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728433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4DB2-AEF5-FA68-AD5D-DC416CEA43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DD38-7548-CB47-0457-718913B0282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353597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D2C6-324D-E87D-F770-C0A370B8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D7232-1988-7A6A-FF97-767830DD6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59695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CAA4-EB8A-3861-65E8-BF5305451C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9538D-76A6-D3DB-5612-4089D86A77A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BD446-9109-6665-3EC0-E3A9E4D5654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8596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9AD-071B-1607-48F6-6463F68FFB3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15351-E1A6-9C65-E50E-D7B6E6AA4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91B4C-7C3D-872D-FD33-890988AFC5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C72F5C-9483-95D4-D9B6-93E41141E1E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61FBE-8B77-B88A-0989-D0220916707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290539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4CD3-F78C-5C0E-5F9D-DE90B2840D1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602725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2468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E841-3D85-E398-AC91-63A45AFD25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1C70-843B-E9CF-0B74-9824E4CA97E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72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E528C-1978-18AC-ECD6-E6EDF8409A2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76950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E22-186E-04EB-DC96-C7F137F5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E461D-F8D9-F0F4-31FF-D616AE1332A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2458D-0CBF-9501-DA6E-EB4E576876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6322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5A22C-8BF9-576D-C7CB-D2909D55EED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4C73B-7C24-F600-9C21-B4F1AF72096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653340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9E81D-45BD-1469-2436-CE0B6C554B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2D4A7-4F02-CD87-649F-A6E810AAA1C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116413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65E47FBA-8F3D-E2D7-86B5-096785FDB1E2}"/>
              </a:ext>
            </a:extLst>
          </p:cNvPr>
          <p:cNvSpPr/>
          <p:nvPr/>
        </p:nvSpPr>
        <p:spPr>
          <a:xfrm>
            <a:off x="-1591" y="0"/>
            <a:ext cx="9312277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867"/>
              <a:gd name="f7" fmla="val 4320"/>
              <a:gd name="f8" fmla="val 3187"/>
              <a:gd name="f9" fmla="val 3717"/>
              <a:gd name="f10" fmla="val 3993"/>
              <a:gd name="f11" fmla="val 4197"/>
              <a:gd name="f12" fmla="val 3574"/>
              <a:gd name="f13" fmla="val 4630"/>
              <a:gd name="f14" fmla="val 3063"/>
              <a:gd name="f15" fmla="val 5097"/>
              <a:gd name="f16" fmla="val 2509"/>
              <a:gd name="f17" fmla="val 5447"/>
              <a:gd name="f18" fmla="val 1824"/>
              <a:gd name="f19" fmla="val 5669"/>
              <a:gd name="f20" fmla="val 1003"/>
              <a:gd name="f21" fmla="val 5752"/>
              <a:gd name="f22" fmla="val 692"/>
              <a:gd name="f23" fmla="val 5818"/>
              <a:gd name="f24" fmla="val 357"/>
              <a:gd name="f25" fmla="+- 0 0 -90"/>
              <a:gd name="f26" fmla="*/ f3 1 5867"/>
              <a:gd name="f27" fmla="*/ f4 1 4320"/>
              <a:gd name="f28" fmla="val f5"/>
              <a:gd name="f29" fmla="val f6"/>
              <a:gd name="f30" fmla="val f7"/>
              <a:gd name="f31" fmla="*/ f25 f0 1"/>
              <a:gd name="f32" fmla="+- f30 0 f28"/>
              <a:gd name="f33" fmla="+- f29 0 f28"/>
              <a:gd name="f34" fmla="*/ f31 1 f2"/>
              <a:gd name="f35" fmla="*/ f33 1 5867"/>
              <a:gd name="f36" fmla="*/ f32 1 4320"/>
              <a:gd name="f37" fmla="*/ 0 f33 1"/>
              <a:gd name="f38" fmla="*/ 0 f32 1"/>
              <a:gd name="f39" fmla="*/ 4320 f32 1"/>
              <a:gd name="f40" fmla="*/ 3187 f33 1"/>
              <a:gd name="f41" fmla="*/ 4630 f33 1"/>
              <a:gd name="f42" fmla="*/ 3063 f32 1"/>
              <a:gd name="f43" fmla="*/ 5669 f33 1"/>
              <a:gd name="f44" fmla="*/ 1003 f32 1"/>
              <a:gd name="f45" fmla="*/ 5867 f33 1"/>
              <a:gd name="f46" fmla="+- f34 0 f1"/>
              <a:gd name="f47" fmla="*/ f37 1 5867"/>
              <a:gd name="f48" fmla="*/ f38 1 4320"/>
              <a:gd name="f49" fmla="*/ f39 1 4320"/>
              <a:gd name="f50" fmla="*/ f40 1 5867"/>
              <a:gd name="f51" fmla="*/ f41 1 5867"/>
              <a:gd name="f52" fmla="*/ f42 1 4320"/>
              <a:gd name="f53" fmla="*/ f43 1 5867"/>
              <a:gd name="f54" fmla="*/ f44 1 4320"/>
              <a:gd name="f55" fmla="*/ f45 1 5867"/>
              <a:gd name="f56" fmla="*/ 0 1 f35"/>
              <a:gd name="f57" fmla="*/ f29 1 f35"/>
              <a:gd name="f58" fmla="*/ 0 1 f36"/>
              <a:gd name="f59" fmla="*/ f30 1 f36"/>
              <a:gd name="f60" fmla="*/ f47 1 f35"/>
              <a:gd name="f61" fmla="*/ f48 1 f36"/>
              <a:gd name="f62" fmla="*/ f49 1 f36"/>
              <a:gd name="f63" fmla="*/ f50 1 f35"/>
              <a:gd name="f64" fmla="*/ f51 1 f35"/>
              <a:gd name="f65" fmla="*/ f52 1 f36"/>
              <a:gd name="f66" fmla="*/ f53 1 f35"/>
              <a:gd name="f67" fmla="*/ f54 1 f36"/>
              <a:gd name="f68" fmla="*/ f55 1 f35"/>
              <a:gd name="f69" fmla="*/ f56 f26 1"/>
              <a:gd name="f70" fmla="*/ f57 f26 1"/>
              <a:gd name="f71" fmla="*/ f59 f27 1"/>
              <a:gd name="f72" fmla="*/ f58 f27 1"/>
              <a:gd name="f73" fmla="*/ f60 f26 1"/>
              <a:gd name="f74" fmla="*/ f61 f27 1"/>
              <a:gd name="f75" fmla="*/ f62 f27 1"/>
              <a:gd name="f76" fmla="*/ f63 f26 1"/>
              <a:gd name="f77" fmla="*/ f64 f26 1"/>
              <a:gd name="f78" fmla="*/ f65 f27 1"/>
              <a:gd name="f79" fmla="*/ f66 f26 1"/>
              <a:gd name="f80" fmla="*/ f67 f27 1"/>
              <a:gd name="f81" fmla="*/ f68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6">
                <a:pos x="f73" y="f74"/>
              </a:cxn>
              <a:cxn ang="f46">
                <a:pos x="f73" y="f75"/>
              </a:cxn>
              <a:cxn ang="f46">
                <a:pos x="f76" y="f75"/>
              </a:cxn>
              <a:cxn ang="f46">
                <a:pos x="f77" y="f78"/>
              </a:cxn>
              <a:cxn ang="f46">
                <a:pos x="f79" y="f80"/>
              </a:cxn>
              <a:cxn ang="f46">
                <a:pos x="f81" y="f74"/>
              </a:cxn>
              <a:cxn ang="f46">
                <a:pos x="f73" y="f74"/>
              </a:cxn>
            </a:cxnLst>
            <a:rect l="f69" t="f72" r="f70" b="f71"/>
            <a:pathLst>
              <a:path w="5867" h="4320">
                <a:moveTo>
                  <a:pt x="f5" y="f5"/>
                </a:moveTo>
                <a:cubicBezTo>
                  <a:pt x="f5" y="f7"/>
                  <a:pt x="f5" y="f7"/>
                  <a:pt x="f5" y="f7"/>
                </a:cubicBezTo>
                <a:cubicBezTo>
                  <a:pt x="f8" y="f7"/>
                  <a:pt x="f8" y="f7"/>
                  <a:pt x="f8" y="f7"/>
                </a:cubicBez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6" y="f5"/>
                </a:cubicBezTo>
                <a:lnTo>
                  <a:pt x="f5" y="f5"/>
                </a:lnTo>
                <a:close/>
              </a:path>
            </a:pathLst>
          </a:custGeom>
          <a:solidFill>
            <a:srgbClr val="00667D"/>
          </a:solidFill>
          <a:ln cap="flat">
            <a:noFill/>
            <a:prstDash val="solid"/>
          </a:ln>
        </p:spPr>
        <p:txBody>
          <a:bodyPr vert="horz" wrap="square" lIns="85587" tIns="42793" rIns="85587" bIns="42793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16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85913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10DACD-8814-0719-1B69-9449D528892C}"/>
              </a:ext>
            </a:extLst>
          </p:cNvPr>
          <p:cNvSpPr txBox="1"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en-GB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14054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9B3DB-352F-706E-8396-0711973F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9CEE-9788-9CFC-0336-41C2CB07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4505C-8BFE-C23C-2BE8-8711C164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A3FC-B7B5-E571-025A-6EDC9BF2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13495-7196-BF3A-8E94-4A35AF04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13546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C883E-B324-7614-E832-C8FA2D5A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83D1-CFEB-F699-FF61-2316C10D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53EF-1B82-5CE0-D770-2336D957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1C29-FB7A-BB28-E384-E661FFB5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6A9A7-1A6F-0DEF-01C0-8B7B83A4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133326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52047-70A9-2D03-B647-5755581C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1D4-1C56-BDF8-CE04-C033D2CD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F20ED-6B10-8F9B-AE53-52CD7841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7184-18A0-6EC7-844C-686E30267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11A2-4C74-9DA0-018F-0C795015B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FAE-C6F5-C793-AD81-1CA00D35F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8798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29F0-653F-18E0-7165-5BA5CBD7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31B5-C7D5-3028-F0DE-22D69F8F4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3AE1F-7338-7490-95D4-33B43B8D0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9247F-082A-4DFF-738D-532D89747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DC79B-5F2E-88CD-B76C-26C869E5A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74FD9-C453-092D-9379-790EB54B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E4956-089C-EEE1-ED87-881BAC04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1FA7B-C31E-8DD6-BE30-38EFB4E9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572287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FEC7-FF5F-613C-8EB4-03C7D28FB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C07DA-2C83-3C92-FD27-8C2CBFCA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0AE1B4-7E6D-3D72-9F28-4F589DB4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D5769-5FED-8793-7595-C4E0663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6193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5C7F6-48E4-6E5F-449C-B03F87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1A2DD-00B4-3FB2-E6AF-B353EED3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DF081-2407-6DEE-130A-E934151F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09762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CFD-9EDB-36E2-FCBA-EE29ACA3A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2714-CC7D-A7DB-195D-7D2A3456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C133-6122-3853-524C-1458A27ED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CC213-218B-DDB2-F22F-BDE4BC5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64279-F92D-0D8A-0360-CE20484C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32DB-71CF-DB6A-F8B6-9852B35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06141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EE78-AB8B-956C-3C03-ADF393494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CD64F-E49D-6173-6DE6-ABF43C4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FFCF-DFE5-7E94-53DF-C626B0B8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489CA-698D-AC35-07C6-A26CF27E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3135-74F2-4FFE-96BB-ED357421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BCDAC-B253-7FC6-1E11-7C77EB46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574613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9922-FA9D-383D-A19C-1670E04B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FFC-07BA-368E-8BEF-5F9AD4558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EFD48-A5EE-EB7B-2461-575DDF3E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E48C6-ED81-B3B2-92AE-AF25ECBC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B257-1A5B-C712-6D80-E569B055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23449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7DC50-9430-8F55-3F8C-07968042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CD0E4-FF02-5A2E-BCCE-E5DEEEB2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451A-2FD6-F62A-87A7-402F00CB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E098B-CA21-3CC7-B4DE-2D294CBA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A002-EF22-9AD8-50CB-BDE5AB8F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81579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360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10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7336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6192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002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200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3521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3243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5126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55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68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0.xml"/><Relationship Id="rId20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4.xml"/><Relationship Id="rId2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101.xml"/><Relationship Id="rId18" Type="http://schemas.openxmlformats.org/officeDocument/2006/relationships/theme" Target="../theme/theme7.xml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3.xml"/><Relationship Id="rId13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slideLayout" Target="../slideLayouts/slideLayout115.xml"/><Relationship Id="rId3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20.xml"/><Relationship Id="rId8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4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36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536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DC453-280C-4DD0-B691-565117EA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EDA-7F8E-5DD1-5615-9122A76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4B92-0338-8496-2BC9-D78BC35A9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C1FB-97D8-32C1-4E03-B90A99350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F0401-86B8-B0E1-5F2E-8EFCFE719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026B6-5CDD-4028-AFCB-F4401504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21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7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845" r:id="rId3"/>
    <p:sldLayoutId id="2147483846" r:id="rId4"/>
    <p:sldLayoutId id="2147483847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8B0F-09FD-DDC6-3B63-8AF09C35E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EAB06-2AFE-2C12-1BB4-384FC38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2E60-03D8-275F-2BA8-6EFAE3CF267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21A0-E937-50F8-C798-8EB0BC6D85A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6C06C-A904-8DD7-8829-D1021B6DFDE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B930FF2-ADD6-48BA-B740-C81F3D772E11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F3E944-12FC-1DA6-1A82-9D447DBA0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594" y="577845"/>
            <a:ext cx="10928808" cy="11128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Autofit/>
          </a:bodyPr>
          <a:lstStyle/>
          <a:p>
            <a:pPr lvl="0"/>
            <a:r>
              <a:rPr lang="en-US"/>
              <a:t>Project objectives 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742FB-3438-9D79-D6FF-4410846F7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1594" y="1904996"/>
            <a:ext cx="7521799" cy="42719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anchor="t" anchorCtr="0" compatLnSpc="1">
            <a:normAutofit/>
          </a:bodyPr>
          <a:lstStyle/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Bullet Tier 1: Lorum Ipsum lluptatem qui rectas event, conseni maximi, quo iur suntionse pos estrum,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052D5BE6-22DB-72DF-3E35-DA9381B8BD4C}"/>
              </a:ext>
            </a:extLst>
          </p:cNvPr>
          <p:cNvCxnSpPr/>
          <p:nvPr/>
        </p:nvCxnSpPr>
        <p:spPr>
          <a:xfrm>
            <a:off x="631594" y="540465"/>
            <a:ext cx="10928808" cy="0"/>
          </a:xfrm>
          <a:prstGeom prst="straightConnector1">
            <a:avLst/>
          </a:prstGeom>
          <a:noFill/>
          <a:ln w="25402" cap="rnd">
            <a:solidFill>
              <a:srgbClr val="26CAD3"/>
            </a:solidFill>
            <a:custDash>
              <a:ds d="300000" sp="0"/>
            </a:custDash>
            <a:miter/>
          </a:ln>
        </p:spPr>
      </p:cxnSp>
    </p:spTree>
    <p:extLst>
      <p:ext uri="{BB962C8B-B14F-4D97-AF65-F5344CB8AC3E}">
        <p14:creationId xmlns:p14="http://schemas.microsoft.com/office/powerpoint/2010/main" val="205501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</p:sldLayoutIdLst>
  <p:hf sldNum="0" hdr="0" ftr="0" dt="0"/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1" i="0" u="none" strike="noStrike" kern="1200" cap="none" spc="0" baseline="0">
          <a:solidFill>
            <a:srgbClr val="00667D"/>
          </a:solidFill>
          <a:uFillTx/>
          <a:latin typeface="Calibri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1pPr>
      <a:lvl2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2pPr>
      <a:lvl3pPr marL="228600" marR="0" lvl="0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3pPr>
      <a:lvl4pPr marL="228600" marR="0" lvl="1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4pPr>
      <a:lvl5pPr marL="228600" marR="0" lvl="2" indent="-228600" algn="l" defTabSz="914400" rtl="0" fontAlgn="auto" hangingPunct="1">
        <a:lnSpc>
          <a:spcPct val="90000"/>
        </a:lnSpc>
        <a:spcBef>
          <a:spcPts val="1200"/>
        </a:spcBef>
        <a:spcAft>
          <a:spcPts val="0"/>
        </a:spcAft>
        <a:buClr>
          <a:srgbClr val="26CAD3"/>
        </a:buClr>
        <a:buSzPct val="100000"/>
        <a:buFont typeface="Arial" pitchFamily="34"/>
        <a:buChar char="•"/>
        <a:tabLst/>
        <a:defRPr lang="en-US" sz="1900" b="0" i="0" u="none" strike="noStrike" kern="1200" cap="none" spc="0" baseline="0">
          <a:solidFill>
            <a:srgbClr val="55565A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20328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sz="180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9155" y="915338"/>
            <a:ext cx="9064979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9154" y="2490136"/>
            <a:ext cx="9064981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5561" y="5960533"/>
            <a:ext cx="1531044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9154" y="5960533"/>
            <a:ext cx="680622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6788" y="5960533"/>
            <a:ext cx="52734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F233BAC-29A9-4035-88BE-28AE866AE2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1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F1F9C-7792-BD09-4C73-B4A1A4E78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1CB9-F3C8-E76B-9B8A-09616928C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8D3E-1A37-301F-3BC2-E33102DFC5F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8C35-9AE9-964C-69AE-27F457B2CA8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4B10F-C4BA-27CE-B2D2-A397B9B92D2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C0417AA-12A0-48A3-8BAE-748AB93736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p:hf sldNum="0" hdr="0" ftr="0" dt="0"/>
  <p:txStyles>
    <p:titleStyle>
      <a:lvl1pPr marL="0" marR="0" lvl="0" indent="0" algn="ctr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9144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9144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 pitchFamily="34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 pitchFamily="34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7F74F-2C97-CAAE-BFFE-4AB59C9B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AF5D8-44DC-3827-A81A-50B2DBA0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2394A-11AC-CA11-C367-46C0A3EB2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DFE8-6F24-013F-2D13-36B268B2D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4227F-37C6-3D08-364F-3CB3C3C6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3E3C9-646C-4166-9BF4-CF049967B66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26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9D475-7154-42DD-9067-ACE4D1B546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99.png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image" Target="../media/image300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image" Target="../media/image301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02.png"/><Relationship Id="rId4" Type="http://schemas.openxmlformats.org/officeDocument/2006/relationships/image" Target="../media/image303.jpeg"/><Relationship Id="rId5" Type="http://schemas.openxmlformats.org/officeDocument/2006/relationships/image" Target="../media/image304.png"/><Relationship Id="rId6" Type="http://schemas.openxmlformats.org/officeDocument/2006/relationships/image" Target="../media/image305.jpeg"/><Relationship Id="rId7" Type="http://schemas.openxmlformats.org/officeDocument/2006/relationships/image" Target="../media/image306.jpeg"/><Relationship Id="rId8" Type="http://schemas.openxmlformats.org/officeDocument/2006/relationships/image" Target="../media/image307.png"/><Relationship Id="rId9" Type="http://schemas.openxmlformats.org/officeDocument/2006/relationships/image" Target="../media/image308.png"/><Relationship Id="rId10" Type="http://schemas.openxmlformats.org/officeDocument/2006/relationships/image" Target="../media/image309.png"/><Relationship Id="rId11" Type="http://schemas.openxmlformats.org/officeDocument/2006/relationships/image" Target="../media/image310.jpeg"/><Relationship Id="rId12" Type="http://schemas.openxmlformats.org/officeDocument/2006/relationships/image" Target="../media/image311.png"/><Relationship Id="rId13" Type="http://schemas.openxmlformats.org/officeDocument/2006/relationships/image" Target="../media/image312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image" Target="../media/image313.png"/></Relationships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40274E73-3DB0-550C-7739-84D29E45EF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8904" b="6826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C95DCE-B0D7-830A-07B0-8C7C7AED441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301919" y="1482599"/>
            <a:ext cx="7588157" cy="2236265"/>
          </a:xfrm>
        </p:spPr>
        <p:txBody>
          <a:bodyPr lIns="91440" rIns="91440">
            <a:normAutofit/>
          </a:bodyPr>
          <a:lstStyle/>
          <a:p>
            <a:pPr lvl="0"/>
            <a:br>
              <a:rPr lang="en-US" sz="5000">
                <a:solidFill>
                  <a:srgbClr val="FFFFFF"/>
                </a:solidFill>
              </a:rPr>
            </a:br>
            <a:r>
              <a:rPr lang="en-US" sz="5000">
                <a:solidFill>
                  <a:srgbClr val="FFFFFF"/>
                </a:solidFill>
              </a:rPr>
              <a:t>Instrument Processing</a:t>
            </a:r>
            <a:br>
              <a:rPr lang="en-US" sz="5000">
                <a:solidFill>
                  <a:srgbClr val="FFFFFF"/>
                </a:solidFill>
              </a:rPr>
            </a:br>
            <a:endParaRPr lang="en-US" sz="50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9F70A-3907-7504-9B08-1378F0A5A9A1}"/>
              </a:ext>
            </a:extLst>
          </p:cNvPr>
          <p:cNvSpPr txBox="1"/>
          <p:nvPr/>
        </p:nvSpPr>
        <p:spPr>
          <a:xfrm>
            <a:off x="9579428" y="6096588"/>
            <a:ext cx="17526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Topic: 10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0400ED5-1B8A-4F59-1AA3-66F87D17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777EB-B7A3-06D4-F02F-766C737DD3F1}"/>
              </a:ext>
            </a:extLst>
          </p:cNvPr>
          <p:cNvSpPr txBox="1"/>
          <p:nvPr/>
        </p:nvSpPr>
        <p:spPr>
          <a:xfrm>
            <a:off x="8773886" y="1556657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0.5% for 30 mins as per state Kayakalp guideline</a:t>
            </a:r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>
            <a:extLst>
              <a:ext uri="{FF2B5EF4-FFF2-40B4-BE49-F238E27FC236}">
                <a16:creationId xmlns:a16="http://schemas.microsoft.com/office/drawing/2014/main" id="{2C06ABA3-46C8-AD3D-4908-8377E6CBEE03}"/>
              </a:ext>
            </a:extLst>
          </p:cNvPr>
          <p:cNvGrpSpPr/>
          <p:nvPr/>
        </p:nvGrpSpPr>
        <p:grpSpPr>
          <a:xfrm>
            <a:off x="0" y="369893"/>
            <a:ext cx="12191996" cy="5769864"/>
            <a:chOff x="0" y="369893"/>
            <a:chExt cx="12191996" cy="5769864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05D5B8B0-C543-5F5A-BBDB-E7552F32B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890"/>
            <a:stretch>
              <a:fillRect/>
            </a:stretch>
          </p:blipFill>
          <p:spPr>
            <a:xfrm>
              <a:off x="0" y="369893"/>
              <a:ext cx="12191996" cy="576986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86EF51C-D564-B9A3-F821-E447450883AC}"/>
                </a:ext>
              </a:extLst>
            </p:cNvPr>
            <p:cNvSpPr txBox="1"/>
            <p:nvPr/>
          </p:nvSpPr>
          <p:spPr>
            <a:xfrm>
              <a:off x="9884225" y="1959431"/>
              <a:ext cx="1959431" cy="64633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36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3.5%</a:t>
              </a:r>
              <a:endParaRPr kumimoji="0" lang="en-IN" sz="3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64B5-46D0-6C05-F2A5-2BC4BA326E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Hypochlorite solution available concentration and dilution</a:t>
            </a:r>
            <a:endParaRPr lang="en-IN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FBE0779-5AD1-1B30-2C97-BD26245313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776" y="1716091"/>
          <a:ext cx="10653708" cy="421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551236">
                  <a:extLst>
                    <a:ext uri="{9D8B030D-6E8A-4147-A177-3AD203B41FA5}">
                      <a16:colId xmlns:a16="http://schemas.microsoft.com/office/drawing/2014/main" val="440213286"/>
                    </a:ext>
                  </a:extLst>
                </a:gridCol>
                <a:gridCol w="3551236">
                  <a:extLst>
                    <a:ext uri="{9D8B030D-6E8A-4147-A177-3AD203B41FA5}">
                      <a16:colId xmlns:a16="http://schemas.microsoft.com/office/drawing/2014/main" val="134545084"/>
                    </a:ext>
                  </a:extLst>
                </a:gridCol>
                <a:gridCol w="3551236">
                  <a:extLst>
                    <a:ext uri="{9D8B030D-6E8A-4147-A177-3AD203B41FA5}">
                      <a16:colId xmlns:a16="http://schemas.microsoft.com/office/drawing/2014/main" val="2128598982"/>
                    </a:ext>
                  </a:extLst>
                </a:gridCol>
              </a:tblGrid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Available concentration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Desired Concentration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Dilution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65554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3.5%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0.5%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6 part of water and 1 part of Hypochlorite solution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566367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3.5%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1%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2.5 part of water and 1 part of Hypochlorite solution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764616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0.5%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9 part of water and 1 part of Hypochlorite solution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459299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1%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4 part of water and 1 part of Hypochlorite solution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42588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Bleaching powder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0.5%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1 litre water 15 gms Bleaching powder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35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 lang="en-US"/>
                        <a:t>Bleaching powder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1 %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en-US"/>
                        <a:t>1 litre water 30 gms Bleaching powder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0884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465A-44C4-F95A-91DD-3D614B7EA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07" y="36420"/>
            <a:ext cx="10872216" cy="555790"/>
          </a:xfrm>
        </p:spPr>
        <p:txBody>
          <a:bodyPr>
            <a:normAutofit/>
          </a:bodyPr>
          <a:lstStyle/>
          <a:p>
            <a:pPr lvl="0"/>
            <a:r>
              <a:rPr lang="en-US"/>
              <a:t>High Level disinfection/ Chemical sterilization</a:t>
            </a:r>
            <a:endParaRPr lang="en-IN"/>
          </a:p>
        </p:txBody>
      </p:sp>
      <p:pic>
        <p:nvPicPr>
          <p:cNvPr id="3" name="Content Placeholder 20">
            <a:extLst>
              <a:ext uri="{FF2B5EF4-FFF2-40B4-BE49-F238E27FC236}">
                <a16:creationId xmlns:a16="http://schemas.microsoft.com/office/drawing/2014/main" id="{DE184291-513D-DAC2-71C5-FE2A6C334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7651" t="17213" r="21996" b="19130"/>
          <a:stretch>
            <a:fillRect/>
          </a:stretch>
        </p:blipFill>
        <p:spPr>
          <a:xfrm>
            <a:off x="5200183" y="3414442"/>
            <a:ext cx="1847846" cy="2923537"/>
          </a:xfrm>
        </p:spPr>
      </p:pic>
      <p:pic>
        <p:nvPicPr>
          <p:cNvPr id="4" name="Picture 2" descr="TNC - #Q_1187 This stands use for A) Allies forceps B) Straight artery's C) Cheatle  forceps D) All of the above | Facebook">
            <a:extLst>
              <a:ext uri="{FF2B5EF4-FFF2-40B4-BE49-F238E27FC236}">
                <a16:creationId xmlns:a16="http://schemas.microsoft.com/office/drawing/2014/main" id="{7C218FD4-36BB-87B2-3E7B-DE217267FC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86744" y="3783631"/>
            <a:ext cx="1847846" cy="246697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6">
            <a:extLst>
              <a:ext uri="{FF2B5EF4-FFF2-40B4-BE49-F238E27FC236}">
                <a16:creationId xmlns:a16="http://schemas.microsoft.com/office/drawing/2014/main" id="{E507A8C5-E9D9-0370-30C9-8391D5796F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107" b="35398"/>
          <a:stretch>
            <a:fillRect/>
          </a:stretch>
        </p:blipFill>
        <p:spPr>
          <a:xfrm>
            <a:off x="10511887" y="4598133"/>
            <a:ext cx="1680118" cy="97016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6" name="Group 36">
            <a:extLst>
              <a:ext uri="{FF2B5EF4-FFF2-40B4-BE49-F238E27FC236}">
                <a16:creationId xmlns:a16="http://schemas.microsoft.com/office/drawing/2014/main" id="{3F7EC23D-A045-FEC1-B704-49D777BA32BA}"/>
              </a:ext>
            </a:extLst>
          </p:cNvPr>
          <p:cNvGrpSpPr/>
          <p:nvPr/>
        </p:nvGrpSpPr>
        <p:grpSpPr>
          <a:xfrm>
            <a:off x="2796015" y="1063081"/>
            <a:ext cx="3509440" cy="2152058"/>
            <a:chOff x="2796015" y="1063081"/>
            <a:chExt cx="3509440" cy="2152058"/>
          </a:xfrm>
        </p:grpSpPr>
        <p:pic>
          <p:nvPicPr>
            <p:cNvPr id="7" name="Picture 4" descr="Infectrol Gluteraldehyde 2.45% W/V ...">
              <a:extLst>
                <a:ext uri="{FF2B5EF4-FFF2-40B4-BE49-F238E27FC236}">
                  <a16:creationId xmlns:a16="http://schemas.microsoft.com/office/drawing/2014/main" id="{B11AAD6E-5FFB-792A-C32B-A9BE59269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796015" y="1063081"/>
              <a:ext cx="2092796" cy="2092796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8" name="Picture 6" descr="Buy Glutihyde Solution 2.45% 5ltr ...">
              <a:extLst>
                <a:ext uri="{FF2B5EF4-FFF2-40B4-BE49-F238E27FC236}">
                  <a16:creationId xmlns:a16="http://schemas.microsoft.com/office/drawing/2014/main" id="{2B3B5083-C7DA-218D-B975-9E493C559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4212659" y="1122343"/>
              <a:ext cx="2092796" cy="2092796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40B9AE9-2BD4-D79D-8F0E-CFC7B30A4C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5455" y="929487"/>
            <a:ext cx="1484263" cy="222639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B34334A1-111D-10B8-21D2-BECA11980CE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934" t="25374" r="41406" b="58116"/>
          <a:stretch>
            <a:fillRect/>
          </a:stretch>
        </p:blipFill>
        <p:spPr>
          <a:xfrm>
            <a:off x="8002545" y="1629204"/>
            <a:ext cx="2407624" cy="113225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4">
            <a:extLst>
              <a:ext uri="{FF2B5EF4-FFF2-40B4-BE49-F238E27FC236}">
                <a16:creationId xmlns:a16="http://schemas.microsoft.com/office/drawing/2014/main" id="{2EEE8A82-91BB-2293-51A0-039A925059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8324" y="1583567"/>
            <a:ext cx="1755538" cy="1170358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12" name="Straight Arrow Connector 22">
            <a:extLst>
              <a:ext uri="{FF2B5EF4-FFF2-40B4-BE49-F238E27FC236}">
                <a16:creationId xmlns:a16="http://schemas.microsoft.com/office/drawing/2014/main" id="{43FC9F25-DD87-2F81-9B72-BFFCD6B291DF}"/>
              </a:ext>
            </a:extLst>
          </p:cNvPr>
          <p:cNvCxnSpPr>
            <a:stCxn id="24" idx="3"/>
          </p:cNvCxnSpPr>
          <p:nvPr/>
        </p:nvCxnSpPr>
        <p:spPr>
          <a:xfrm flipV="1">
            <a:off x="2645743" y="1891308"/>
            <a:ext cx="566343" cy="9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3" name="Straight Arrow Connector 23">
            <a:extLst>
              <a:ext uri="{FF2B5EF4-FFF2-40B4-BE49-F238E27FC236}">
                <a16:creationId xmlns:a16="http://schemas.microsoft.com/office/drawing/2014/main" id="{8A8AA303-7D64-359D-8939-5E0AD86BC07E}"/>
              </a:ext>
            </a:extLst>
          </p:cNvPr>
          <p:cNvCxnSpPr/>
          <p:nvPr/>
        </p:nvCxnSpPr>
        <p:spPr>
          <a:xfrm>
            <a:off x="5917841" y="2222851"/>
            <a:ext cx="566343" cy="0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4" name="Straight Arrow Connector 24">
            <a:extLst>
              <a:ext uri="{FF2B5EF4-FFF2-40B4-BE49-F238E27FC236}">
                <a16:creationId xmlns:a16="http://schemas.microsoft.com/office/drawing/2014/main" id="{C937FE2B-6CF6-7262-8FD7-46CC31CFCDB8}"/>
              </a:ext>
            </a:extLst>
          </p:cNvPr>
          <p:cNvCxnSpPr/>
          <p:nvPr/>
        </p:nvCxnSpPr>
        <p:spPr>
          <a:xfrm>
            <a:off x="7483458" y="2109475"/>
            <a:ext cx="566343" cy="0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5" name="Straight Arrow Connector 26">
            <a:extLst>
              <a:ext uri="{FF2B5EF4-FFF2-40B4-BE49-F238E27FC236}">
                <a16:creationId xmlns:a16="http://schemas.microsoft.com/office/drawing/2014/main" id="{2FB56CE6-3AED-7043-C678-5A40B18747CC}"/>
              </a:ext>
            </a:extLst>
          </p:cNvPr>
          <p:cNvCxnSpPr/>
          <p:nvPr/>
        </p:nvCxnSpPr>
        <p:spPr>
          <a:xfrm flipH="1">
            <a:off x="11225823" y="2968371"/>
            <a:ext cx="27085" cy="1950424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6" name="Straight Arrow Connector 27">
            <a:extLst>
              <a:ext uri="{FF2B5EF4-FFF2-40B4-BE49-F238E27FC236}">
                <a16:creationId xmlns:a16="http://schemas.microsoft.com/office/drawing/2014/main" id="{178BF349-7610-28FB-6F46-D39C01241DB6}"/>
              </a:ext>
            </a:extLst>
          </p:cNvPr>
          <p:cNvCxnSpPr/>
          <p:nvPr/>
        </p:nvCxnSpPr>
        <p:spPr>
          <a:xfrm flipH="1">
            <a:off x="9834600" y="5087346"/>
            <a:ext cx="795144" cy="0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7" name="Straight Arrow Connector 30">
            <a:extLst>
              <a:ext uri="{FF2B5EF4-FFF2-40B4-BE49-F238E27FC236}">
                <a16:creationId xmlns:a16="http://schemas.microsoft.com/office/drawing/2014/main" id="{CE432F8D-C285-F255-78A1-03BF02B9BD1B}"/>
              </a:ext>
            </a:extLst>
          </p:cNvPr>
          <p:cNvCxnSpPr/>
          <p:nvPr/>
        </p:nvCxnSpPr>
        <p:spPr>
          <a:xfrm flipH="1">
            <a:off x="7048030" y="4754523"/>
            <a:ext cx="795144" cy="0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cxnSp>
        <p:nvCxnSpPr>
          <p:cNvPr id="18" name="Straight Arrow Connector 33">
            <a:extLst>
              <a:ext uri="{FF2B5EF4-FFF2-40B4-BE49-F238E27FC236}">
                <a16:creationId xmlns:a16="http://schemas.microsoft.com/office/drawing/2014/main" id="{A779AB2A-DBC4-4875-E511-76370D45FF9C}"/>
              </a:ext>
            </a:extLst>
          </p:cNvPr>
          <p:cNvCxnSpPr/>
          <p:nvPr/>
        </p:nvCxnSpPr>
        <p:spPr>
          <a:xfrm flipH="1">
            <a:off x="4705904" y="5133121"/>
            <a:ext cx="795144" cy="0"/>
          </a:xfrm>
          <a:prstGeom prst="straightConnector1">
            <a:avLst/>
          </a:prstGeom>
          <a:noFill/>
          <a:ln w="19046" cap="flat">
            <a:solidFill>
              <a:srgbClr val="156082"/>
            </a:solidFill>
            <a:prstDash val="solid"/>
            <a:miter/>
            <a:tailEnd type="arrow"/>
          </a:ln>
        </p:spPr>
      </p:cxnSp>
      <p:grpSp>
        <p:nvGrpSpPr>
          <p:cNvPr id="19" name="Group 39">
            <a:extLst>
              <a:ext uri="{FF2B5EF4-FFF2-40B4-BE49-F238E27FC236}">
                <a16:creationId xmlns:a16="http://schemas.microsoft.com/office/drawing/2014/main" id="{88C82179-7614-9157-994B-6B62C3B5ED3C}"/>
              </a:ext>
            </a:extLst>
          </p:cNvPr>
          <p:cNvGrpSpPr/>
          <p:nvPr/>
        </p:nvGrpSpPr>
        <p:grpSpPr>
          <a:xfrm>
            <a:off x="353607" y="4140165"/>
            <a:ext cx="4215174" cy="2092796"/>
            <a:chOff x="353607" y="4140165"/>
            <a:chExt cx="4215174" cy="2092796"/>
          </a:xfrm>
        </p:grpSpPr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789CBFFD-03EE-98AB-54A9-B10B2DA6A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>
            <a:xfrm>
              <a:off x="353607" y="4140165"/>
              <a:ext cx="1933261" cy="1832402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1" name="Picture 32">
              <a:extLst>
                <a:ext uri="{FF2B5EF4-FFF2-40B4-BE49-F238E27FC236}">
                  <a16:creationId xmlns:a16="http://schemas.microsoft.com/office/drawing/2014/main" id="{5490E3BF-E864-DDB4-CF1D-635AC5530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57618" y="4198906"/>
              <a:ext cx="2411163" cy="2034055"/>
            </a:xfrm>
            <a:prstGeom prst="rect">
              <a:avLst/>
            </a:prstGeom>
            <a:noFill/>
            <a:ln cap="flat">
              <a:noFill/>
            </a:ln>
          </p:spPr>
        </p:pic>
        <p:cxnSp>
          <p:nvCxnSpPr>
            <p:cNvPr id="22" name="Straight Arrow Connector 34">
              <a:extLst>
                <a:ext uri="{FF2B5EF4-FFF2-40B4-BE49-F238E27FC236}">
                  <a16:creationId xmlns:a16="http://schemas.microsoft.com/office/drawing/2014/main" id="{23FEFC52-5CC7-4025-FE23-0D9A6A1DC491}"/>
                </a:ext>
              </a:extLst>
            </p:cNvPr>
            <p:cNvCxnSpPr/>
            <p:nvPr/>
          </p:nvCxnSpPr>
          <p:spPr>
            <a:xfrm flipH="1">
              <a:off x="1985537" y="4896630"/>
              <a:ext cx="623127" cy="0"/>
            </a:xfrm>
            <a:prstGeom prst="straightConnector1">
              <a:avLst/>
            </a:prstGeom>
            <a:noFill/>
            <a:ln w="19046" cap="flat">
              <a:solidFill>
                <a:srgbClr val="156082"/>
              </a:solidFill>
              <a:prstDash val="solid"/>
              <a:miter/>
              <a:tailEnd type="arrow"/>
            </a:ln>
          </p:spPr>
        </p:cxnSp>
      </p:grpSp>
      <p:grpSp>
        <p:nvGrpSpPr>
          <p:cNvPr id="23" name="Group 52">
            <a:extLst>
              <a:ext uri="{FF2B5EF4-FFF2-40B4-BE49-F238E27FC236}">
                <a16:creationId xmlns:a16="http://schemas.microsoft.com/office/drawing/2014/main" id="{611655CE-5F8E-F9D9-009F-BFE247CD6471}"/>
              </a:ext>
            </a:extLst>
          </p:cNvPr>
          <p:cNvGrpSpPr/>
          <p:nvPr/>
        </p:nvGrpSpPr>
        <p:grpSpPr>
          <a:xfrm>
            <a:off x="245937" y="814254"/>
            <a:ext cx="2706505" cy="2859017"/>
            <a:chOff x="245937" y="814254"/>
            <a:chExt cx="2706505" cy="2859017"/>
          </a:xfrm>
        </p:grpSpPr>
        <p:pic>
          <p:nvPicPr>
            <p:cNvPr id="24" name="Picture 2" descr="Endoscope Disinfectant Glutihyde: High-Level Glutaraldehyde – rwscience">
              <a:extLst>
                <a:ext uri="{FF2B5EF4-FFF2-40B4-BE49-F238E27FC236}">
                  <a16:creationId xmlns:a16="http://schemas.microsoft.com/office/drawing/2014/main" id="{06273CBB-8191-E256-D59E-DE217742E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1618" y="814254"/>
              <a:ext cx="2154125" cy="2154125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5" name="TextBox 41">
              <a:extLst>
                <a:ext uri="{FF2B5EF4-FFF2-40B4-BE49-F238E27FC236}">
                  <a16:creationId xmlns:a16="http://schemas.microsoft.com/office/drawing/2014/main" id="{F4421873-C8C0-AEA3-1934-0374FCDB3EFE}"/>
                </a:ext>
              </a:extLst>
            </p:cNvPr>
            <p:cNvSpPr txBox="1"/>
            <p:nvPr/>
          </p:nvSpPr>
          <p:spPr>
            <a:xfrm>
              <a:off x="245937" y="2985323"/>
              <a:ext cx="2706505" cy="687948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1. Glutaldehyde minimum 2% is only acceptable Chemical HLD/Sterilization for instruments.</a:t>
              </a:r>
            </a:p>
          </p:txBody>
        </p:sp>
      </p:grpSp>
      <p:sp>
        <p:nvSpPr>
          <p:cNvPr id="26" name="TextBox 43">
            <a:extLst>
              <a:ext uri="{FF2B5EF4-FFF2-40B4-BE49-F238E27FC236}">
                <a16:creationId xmlns:a16="http://schemas.microsoft.com/office/drawing/2014/main" id="{A2884880-4A38-4C34-95CA-A3515B323834}"/>
              </a:ext>
            </a:extLst>
          </p:cNvPr>
          <p:cNvSpPr txBox="1"/>
          <p:nvPr/>
        </p:nvSpPr>
        <p:spPr>
          <a:xfrm>
            <a:off x="3355244" y="3057332"/>
            <a:ext cx="4441368" cy="6879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Add activator in the liquid. ( Package together)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Date of adding of Activator to be mentioned in Bottle and Tray.</a:t>
            </a:r>
          </a:p>
        </p:txBody>
      </p:sp>
      <p:sp>
        <p:nvSpPr>
          <p:cNvPr id="27" name="TextBox 45">
            <a:extLst>
              <a:ext uri="{FF2B5EF4-FFF2-40B4-BE49-F238E27FC236}">
                <a16:creationId xmlns:a16="http://schemas.microsoft.com/office/drawing/2014/main" id="{015D7BAE-5E96-B659-638D-AC084A306EED}"/>
              </a:ext>
            </a:extLst>
          </p:cNvPr>
          <p:cNvSpPr txBox="1"/>
          <p:nvPr/>
        </p:nvSpPr>
        <p:spPr>
          <a:xfrm>
            <a:off x="6877467" y="492697"/>
            <a:ext cx="3771095" cy="109420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3. Once activator is Added 2% Glutaraldehyde can be use upto 14 days, if 2.45% of glutaraldehyde solution mixture can be used upto 28 days. (If Looking opaque or dirty change immediately)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 the leaflet for instruction</a:t>
            </a: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CECEA40A-3532-DEFE-B118-23C347DA4A35}"/>
              </a:ext>
            </a:extLst>
          </p:cNvPr>
          <p:cNvSpPr txBox="1"/>
          <p:nvPr/>
        </p:nvSpPr>
        <p:spPr>
          <a:xfrm>
            <a:off x="7721230" y="2915683"/>
            <a:ext cx="4539255" cy="68794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4. Keep instrument fully immerge in Glutaraldehyde solution 20 mins for HLD and 10 hours for Sterilization. (Count the time from the period of Last added instrument in solution)</a:t>
            </a:r>
          </a:p>
        </p:txBody>
      </p:sp>
      <p:sp>
        <p:nvSpPr>
          <p:cNvPr id="29" name="TextBox 49">
            <a:extLst>
              <a:ext uri="{FF2B5EF4-FFF2-40B4-BE49-F238E27FC236}">
                <a16:creationId xmlns:a16="http://schemas.microsoft.com/office/drawing/2014/main" id="{B451A73C-F694-9C93-74D8-58F66C2A3157}"/>
              </a:ext>
            </a:extLst>
          </p:cNvPr>
          <p:cNvSpPr txBox="1"/>
          <p:nvPr/>
        </p:nvSpPr>
        <p:spPr>
          <a:xfrm>
            <a:off x="5831586" y="6351285"/>
            <a:ext cx="6428908" cy="4848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5. Remove with sterile gloves or Sterile Cheatle forcep. Rinse in sterile water/Normal saline.</a:t>
            </a:r>
          </a:p>
        </p:txBody>
      </p:sp>
      <p:sp>
        <p:nvSpPr>
          <p:cNvPr id="30" name="TextBox 51">
            <a:extLst>
              <a:ext uri="{FF2B5EF4-FFF2-40B4-BE49-F238E27FC236}">
                <a16:creationId xmlns:a16="http://schemas.microsoft.com/office/drawing/2014/main" id="{371C005F-D8ED-2087-1D02-4C74482B25FB}"/>
              </a:ext>
            </a:extLst>
          </p:cNvPr>
          <p:cNvSpPr txBox="1"/>
          <p:nvPr/>
        </p:nvSpPr>
        <p:spPr>
          <a:xfrm>
            <a:off x="198388" y="6013524"/>
            <a:ext cx="5001795" cy="4848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6. Air dry use sterile cloth or store in a container if not used  with in time period again follow HLD/Sterilization.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F590C7-0E37-6C6E-87BF-E36F8C146066}"/>
              </a:ext>
            </a:extLst>
          </p:cNvPr>
          <p:cNvGrpSpPr/>
          <p:nvPr/>
        </p:nvGrpSpPr>
        <p:grpSpPr>
          <a:xfrm>
            <a:off x="1066803" y="320040"/>
            <a:ext cx="10149840" cy="5615943"/>
            <a:chOff x="1066803" y="320040"/>
            <a:chExt cx="10149840" cy="5615943"/>
          </a:xfrm>
        </p:grpSpPr>
        <p:pic>
          <p:nvPicPr>
            <p:cNvPr id="3" name="Picture 8">
              <a:extLst>
                <a:ext uri="{FF2B5EF4-FFF2-40B4-BE49-F238E27FC236}">
                  <a16:creationId xmlns:a16="http://schemas.microsoft.com/office/drawing/2014/main" id="{D40DA019-17E6-9E77-4F86-F1A7E6723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8197"/>
            <a:stretch>
              <a:fillRect/>
            </a:stretch>
          </p:blipFill>
          <p:spPr>
            <a:xfrm>
              <a:off x="1066803" y="320040"/>
              <a:ext cx="10149840" cy="56159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1C47EC8-E09D-F654-0EB5-A3DF855BDBB8}"/>
                </a:ext>
              </a:extLst>
            </p:cNvPr>
            <p:cNvSpPr/>
            <p:nvPr/>
          </p:nvSpPr>
          <p:spPr>
            <a:xfrm>
              <a:off x="8516054" y="5668502"/>
              <a:ext cx="2319969" cy="266428"/>
            </a:xfrm>
            <a:prstGeom prst="rect">
              <a:avLst/>
            </a:prstGeom>
            <a:solidFill>
              <a:srgbClr val="CAEEFB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kumimoji="0" lang="en-IN" sz="162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22.3.7802"/>
  <p:tag name="SLIDO_PRESENTATION_ID" val="cea41368-b299-453a-86ac-367c32b5efe9"/>
  <p:tag name="SLIDO_EVENT_UUID" val="fcad33ae-25be-4cda-ad67-3ccd05ff2cd6"/>
  <p:tag name="SLIDO_EVENT_SECTION_UUID" val="e20e75c6-e565-4309-bef2-b02a4dc93b90"/>
</p:tagLst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Jhpiego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8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684FDF-ECB5-4D95-AD9B-F7E3763E2B16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2370</TotalTime>
  <Words>23516</Words>
  <Application>Microsoft Office PowerPoint</Application>
  <PresentationFormat>Widescreen</PresentationFormat>
  <Paragraphs>4491</Paragraphs>
  <Slides>380</Slides>
  <Notes>89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380</vt:i4>
      </vt:variant>
    </vt:vector>
  </HeadingPairs>
  <TitlesOfParts>
    <vt:vector size="390" baseType="lpstr">
      <vt:lpstr>Office 2013 - 2022 Theme</vt:lpstr>
      <vt:lpstr>Office Theme</vt:lpstr>
      <vt:lpstr>1_Office Theme</vt:lpstr>
      <vt:lpstr>2_Office Theme</vt:lpstr>
      <vt:lpstr>3_Office Theme</vt:lpstr>
      <vt:lpstr>Jhpiego Theme</vt:lpstr>
      <vt:lpstr>Organic</vt:lpstr>
      <vt:lpstr>5_Office Theme</vt:lpstr>
      <vt:lpstr>6_Office Theme</vt:lpstr>
      <vt:lpstr>7_Office Theme</vt:lpstr>
      <vt:lpstr>DAY : 1 </vt:lpstr>
      <vt:lpstr>Maternal Health</vt:lpstr>
      <vt:lpstr>PowerPoint Presentation</vt:lpstr>
      <vt:lpstr>Importance of diagnosing hypertensive disorders of pregnancy</vt:lpstr>
      <vt:lpstr>Effects of high BP on mother  and child during pregnancy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Iron deficiency Anemia in Pregnancy </vt:lpstr>
      <vt:lpstr> What is Anaemia ?</vt:lpstr>
      <vt:lpstr>Grades of anaemia in pregnancy </vt:lpstr>
      <vt:lpstr>PowerPoint Presentation</vt:lpstr>
      <vt:lpstr>Symptoms of Severe Anaemia</vt:lpstr>
      <vt:lpstr>Signs of severe Anaemia</vt:lpstr>
      <vt:lpstr>Diagnostic equipment for Anemia</vt:lpstr>
      <vt:lpstr>Methods of diagnosis</vt:lpstr>
      <vt:lpstr>What is FCM </vt:lpstr>
      <vt:lpstr>Indications for FCM </vt:lpstr>
      <vt:lpstr>Contraindications for FCM </vt:lpstr>
      <vt:lpstr>Comparison between Iron Sucrose and FCM …1</vt:lpstr>
      <vt:lpstr>Comparison between Iron Sucrose and FCM …2</vt:lpstr>
      <vt:lpstr>Dose Calculation of FCM </vt:lpstr>
      <vt:lpstr>Administration of FCM </vt:lpstr>
      <vt:lpstr>Precautions for FCM administration </vt:lpstr>
      <vt:lpstr>Management of adverse events following FCM administration</vt:lpstr>
      <vt:lpstr>FOLLOW UP ACTIONS AFTER ADMINISTRATION</vt:lpstr>
      <vt:lpstr>PowerPoint Presentation</vt:lpstr>
      <vt:lpstr>PowerPoint Presentation</vt:lpstr>
      <vt:lpstr>PowerPoint Presentation</vt:lpstr>
      <vt:lpstr>    Effects of GDM on Pregnant Woman and Newborn</vt:lpstr>
      <vt:lpstr>PowerPoint Presentation</vt:lpstr>
      <vt:lpstr>Consideration for GDM Screening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Medical Nutrition Therapy</vt:lpstr>
      <vt:lpstr>Management of GDM – Physical Exercise (contd.)</vt:lpstr>
      <vt:lpstr>PowerPoint Presentation</vt:lpstr>
      <vt:lpstr>PowerPoint Presentation</vt:lpstr>
      <vt:lpstr>Hypothyroidism and its significance during pregnancy</vt:lpstr>
      <vt:lpstr>Diagnostic equipment for Hypothyroidism</vt:lpstr>
      <vt:lpstr>Adverse effects of untreated hypothyroidism in mother and fetus/newborn</vt:lpstr>
      <vt:lpstr>Magnitude of the problem and target population</vt:lpstr>
      <vt:lpstr>PowerPoint Presentation</vt:lpstr>
      <vt:lpstr>Diagnostic criteria in pregnancy</vt:lpstr>
      <vt:lpstr>PowerPoint Presentation</vt:lpstr>
      <vt:lpstr>PowerPoint Presentation</vt:lpstr>
      <vt:lpstr>PowerPoint Presentation</vt:lpstr>
      <vt:lpstr>Effect of SCD  on Mother and Baby</vt:lpstr>
      <vt:lpstr>High Performance Liquid Chromatography</vt:lpstr>
      <vt:lpstr>PowerPoint Presentation</vt:lpstr>
      <vt:lpstr>Prevention and Management of SCD</vt:lpstr>
      <vt:lpstr>Assessment prior to conception/First visit post conception:</vt:lpstr>
      <vt:lpstr>Management of Sickle cell disease during Antenatal period</vt:lpstr>
      <vt:lpstr>Medications and Monitoring</vt:lpstr>
      <vt:lpstr>Management of Sickle cell disease during Antenatal period</vt:lpstr>
      <vt:lpstr>Management of Sickle cell disease during Antenatal period</vt:lpstr>
      <vt:lpstr>Diagnostic Test of Sickle Cell</vt:lpstr>
      <vt:lpstr>Modalities of screening, treatment and management</vt:lpstr>
      <vt:lpstr>Modalities of screening, treatment and management</vt:lpstr>
      <vt:lpstr>Modalities of screening, treatment and management</vt:lpstr>
      <vt:lpstr>Management of Sickle cell disease in 2nd &amp; 3rd trimester </vt:lpstr>
      <vt:lpstr>PowerPoint Presentation</vt:lpstr>
      <vt:lpstr>Acute Pain Crisis Management</vt:lpstr>
      <vt:lpstr>Mode and timing of delivery</vt:lpstr>
      <vt:lpstr>Roles &amp; Responsibilities of MO/OG</vt:lpstr>
      <vt:lpstr>PowerPoint Presentation</vt:lpstr>
      <vt:lpstr>Preterm birth - A leading cause of neonatal deaths in India</vt:lpstr>
      <vt:lpstr>PowerPoint Presentation</vt:lpstr>
      <vt:lpstr>Recognizing true labor </vt:lpstr>
      <vt:lpstr>Interventions done in mother to prevent neonatal complications:</vt:lpstr>
      <vt:lpstr>Antenatal corticosteroids</vt:lpstr>
      <vt:lpstr>When to give and when not to give ANCS</vt:lpstr>
      <vt:lpstr>PowerPoint Presentation</vt:lpstr>
      <vt:lpstr>Post partum Hemorrhage</vt:lpstr>
      <vt:lpstr>Identification of PPH</vt:lpstr>
      <vt:lpstr>PowerPoint Presentation</vt:lpstr>
      <vt:lpstr>PowerPoint Presentation</vt:lpstr>
      <vt:lpstr>PowerPoint Presentation</vt:lpstr>
      <vt:lpstr>PowerPoint Presentation</vt:lpstr>
      <vt:lpstr>Classification of hypovolemic shock</vt:lpstr>
      <vt:lpstr> Assessment of Blood Loss </vt:lpstr>
      <vt:lpstr>PowerPoint Presentation</vt:lpstr>
      <vt:lpstr>PowerPoint Presentation</vt:lpstr>
      <vt:lpstr>PowerPoint Presentation</vt:lpstr>
      <vt:lpstr>Cause Specific Management: Atonic PPH</vt:lpstr>
      <vt:lpstr>PowerPoint Presentation</vt:lpstr>
      <vt:lpstr>Bimanual Uterine Compression</vt:lpstr>
      <vt:lpstr>Compression of Abdominal Aorta</vt:lpstr>
      <vt:lpstr>Condom Tamponade</vt:lpstr>
      <vt:lpstr>PowerPoint Presentation</vt:lpstr>
      <vt:lpstr>Cause Specific Management: Tears or Trauma</vt:lpstr>
      <vt:lpstr>Key Messages</vt:lpstr>
      <vt:lpstr>PowerPoint Presentation</vt:lpstr>
      <vt:lpstr>PARTOGRAPH – CASE STUDY 1</vt:lpstr>
      <vt:lpstr>PowerPoint Presentation</vt:lpstr>
      <vt:lpstr>PARTOGRAPH – CASE STUDY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Clinical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Importance of Care for Newborn at Birth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of Baby (Delivery Case-sheet)</vt:lpstr>
      <vt:lpstr>PowerPoint Presentation</vt:lpstr>
      <vt:lpstr>PowerPoint Presentation</vt:lpstr>
      <vt:lpstr>PowerPoint Presentation</vt:lpstr>
      <vt:lpstr>RoP IEC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Home Message</vt:lpstr>
      <vt:lpstr>Thermal Control (KMC)</vt:lpstr>
      <vt:lpstr>PowerPoint Presentation</vt:lpstr>
      <vt:lpstr>PowerPoint Presentation</vt:lpstr>
      <vt:lpstr>ASSESSMENT OF TEMPERATURE BY TOUCH</vt:lpstr>
      <vt:lpstr>PowerPoint Presentation</vt:lpstr>
      <vt:lpstr>PowerPoint Presentation</vt:lpstr>
      <vt:lpstr>PowerPoint Presentation</vt:lpstr>
      <vt:lpstr>Wrapping and covering a baby</vt:lpstr>
      <vt:lpstr>PowerPoint Presentation</vt:lpstr>
      <vt:lpstr>PowerPoint Presentation</vt:lpstr>
      <vt:lpstr>PowerPoint Presentation</vt:lpstr>
      <vt:lpstr>Kangaroo positioning</vt:lpstr>
      <vt:lpstr>PowerPoint Presentation</vt:lpstr>
      <vt:lpstr>Monitoring </vt:lpstr>
      <vt:lpstr> Duration of KMC </vt:lpstr>
      <vt:lpstr>PowerPoint Presentation</vt:lpstr>
      <vt:lpstr>PowerPoint Presentation</vt:lpstr>
      <vt:lpstr>PowerPoint Presentation</vt:lpstr>
      <vt:lpstr>PowerPoint Presentation</vt:lpstr>
      <vt:lpstr>Breast Anatomy - Structure</vt:lpstr>
      <vt:lpstr>Oxytocin Reflex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Stabilize prior to transport</vt:lpstr>
      <vt:lpstr>Communication</vt:lpstr>
      <vt:lpstr>TemperatureMaintenance as per warm chain</vt:lpstr>
      <vt:lpstr>PowerPoint Presentation</vt:lpstr>
      <vt:lpstr>PowerPoint Presentation</vt:lpstr>
      <vt:lpstr>Prevention &amp; Management of Hypoxia</vt:lpstr>
      <vt:lpstr>Danger signs of newborn</vt:lpstr>
      <vt:lpstr>PowerPoint Presentation</vt:lpstr>
      <vt:lpstr>Childhood Pneumonia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Childhood Diarrhoea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Dose of ORS in 4 hours</vt:lpstr>
      <vt:lpstr>PowerPoint Presentation</vt:lpstr>
      <vt:lpstr>When to send child home &amp; Advice</vt:lpstr>
      <vt:lpstr>PowerPoint Presentation</vt:lpstr>
      <vt:lpstr>An Over View Immunization Programme  </vt:lpstr>
      <vt:lpstr>Introduction</vt:lpstr>
      <vt:lpstr>India’s Universal Immunization Programme (UIP)</vt:lpstr>
      <vt:lpstr>Roadmap of Introduction &amp; Expansion of New Vaccines</vt:lpstr>
      <vt:lpstr>Universal Immunization Programme (Scope and Scale in Odisha)</vt:lpstr>
      <vt:lpstr>Aim and objectives of UIP </vt:lpstr>
      <vt:lpstr>Full Immunization trend ( NFHS)</vt:lpstr>
      <vt:lpstr>Concept of Full Immunization Coverage (FIC) Plus</vt:lpstr>
      <vt:lpstr>Immunization programme Component </vt:lpstr>
      <vt:lpstr>VPDs </vt:lpstr>
      <vt:lpstr>PowerPoint Presentation</vt:lpstr>
      <vt:lpstr>Sequence , Site and Route of Vaccination at birth</vt:lpstr>
      <vt:lpstr>Sequence , Site and Route of Vaccination at 6th  Week</vt:lpstr>
      <vt:lpstr>Sequence , Site and Route of Vaccination at 10th  Week</vt:lpstr>
      <vt:lpstr>Sequence , Site and Route of Vaccination at 14th  Week</vt:lpstr>
      <vt:lpstr>Sequence , Site and Route of Vaccination at 9-11th month</vt:lpstr>
      <vt:lpstr>Sequence , Site and Route of Vaccination at 16-23 months</vt:lpstr>
      <vt:lpstr>PowerPoint Presentation</vt:lpstr>
      <vt:lpstr>Syringe and needle position for Vaccination </vt:lpstr>
      <vt:lpstr>PowerPoint Presentation</vt:lpstr>
      <vt:lpstr>Sensitivity of Vaccine to heat, light and freezing  </vt:lpstr>
      <vt:lpstr>PowerPoint Presentation</vt:lpstr>
      <vt:lpstr>PowerPoint Presentation</vt:lpstr>
      <vt:lpstr>Conditioning of Ice Packs</vt:lpstr>
      <vt:lpstr>Vaccine Arrangement at RI session sites </vt:lpstr>
      <vt:lpstr>Adverse event following immunization (AEFI)</vt:lpstr>
      <vt:lpstr>WHO cause specific definition of AEFIs</vt:lpstr>
      <vt:lpstr>Recognition of Anaphylaxis</vt:lpstr>
      <vt:lpstr>Steps for Initial Management of AEFI</vt:lpstr>
      <vt:lpstr>Managing AEFI </vt:lpstr>
      <vt:lpstr>Contents of the Anaphylaxis Kit </vt:lpstr>
      <vt:lpstr>Dose of Adrenaline </vt:lpstr>
      <vt:lpstr>Difference between AEFI Kit and Anaphylaxis kit </vt:lpstr>
      <vt:lpstr> Reporting of AEFIs  </vt:lpstr>
      <vt:lpstr> Immunization Wastes Segregation </vt:lpstr>
      <vt:lpstr>Monitoring and Supervision of RI Programme </vt:lpstr>
      <vt:lpstr>Reporting and recording of RI Programme </vt:lpstr>
      <vt:lpstr>DAY 2 Programs</vt:lpstr>
      <vt:lpstr>PowerPoint Presentation</vt:lpstr>
      <vt:lpstr>PowerPoint Presentation</vt:lpstr>
      <vt:lpstr>PowerPoint Presentation</vt:lpstr>
      <vt:lpstr>Requirements at VHSND/ UHSND site</vt:lpstr>
      <vt:lpstr>PowerPoint Presentation</vt:lpstr>
      <vt:lpstr>MCP card</vt:lpstr>
      <vt:lpstr>“Guidance Note on Optimizing Post-Natal Care”</vt:lpstr>
      <vt:lpstr>Framework to identify the high-risk post-natal mother</vt:lpstr>
      <vt:lpstr>PowerPoint Presentation</vt:lpstr>
      <vt:lpstr>Reporting, Monitoring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HRP condition in MCP card</vt:lpstr>
      <vt:lpstr>PowerPoint Presentation</vt:lpstr>
      <vt:lpstr>HRP Condition to be evaluate in 1st visit</vt:lpstr>
      <vt:lpstr>HRP Condition to be evaluate in every visit/Subsequent visit</vt:lpstr>
      <vt:lpstr>PowerPoint Presentation</vt:lpstr>
      <vt:lpstr>PowerPoint Presentation</vt:lpstr>
      <vt:lpstr>The expert committee unanimously recommended the following investigation for all ANC cases at the facility level:</vt:lpstr>
      <vt:lpstr>Following investigations are recommended for every delivery cases at the time of admission for delivery at facility:</vt:lpstr>
      <vt:lpstr>Follow up Tracking for HRP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BPCR – Complication Readiness</vt:lpstr>
      <vt:lpstr>PMSMA &amp; EPMSMA</vt:lpstr>
      <vt:lpstr>Pradhan Mantri Surakshit Matritva Abhiyan (PMSMA)/Extended PMSMA</vt:lpstr>
      <vt:lpstr>PowerPoint Presentation</vt:lpstr>
      <vt:lpstr>Features</vt:lpstr>
      <vt:lpstr>Financial Support</vt:lpstr>
      <vt:lpstr>Non-Negotiable Component</vt:lpstr>
      <vt:lpstr>Flow of Beneficiary</vt:lpstr>
      <vt:lpstr>Roles and responsibility of Health care providers</vt:lpstr>
      <vt:lpstr>List of PMSMA HRP Condition (25)</vt:lpstr>
      <vt:lpstr>Integration of MCP card and PMSMA HRP condition</vt:lpstr>
      <vt:lpstr>Integration of MCP card and PMSMA HRP condition</vt:lpstr>
      <vt:lpstr>AMLAN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Modalities for Oral IFA consumptions for all age groups</vt:lpstr>
      <vt:lpstr>PowerPoint Presentation</vt:lpstr>
      <vt:lpstr>PowerPoint Presentation</vt:lpstr>
      <vt:lpstr>PowerPoint Presentation</vt:lpstr>
      <vt:lpstr>PowerPoint Presentation</vt:lpstr>
      <vt:lpstr>Way Forward</vt:lpstr>
      <vt:lpstr> Home Based Newborn &amp; Young Child Care</vt:lpstr>
      <vt:lpstr>HBNC</vt:lpstr>
      <vt:lpstr>HBYC</vt:lpstr>
      <vt:lpstr>Skill Needed for HBNC</vt:lpstr>
      <vt:lpstr>Skill Needed for HBYC</vt:lpstr>
      <vt:lpstr>Recording</vt:lpstr>
      <vt:lpstr>SUPPLY CHAIN MANGEMENT</vt:lpstr>
      <vt:lpstr>FLOW OF INDENT</vt:lpstr>
      <vt:lpstr>ISSUE OF DRUGS</vt:lpstr>
      <vt:lpstr>INVENTORY MANAGEMENT</vt:lpstr>
      <vt:lpstr>INVENTORY MANAGEMENT</vt:lpstr>
      <vt:lpstr>BASIC PRINCIPLE </vt:lpstr>
      <vt:lpstr>Monthly Indent Calendar</vt:lpstr>
      <vt:lpstr>INVENTORY MANAGEMENT</vt:lpstr>
      <vt:lpstr>INVENTORY MANAGEMENT</vt:lpstr>
      <vt:lpstr>MONTHLY AVERAGE CONSUMPTION Ex- Tab. Pantoprazole 40 mg</vt:lpstr>
      <vt:lpstr>PowerPoint Presentation</vt:lpstr>
      <vt:lpstr>FORECASTING</vt:lpstr>
      <vt:lpstr>FORECASTING</vt:lpstr>
      <vt:lpstr>FORECASTING</vt:lpstr>
      <vt:lpstr>SMART MOVES</vt:lpstr>
      <vt:lpstr>Block Drug &amp; Therapeutics Committee (BDTC)</vt:lpstr>
      <vt:lpstr>ANNUAL PROCUREMENT PLAN</vt:lpstr>
      <vt:lpstr>STEPS INVOLVED IN PREPARATION OF AAP</vt:lpstr>
      <vt:lpstr>PowerPoint Presentation</vt:lpstr>
      <vt:lpstr>How to Rationalise Indents</vt:lpstr>
      <vt:lpstr>Role &amp; Responsibilities of  MO I/C</vt:lpstr>
      <vt:lpstr>Role &amp; Responsibilities of  Pharmacy Officer</vt:lpstr>
      <vt:lpstr> Instrument Processing </vt:lpstr>
      <vt:lpstr>PowerPoint Presentation</vt:lpstr>
      <vt:lpstr>PowerPoint Presentation</vt:lpstr>
      <vt:lpstr>Hypochlorite solution available concentration and dilution</vt:lpstr>
      <vt:lpstr>High Level disinfection/ Chemical sterilization</vt:lpstr>
      <vt:lpstr>PowerPoint Presentation</vt:lpstr>
      <vt:lpstr>PowerPoint Presentation</vt:lpstr>
      <vt:lpstr>Test Details As per Notification</vt:lpstr>
      <vt:lpstr>List of tests as per Type facility including</vt:lpstr>
      <vt:lpstr>List of tests as per Type facility including</vt:lpstr>
      <vt:lpstr>List of tests as per Type facility including</vt:lpstr>
      <vt:lpstr>List of tests as per Type facility including</vt:lpstr>
      <vt:lpstr>PowerPoint Presentation</vt:lpstr>
      <vt:lpstr>PowerPoint Presentation</vt:lpstr>
      <vt:lpstr>PowerPoint Presentation</vt:lpstr>
      <vt:lpstr>PowerPoint Presentation</vt:lpstr>
      <vt:lpstr>MDR Process</vt:lpstr>
      <vt:lpstr>CDR Process</vt:lpstr>
      <vt:lpstr>PowerPoint Presentation</vt:lpstr>
      <vt:lpstr>PowerPoint Presentation</vt:lpstr>
      <vt:lpstr>PowerPoint Presentation</vt:lpstr>
      <vt:lpstr>Dummy Data for group work </vt:lpstr>
      <vt:lpstr>Answer key </vt:lpstr>
      <vt:lpstr>Reporting &amp;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</dc:title>
  <dc:creator>Nilophor; Rudra Das</dc:creator>
  <cp:lastModifiedBy>sibasish swain</cp:lastModifiedBy>
  <cp:revision>77</cp:revision>
  <cp:lastPrinted>2026-06-06T05:30:39Z</cp:lastPrinted>
  <dcterms:created xsi:type="dcterms:W3CDTF">2026-06-03T10:15:04Z</dcterms:created>
  <dcterms:modified xsi:type="dcterms:W3CDTF">2026-08-22T11:46:46Z</dcterms:modified>
</cp:coreProperties>
</file>