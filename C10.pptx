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C10: Instrument Processing</a:t>
            </a:r>
          </a:p>
          <a:p>
            <a:r>
              <a:t>Module: Day 2 – Programs &amp; Systems</a:t>
            </a:r>
          </a:p>
          <a:p/>
          <a:p>
            <a:r>
              <a:t>Key content covered in source deck:</a:t>
            </a:r>
          </a:p>
          <a:p>
            <a:r>
              <a:t>- Instrument Processing</a:t>
            </a:r>
          </a:p>
          <a:p>
            <a:r>
              <a:t>- Topic: 10</a:t>
            </a:r>
          </a:p>
          <a:p>
            <a:r>
              <a:t>- 0.5% for 30 mins as per state Kayakalp guideline</a:t>
            </a:r>
          </a:p>
          <a:p>
            <a:r>
              <a:t>- Hypochlorite solution available concentration and dilution</a:t>
            </a:r>
          </a:p>
          <a:p>
            <a:r>
              <a:t>- High Level disinfection/ Chemical sterilization</a:t>
            </a:r>
          </a:p>
          <a:p>
            <a:r>
              <a:t>- 2. Add activator in the liquid. ( Package together)</a:t>
            </a:r>
          </a:p>
          <a:p>
            <a:r>
              <a:t>- Date of adding of Activator to be mentioned in Bottle and Tray.</a:t>
            </a:r>
          </a:p>
          <a:p>
            <a:r>
              <a:t>- 3. Once activator is Added 2% Glutaraldehyde can be use upto 14 days, if 2.45% of glutaraldehyde solution mixture can be used upto 28 days. (If Looking opaque or dirty change immediately)</a:t>
            </a:r>
          </a:p>
          <a:p>
            <a:r>
              <a:t>- Read the leaflet for instruction</a:t>
            </a:r>
          </a:p>
          <a:p>
            <a:r>
              <a:t>- 4. Keep instrument fully immerge in Glutaraldehyde solution 20 mins for HLD and 10 hours for Sterilization. (Count the time from the period of Last added instrument in solution)</a:t>
            </a:r>
          </a:p>
          <a:p>
            <a:r>
              <a:t>- 5. Remove with sterile gloves or Sterile Cheatle forcep. Rinse in sterile water/Normal saline.</a:t>
            </a:r>
          </a:p>
          <a:p>
            <a:r>
              <a:t>- 6. Air dry use sterile cloth or store in a container if not used  with in time period again follow HLD/Sterilization.</a:t>
            </a:r>
          </a:p>
          <a:p/>
          <a:p>
            <a:r>
              <a:t>Facilitator reminder: cross-check this section against the training checklist (module_C / grp_C10)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10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2 – PROGRAMS &amp;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C10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Instrument 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