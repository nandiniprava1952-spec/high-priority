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A10: Additional Topic (content to be shared)</a:t>
            </a:r>
          </a:p>
          <a:p>
            <a:r>
              <a:t>Module: Day 1 – Maternal Health</a:t>
            </a:r>
          </a:p>
          <a:p/>
          <a:p>
            <a:r>
              <a:t>Key content covered in source deck:</a:t>
            </a:r>
          </a:p>
          <a:p>
            <a:r>
              <a:t>- Topic 10</a:t>
            </a:r>
          </a:p>
          <a:p>
            <a:r>
              <a:t>- Will be shared</a:t>
            </a:r>
          </a:p>
          <a:p/>
          <a:p>
            <a:r>
              <a:t>Facilitator reminder: cross-check this section against the training checklist (module_A / grp_A10)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MATERNAL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A10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Additional Topic (content to be shared)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