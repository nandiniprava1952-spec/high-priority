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2147470708" r:id="rId134"/>
    <p:sldId id="2147470710" r:id="rId135"/>
    <p:sldId id="2147470711" r:id="rId136"/>
    <p:sldId id="2147470712" r:id="rId137"/>
    <p:sldId id="2147470728" r:id="rId138"/>
    <p:sldId id="2147470739" r:id="rId139"/>
    <p:sldId id="2147470741" r:id="rId140"/>
    <p:sldId id="2147470740" r:id="rId141"/>
    <p:sldId id="2147470839" r:id="rId142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34" Type="http://schemas.openxmlformats.org/officeDocument/2006/relationships/slide" Target="slides/slide124.xml"/><Relationship Id="rId135" Type="http://schemas.openxmlformats.org/officeDocument/2006/relationships/slide" Target="slides/slide125.xml"/><Relationship Id="rId136" Type="http://schemas.openxmlformats.org/officeDocument/2006/relationships/slide" Target="slides/slide126.xml"/><Relationship Id="rId137" Type="http://schemas.openxmlformats.org/officeDocument/2006/relationships/slide" Target="slides/slide127.xml"/><Relationship Id="rId138" Type="http://schemas.openxmlformats.org/officeDocument/2006/relationships/slide" Target="slides/slide128.xml"/><Relationship Id="rId139" Type="http://schemas.openxmlformats.org/officeDocument/2006/relationships/slide" Target="slides/slide129.xml"/><Relationship Id="rId140" Type="http://schemas.openxmlformats.org/officeDocument/2006/relationships/slide" Target="slides/slide130.xml"/><Relationship Id="rId141" Type="http://schemas.openxmlformats.org/officeDocument/2006/relationships/slide" Target="slides/slide131.xml"/><Relationship Id="rId142" Type="http://schemas.openxmlformats.org/officeDocument/2006/relationships/slide" Target="slides/slide132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6.png"/></Relationships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8A41EF4-8B48-FD05-19E8-F05501775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501" y="728834"/>
            <a:ext cx="9182271" cy="6129166"/>
          </a:xfrm>
          <a:prstGeom prst="rect">
            <a:avLst/>
          </a:prstGeom>
          <a:noFill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6EAA5B-BB79-66E1-3944-5CB43DE37546}"/>
              </a:ext>
            </a:extLst>
          </p:cNvPr>
          <p:cNvSpPr txBox="1"/>
          <p:nvPr/>
        </p:nvSpPr>
        <p:spPr>
          <a:xfrm>
            <a:off x="7679872" y="5453027"/>
            <a:ext cx="4381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Topic 10</a:t>
            </a:r>
          </a:p>
        </p:txBody>
      </p:sp>
    </p:spTree>
    <p:extLst>
      <p:ext uri="{BB962C8B-B14F-4D97-AF65-F5344CB8AC3E}">
        <p14:creationId xmlns:p14="http://schemas.microsoft.com/office/powerpoint/2010/main" val="415701626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F6290D-77D7-535E-C009-ED6EA48CD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14" y="0"/>
            <a:ext cx="114417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97474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27C1D0-38E8-3308-5436-03FD7A8AC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848" y="0"/>
            <a:ext cx="102803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16041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F48416-1F1B-729E-BEEE-64662891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4668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7DD75-C198-BB47-D5D7-18C89C0E2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38557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BA2BC5-55F0-B311-74D3-B0666DABD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73198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B87CDF-5CA5-ECC0-1BDA-D3A7C71DC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5769429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DA1E27-C99A-D533-CDAC-69344EF5D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504" y="0"/>
            <a:ext cx="59266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13982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B40B22-E7AA-A6F0-397B-239F8AB3D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124" y="0"/>
            <a:ext cx="6484876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46D8BC-0923-5686-7EBE-8A7E7D93D190}"/>
              </a:ext>
            </a:extLst>
          </p:cNvPr>
          <p:cNvSpPr txBox="1"/>
          <p:nvPr/>
        </p:nvSpPr>
        <p:spPr>
          <a:xfrm>
            <a:off x="7402286" y="1763486"/>
            <a:ext cx="4416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Will be shared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30258380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443FA5-2CE4-6261-6F47-66B0A5BCF2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094546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