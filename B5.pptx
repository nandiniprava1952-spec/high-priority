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B5: Sick Newborn Stabilization &amp; Referral</a:t>
            </a:r>
          </a:p>
          <a:p>
            <a:r>
              <a:t>Module: Day 1 – Newborn &amp; Child Health</a:t>
            </a:r>
          </a:p>
          <a:p/>
          <a:p>
            <a:r>
              <a:t>Key content covered in source deck:</a:t>
            </a:r>
          </a:p>
          <a:p>
            <a:r>
              <a:t>- Topic: 5</a:t>
            </a:r>
          </a:p>
          <a:p>
            <a:r>
              <a:t>- Stabilize prior to transport</a:t>
            </a:r>
          </a:p>
          <a:p>
            <a:r>
              <a:t>- Communication</a:t>
            </a:r>
          </a:p>
          <a:p>
            <a:r>
              <a:t>- TemperatureMaintenance as per warm chain</a:t>
            </a:r>
          </a:p>
          <a:p>
            <a:r>
              <a:t>- Prevention &amp; Management of Hypoxia</a:t>
            </a:r>
          </a:p>
          <a:p>
            <a:r>
              <a:t>- Danger signs of newborn</a:t>
            </a:r>
          </a:p>
          <a:p/>
          <a:p>
            <a:r>
              <a:t>Facilitator reminder: cross-check this section against the training checklist (module_B / grp_B5)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5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NEWBORN &amp; CHILD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B5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Sick Newborn Stabilization &amp; Referral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