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diagrams/colors10.xml" ContentType="application/vnd.openxmlformats-officedocument.drawingml.diagramColors+xml"/>
  <Override PartName="/ppt/diagrams/colors11.xml" ContentType="application/vnd.openxmlformats-officedocument.drawingml.diagramColors+xml"/>
  <Override PartName="/ppt/diagrams/colors9.xml" ContentType="application/vnd.openxmlformats-officedocument.drawingml.diagramColors+xml"/>
  <Override PartName="/ppt/diagrams/data10.xml" ContentType="application/vnd.openxmlformats-officedocument.drawingml.diagramData+xml"/>
  <Override PartName="/ppt/diagrams/data11.xml" ContentType="application/vnd.openxmlformats-officedocument.drawingml.diagramData+xml"/>
  <Override PartName="/ppt/diagrams/data9.xml" ContentType="application/vnd.openxmlformats-officedocument.drawingml.diagramData+xml"/>
  <Override PartName="/ppt/diagrams/drawing10.xml" ContentType="application/vnd.ms-office.drawingml.diagramDrawing+xml"/>
  <Override PartName="/ppt/diagrams/drawing11.xml" ContentType="application/vnd.ms-office.drawingml.diagramDrawing+xml"/>
  <Override PartName="/ppt/diagrams/drawing9.xml" ContentType="application/vnd.ms-office.drawingml.diagramDrawing+xml"/>
  <Override PartName="/ppt/diagrams/layout10.xml" ContentType="application/vnd.openxmlformats-officedocument.drawingml.diagramLayout+xml"/>
  <Override PartName="/ppt/diagrams/layout11.xml" ContentType="application/vnd.openxmlformats-officedocument.drawingml.diagramLayout+xml"/>
  <Override PartName="/ppt/diagrams/layout9.xml" ContentType="application/vnd.openxmlformats-officedocument.drawingml.diagramLayout+xml"/>
  <Override PartName="/ppt/diagrams/quickStyle10.xml" ContentType="application/vnd.openxmlformats-officedocument.drawingml.diagramStyle+xml"/>
  <Override PartName="/ppt/diagrams/quickStyle11.xml" ContentType="application/vnd.openxmlformats-officedocument.drawingml.diagramStyle+xml"/>
  <Override PartName="/ppt/diagrams/quickStyle9.xml" ContentType="application/vnd.openxmlformats-officedocument.drawingml.diagram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  <p:sldMasterId id="2147483717" r:id="rId2"/>
    <p:sldMasterId id="2147483729" r:id="rId3"/>
    <p:sldMasterId id="2147483745" r:id="rId4"/>
    <p:sldMasterId id="2147483748" r:id="rId5"/>
    <p:sldMasterId id="2147483766" r:id="rId6"/>
    <p:sldMasterId id="2147483790" r:id="rId7"/>
    <p:sldMasterId id="2147483808" r:id="rId8"/>
    <p:sldMasterId id="2147483821" r:id="rId9"/>
    <p:sldMasterId id="2147483833" r:id="rId10"/>
  </p:sldMasterIdLst>
  <p:notesMasterIdLst>
    <p:notesMasterId r:id="rId391"/>
  </p:notesMasterIdLst>
  <p:handoutMasterIdLst>
    <p:handoutMasterId r:id="rId392"/>
  </p:handoutMasterIdLst>
  <p:sldIdLst>
    <p:sldId id="2147470836" r:id="rId203"/>
    <p:sldId id="524" r:id="rId204"/>
    <p:sldId id="582" r:id="rId205"/>
    <p:sldId id="384" r:id="rId206"/>
    <p:sldId id="2147470838" r:id="rId207"/>
    <p:sldId id="3381" r:id="rId208"/>
    <p:sldId id="584" r:id="rId209"/>
    <p:sldId id="580" r:id="rId210"/>
  </p:sldIdLst>
  <p:sldSz cx="12192000" cy="6858000"/>
  <p:notesSz cx="7104063" cy="10234613"/>
  <p:custDataLst>
    <p:tags r:id="rId39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7807B35-6682-E863-7CDC-BAFFABE6384C}" name="Dande Venkata Sireesha" initials="DS" userId="S::dsireesha@jhpiego.org::38427968-4704-4b19-87c8-b85b3f92401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CC"/>
    <a:srgbClr val="EA2E52"/>
    <a:srgbClr val="EC848E"/>
    <a:srgbClr val="F3F3F3"/>
    <a:srgbClr val="EA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86"/>
    <p:restoredTop sz="94656"/>
  </p:normalViewPr>
  <p:slideViewPr>
    <p:cSldViewPr snapToGrid="0">
      <p:cViewPr varScale="1">
        <p:scale>
          <a:sx n="59" d="100"/>
          <a:sy n="59" d="100"/>
        </p:scale>
        <p:origin x="9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203" Type="http://schemas.openxmlformats.org/officeDocument/2006/relationships/slide" Target="slides/slide193.xml"/><Relationship Id="rId204" Type="http://schemas.openxmlformats.org/officeDocument/2006/relationships/slide" Target="slides/slide194.xml"/><Relationship Id="rId205" Type="http://schemas.openxmlformats.org/officeDocument/2006/relationships/slide" Target="slides/slide195.xml"/><Relationship Id="rId206" Type="http://schemas.openxmlformats.org/officeDocument/2006/relationships/slide" Target="slides/slide196.xml"/><Relationship Id="rId207" Type="http://schemas.openxmlformats.org/officeDocument/2006/relationships/slide" Target="slides/slide197.xml"/><Relationship Id="rId208" Type="http://schemas.openxmlformats.org/officeDocument/2006/relationships/slide" Target="slides/slide198.xml"/><Relationship Id="rId209" Type="http://schemas.openxmlformats.org/officeDocument/2006/relationships/slide" Target="slides/slide199.xml"/><Relationship Id="rId210" Type="http://schemas.openxmlformats.org/officeDocument/2006/relationships/slide" Target="slides/slide200.xml"/><Relationship Id="rId391" Type="http://schemas.openxmlformats.org/officeDocument/2006/relationships/notesMaster" Target="notesMasters/notesMaster1.xml"/><Relationship Id="rId392" Type="http://schemas.openxmlformats.org/officeDocument/2006/relationships/handoutMaster" Target="handoutMasters/handoutMaster1.xml"/><Relationship Id="rId393" Type="http://schemas.openxmlformats.org/officeDocument/2006/relationships/tags" Target="tags/tag1.xml"/><Relationship Id="rId394" Type="http://schemas.openxmlformats.org/officeDocument/2006/relationships/presProps" Target="presProps.xml"/><Relationship Id="rId395" Type="http://schemas.openxmlformats.org/officeDocument/2006/relationships/viewProps" Target="viewProps.xml"/><Relationship Id="rId396" Type="http://schemas.openxmlformats.org/officeDocument/2006/relationships/theme" Target="theme/theme1.xml"/><Relationship Id="rId397" Type="http://schemas.openxmlformats.org/officeDocument/2006/relationships/tableStyles" Target="tableStyles.xml"/><Relationship Id="rId398" Type="http://schemas.microsoft.com/office/2018/10/relationships/authors" Target="authors.xml"/></Relationships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9.xml><?xml version="1.0" encoding="utf-8"?>
<dgm:dataModel xmlns:dgm="http://schemas.openxmlformats.org/drawingml/2006/diagram" xmlns:a="http://schemas.openxmlformats.org/drawingml/2006/main">
  <dgm:ptLst>
    <dgm:pt modelId="{E578FA91-B012-473A-BB44-6DEB0380C6C7}" type="doc">
      <dgm:prSet loTypeId="urn:microsoft.com/office/officeart/2016/7/layout/VerticalSolidActionList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08163659-7833-4002-A5F5-6B3E97328739}">
      <dgm:prSet/>
      <dgm:spPr/>
      <dgm:t>
        <a:bodyPr/>
        <a:lstStyle/>
        <a:p>
          <a:r>
            <a:rPr lang="en-US" dirty="0"/>
            <a:t>T</a:t>
          </a:r>
        </a:p>
      </dgm:t>
    </dgm:pt>
    <dgm:pt modelId="{1612938C-B0C9-448D-95FA-9AC278B90068}" type="parTrans" cxnId="{0D1833D3-FAD7-498D-96C2-741B44008612}">
      <dgm:prSet/>
      <dgm:spPr/>
      <dgm:t>
        <a:bodyPr/>
        <a:lstStyle/>
        <a:p>
          <a:endParaRPr lang="en-US"/>
        </a:p>
      </dgm:t>
    </dgm:pt>
    <dgm:pt modelId="{C2D11A1D-017F-4A04-AA84-B7CCCD4AD01C}" type="sibTrans" cxnId="{0D1833D3-FAD7-498D-96C2-741B44008612}">
      <dgm:prSet/>
      <dgm:spPr/>
      <dgm:t>
        <a:bodyPr/>
        <a:lstStyle/>
        <a:p>
          <a:endParaRPr lang="en-US"/>
        </a:p>
      </dgm:t>
    </dgm:pt>
    <dgm:pt modelId="{11CB82B6-87E9-4AE8-A7AB-88A4C29F4796}">
      <dgm:prSet/>
      <dgm:spPr/>
      <dgm:t>
        <a:bodyPr/>
        <a:lstStyle/>
        <a:p>
          <a:r>
            <a:rPr lang="en-US"/>
            <a:t>Warm the baby (Skin-to-skin contact, Keep baby with mother, wrap the baby)</a:t>
          </a:r>
        </a:p>
      </dgm:t>
    </dgm:pt>
    <dgm:pt modelId="{3915D5A6-6920-4822-BC12-0E7705A3F5D5}" type="parTrans" cxnId="{2D7E7589-D4D5-4AE2-9E1B-4A8342D8A7A1}">
      <dgm:prSet/>
      <dgm:spPr/>
      <dgm:t>
        <a:bodyPr/>
        <a:lstStyle/>
        <a:p>
          <a:endParaRPr lang="en-US"/>
        </a:p>
      </dgm:t>
    </dgm:pt>
    <dgm:pt modelId="{6D9A6DA9-B1DE-4509-94DA-2D3B6BFCD308}" type="sibTrans" cxnId="{2D7E7589-D4D5-4AE2-9E1B-4A8342D8A7A1}">
      <dgm:prSet/>
      <dgm:spPr/>
      <dgm:t>
        <a:bodyPr/>
        <a:lstStyle/>
        <a:p>
          <a:endParaRPr lang="en-US"/>
        </a:p>
      </dgm:t>
    </dgm:pt>
    <dgm:pt modelId="{A3191782-4CEE-4F49-B823-4D66F874E33B}">
      <dgm:prSet/>
      <dgm:spPr/>
      <dgm:t>
        <a:bodyPr/>
        <a:lstStyle/>
        <a:p>
          <a:r>
            <a:rPr lang="en-US" dirty="0"/>
            <a:t>A</a:t>
          </a:r>
        </a:p>
      </dgm:t>
    </dgm:pt>
    <dgm:pt modelId="{0CF0E982-A6CD-4114-9E64-0D32C9DF616F}" type="parTrans" cxnId="{B1673247-4AF4-4FB3-AA35-4E89D0CB574E}">
      <dgm:prSet/>
      <dgm:spPr/>
      <dgm:t>
        <a:bodyPr/>
        <a:lstStyle/>
        <a:p>
          <a:endParaRPr lang="en-US"/>
        </a:p>
      </dgm:t>
    </dgm:pt>
    <dgm:pt modelId="{DD06799B-613A-4397-BFFB-3F694E8539F2}" type="sibTrans" cxnId="{B1673247-4AF4-4FB3-AA35-4E89D0CB574E}">
      <dgm:prSet/>
      <dgm:spPr/>
      <dgm:t>
        <a:bodyPr/>
        <a:lstStyle/>
        <a:p>
          <a:endParaRPr lang="en-US"/>
        </a:p>
      </dgm:t>
    </dgm:pt>
    <dgm:pt modelId="{DE3A8AC7-C2FF-474A-9DF9-6DC2777D0A02}">
      <dgm:prSet/>
      <dgm:spPr/>
      <dgm:t>
        <a:bodyPr/>
        <a:lstStyle/>
        <a:p>
          <a:r>
            <a:rPr lang="en-US"/>
            <a:t>Suction the airway if essential</a:t>
          </a:r>
        </a:p>
      </dgm:t>
    </dgm:pt>
    <dgm:pt modelId="{2D0D8DF6-BD2A-49CC-83E0-A2E5372B5C59}" type="parTrans" cxnId="{1F53657B-4EAC-4CFC-A63C-D975AEEBFAEB}">
      <dgm:prSet/>
      <dgm:spPr/>
      <dgm:t>
        <a:bodyPr/>
        <a:lstStyle/>
        <a:p>
          <a:endParaRPr lang="en-US"/>
        </a:p>
      </dgm:t>
    </dgm:pt>
    <dgm:pt modelId="{5350D8A4-CBCC-48D5-9172-BDD19D61AD07}" type="sibTrans" cxnId="{1F53657B-4EAC-4CFC-A63C-D975AEEBFAEB}">
      <dgm:prSet/>
      <dgm:spPr/>
      <dgm:t>
        <a:bodyPr/>
        <a:lstStyle/>
        <a:p>
          <a:endParaRPr lang="en-US"/>
        </a:p>
      </dgm:t>
    </dgm:pt>
    <dgm:pt modelId="{E562B452-B103-4680-BB21-66ABCDD5759E}">
      <dgm:prSet/>
      <dgm:spPr/>
      <dgm:t>
        <a:bodyPr/>
        <a:lstStyle/>
        <a:p>
          <a:r>
            <a:rPr lang="en-US" dirty="0"/>
            <a:t>B</a:t>
          </a:r>
        </a:p>
      </dgm:t>
    </dgm:pt>
    <dgm:pt modelId="{C861CCD9-4A17-40FB-94A8-9735840C9093}" type="parTrans" cxnId="{A636DEA0-E1C6-4578-97BA-D19053FC53FB}">
      <dgm:prSet/>
      <dgm:spPr/>
      <dgm:t>
        <a:bodyPr/>
        <a:lstStyle/>
        <a:p>
          <a:endParaRPr lang="en-US"/>
        </a:p>
      </dgm:t>
    </dgm:pt>
    <dgm:pt modelId="{70170E35-445E-4712-B90F-C1F9E4A73104}" type="sibTrans" cxnId="{A636DEA0-E1C6-4578-97BA-D19053FC53FB}">
      <dgm:prSet/>
      <dgm:spPr/>
      <dgm:t>
        <a:bodyPr/>
        <a:lstStyle/>
        <a:p>
          <a:endParaRPr lang="en-US"/>
        </a:p>
      </dgm:t>
    </dgm:pt>
    <dgm:pt modelId="{CCB97765-A352-4304-AC25-16B1BE50C0E8}">
      <dgm:prSet/>
      <dgm:spPr/>
      <dgm:t>
        <a:bodyPr/>
        <a:lstStyle/>
        <a:p>
          <a:r>
            <a:rPr lang="en-US"/>
            <a:t>Oxygenate if needed</a:t>
          </a:r>
        </a:p>
      </dgm:t>
    </dgm:pt>
    <dgm:pt modelId="{CC8ABEAB-9A47-4450-814C-CC99331698DA}" type="parTrans" cxnId="{E12D0500-6DCD-415C-AAC8-BF0E0CF5F599}">
      <dgm:prSet/>
      <dgm:spPr/>
      <dgm:t>
        <a:bodyPr/>
        <a:lstStyle/>
        <a:p>
          <a:endParaRPr lang="en-US"/>
        </a:p>
      </dgm:t>
    </dgm:pt>
    <dgm:pt modelId="{F0140B6F-44E3-427D-A929-245054205498}" type="sibTrans" cxnId="{E12D0500-6DCD-415C-AAC8-BF0E0CF5F599}">
      <dgm:prSet/>
      <dgm:spPr/>
      <dgm:t>
        <a:bodyPr/>
        <a:lstStyle/>
        <a:p>
          <a:endParaRPr lang="en-US"/>
        </a:p>
      </dgm:t>
    </dgm:pt>
    <dgm:pt modelId="{E6C8E8B1-6280-4451-AA28-6D887E5034B4}">
      <dgm:prSet/>
      <dgm:spPr/>
      <dgm:t>
        <a:bodyPr/>
        <a:lstStyle/>
        <a:p>
          <a:r>
            <a:rPr lang="en-US" dirty="0"/>
            <a:t>C</a:t>
          </a:r>
        </a:p>
      </dgm:t>
    </dgm:pt>
    <dgm:pt modelId="{B9F73C03-5699-4A77-AF19-B4E274E2F75C}" type="parTrans" cxnId="{7153A3C0-AE98-40EB-96A6-9554E5A93563}">
      <dgm:prSet/>
      <dgm:spPr/>
      <dgm:t>
        <a:bodyPr/>
        <a:lstStyle/>
        <a:p>
          <a:endParaRPr lang="en-US"/>
        </a:p>
      </dgm:t>
    </dgm:pt>
    <dgm:pt modelId="{C5E52D3A-BBBB-4ECD-AD96-61D485D375D5}" type="sibTrans" cxnId="{7153A3C0-AE98-40EB-96A6-9554E5A93563}">
      <dgm:prSet/>
      <dgm:spPr/>
      <dgm:t>
        <a:bodyPr/>
        <a:lstStyle/>
        <a:p>
          <a:endParaRPr lang="en-US"/>
        </a:p>
      </dgm:t>
    </dgm:pt>
    <dgm:pt modelId="{5B3BA4E1-C7CC-4606-A3D8-51C0BE47F9BC}">
      <dgm:prSet/>
      <dgm:spPr/>
      <dgm:t>
        <a:bodyPr/>
        <a:lstStyle/>
        <a:p>
          <a:r>
            <a:rPr lang="en-US"/>
            <a:t>Give/arrange medications as per physician’s order</a:t>
          </a:r>
        </a:p>
      </dgm:t>
    </dgm:pt>
    <dgm:pt modelId="{E3B51C18-FB74-48E0-945D-3C0977232B5F}" type="parTrans" cxnId="{7C6C0C16-A8FA-4D55-BEE2-2A0488BA43BA}">
      <dgm:prSet/>
      <dgm:spPr/>
      <dgm:t>
        <a:bodyPr/>
        <a:lstStyle/>
        <a:p>
          <a:endParaRPr lang="en-US"/>
        </a:p>
      </dgm:t>
    </dgm:pt>
    <dgm:pt modelId="{B1283B44-9193-4C6F-A471-370D795A5705}" type="sibTrans" cxnId="{7C6C0C16-A8FA-4D55-BEE2-2A0488BA43BA}">
      <dgm:prSet/>
      <dgm:spPr/>
      <dgm:t>
        <a:bodyPr/>
        <a:lstStyle/>
        <a:p>
          <a:endParaRPr lang="en-US"/>
        </a:p>
      </dgm:t>
    </dgm:pt>
    <dgm:pt modelId="{4F185095-F329-4A3E-8EEE-6FE1ECD04302}" type="pres">
      <dgm:prSet presAssocID="{E578FA91-B012-473A-BB44-6DEB0380C6C7}" presName="Name0" presStyleCnt="0">
        <dgm:presLayoutVars>
          <dgm:dir/>
          <dgm:animLvl val="lvl"/>
          <dgm:resizeHandles val="exact"/>
        </dgm:presLayoutVars>
      </dgm:prSet>
      <dgm:spPr/>
    </dgm:pt>
    <dgm:pt modelId="{9AD6891D-5B8B-4681-A921-02E30D94D8DE}" type="pres">
      <dgm:prSet presAssocID="{08163659-7833-4002-A5F5-6B3E97328739}" presName="linNode" presStyleCnt="0"/>
      <dgm:spPr/>
    </dgm:pt>
    <dgm:pt modelId="{B9907990-5781-47E5-B86F-2D036C934E2A}" type="pres">
      <dgm:prSet presAssocID="{08163659-7833-4002-A5F5-6B3E97328739}" presName="parentText" presStyleLbl="alignNode1" presStyleIdx="0" presStyleCnt="4">
        <dgm:presLayoutVars>
          <dgm:chMax val="1"/>
          <dgm:bulletEnabled/>
        </dgm:presLayoutVars>
      </dgm:prSet>
      <dgm:spPr/>
    </dgm:pt>
    <dgm:pt modelId="{752344F2-C5F7-4096-B96A-FB10A15642C9}" type="pres">
      <dgm:prSet presAssocID="{08163659-7833-4002-A5F5-6B3E97328739}" presName="descendantText" presStyleLbl="alignAccFollowNode1" presStyleIdx="0" presStyleCnt="4">
        <dgm:presLayoutVars>
          <dgm:bulletEnabled/>
        </dgm:presLayoutVars>
      </dgm:prSet>
      <dgm:spPr/>
    </dgm:pt>
    <dgm:pt modelId="{FEA8603C-0F7A-4FD7-A6A3-9FE04E1C1A6C}" type="pres">
      <dgm:prSet presAssocID="{C2D11A1D-017F-4A04-AA84-B7CCCD4AD01C}" presName="sp" presStyleCnt="0"/>
      <dgm:spPr/>
    </dgm:pt>
    <dgm:pt modelId="{16904AC6-B866-4C71-AA9D-6018E4DDB54F}" type="pres">
      <dgm:prSet presAssocID="{A3191782-4CEE-4F49-B823-4D66F874E33B}" presName="linNode" presStyleCnt="0"/>
      <dgm:spPr/>
    </dgm:pt>
    <dgm:pt modelId="{5006560B-26FC-4CFE-A2E3-8A61B1EE22F7}" type="pres">
      <dgm:prSet presAssocID="{A3191782-4CEE-4F49-B823-4D66F874E33B}" presName="parentText" presStyleLbl="alignNode1" presStyleIdx="1" presStyleCnt="4">
        <dgm:presLayoutVars>
          <dgm:chMax val="1"/>
          <dgm:bulletEnabled/>
        </dgm:presLayoutVars>
      </dgm:prSet>
      <dgm:spPr/>
    </dgm:pt>
    <dgm:pt modelId="{98F63C02-5214-43F1-8F95-A27930A9B004}" type="pres">
      <dgm:prSet presAssocID="{A3191782-4CEE-4F49-B823-4D66F874E33B}" presName="descendantText" presStyleLbl="alignAccFollowNode1" presStyleIdx="1" presStyleCnt="4">
        <dgm:presLayoutVars>
          <dgm:bulletEnabled/>
        </dgm:presLayoutVars>
      </dgm:prSet>
      <dgm:spPr/>
    </dgm:pt>
    <dgm:pt modelId="{6F4CA5B0-CB8F-40FA-8277-1421353E4020}" type="pres">
      <dgm:prSet presAssocID="{DD06799B-613A-4397-BFFB-3F694E8539F2}" presName="sp" presStyleCnt="0"/>
      <dgm:spPr/>
    </dgm:pt>
    <dgm:pt modelId="{6D9EE8F3-B1A3-4CC3-899F-7C222E7FBEA4}" type="pres">
      <dgm:prSet presAssocID="{E562B452-B103-4680-BB21-66ABCDD5759E}" presName="linNode" presStyleCnt="0"/>
      <dgm:spPr/>
    </dgm:pt>
    <dgm:pt modelId="{46246EF2-5097-4FA9-B96A-5884079EA13D}" type="pres">
      <dgm:prSet presAssocID="{E562B452-B103-4680-BB21-66ABCDD5759E}" presName="parentText" presStyleLbl="alignNode1" presStyleIdx="2" presStyleCnt="4">
        <dgm:presLayoutVars>
          <dgm:chMax val="1"/>
          <dgm:bulletEnabled/>
        </dgm:presLayoutVars>
      </dgm:prSet>
      <dgm:spPr/>
    </dgm:pt>
    <dgm:pt modelId="{6C61756F-B836-4713-989D-2C3E585EECD8}" type="pres">
      <dgm:prSet presAssocID="{E562B452-B103-4680-BB21-66ABCDD5759E}" presName="descendantText" presStyleLbl="alignAccFollowNode1" presStyleIdx="2" presStyleCnt="4">
        <dgm:presLayoutVars>
          <dgm:bulletEnabled/>
        </dgm:presLayoutVars>
      </dgm:prSet>
      <dgm:spPr/>
    </dgm:pt>
    <dgm:pt modelId="{2BF28D6C-AFC4-45C0-AF41-6A7ED84985D4}" type="pres">
      <dgm:prSet presAssocID="{70170E35-445E-4712-B90F-C1F9E4A73104}" presName="sp" presStyleCnt="0"/>
      <dgm:spPr/>
    </dgm:pt>
    <dgm:pt modelId="{CB2D93E1-E462-4E99-9AEE-E80D9AF8601A}" type="pres">
      <dgm:prSet presAssocID="{E6C8E8B1-6280-4451-AA28-6D887E5034B4}" presName="linNode" presStyleCnt="0"/>
      <dgm:spPr/>
    </dgm:pt>
    <dgm:pt modelId="{E84E8DC6-C9AC-417A-B123-6F328712D513}" type="pres">
      <dgm:prSet presAssocID="{E6C8E8B1-6280-4451-AA28-6D887E5034B4}" presName="parentText" presStyleLbl="alignNode1" presStyleIdx="3" presStyleCnt="4">
        <dgm:presLayoutVars>
          <dgm:chMax val="1"/>
          <dgm:bulletEnabled/>
        </dgm:presLayoutVars>
      </dgm:prSet>
      <dgm:spPr/>
    </dgm:pt>
    <dgm:pt modelId="{A5A840C8-2E1D-40B7-B484-71BB2D150175}" type="pres">
      <dgm:prSet presAssocID="{E6C8E8B1-6280-4451-AA28-6D887E5034B4}" presName="descendantText" presStyleLbl="alignAccFollowNode1" presStyleIdx="3" presStyleCnt="4">
        <dgm:presLayoutVars>
          <dgm:bulletEnabled/>
        </dgm:presLayoutVars>
      </dgm:prSet>
      <dgm:spPr/>
    </dgm:pt>
  </dgm:ptLst>
  <dgm:cxnLst>
    <dgm:cxn modelId="{E12D0500-6DCD-415C-AAC8-BF0E0CF5F599}" srcId="{E562B452-B103-4680-BB21-66ABCDD5759E}" destId="{CCB97765-A352-4304-AC25-16B1BE50C0E8}" srcOrd="0" destOrd="0" parTransId="{CC8ABEAB-9A47-4450-814C-CC99331698DA}" sibTransId="{F0140B6F-44E3-427D-A929-245054205498}"/>
    <dgm:cxn modelId="{7C6C0C16-A8FA-4D55-BEE2-2A0488BA43BA}" srcId="{E6C8E8B1-6280-4451-AA28-6D887E5034B4}" destId="{5B3BA4E1-C7CC-4606-A3D8-51C0BE47F9BC}" srcOrd="0" destOrd="0" parTransId="{E3B51C18-FB74-48E0-945D-3C0977232B5F}" sibTransId="{B1283B44-9193-4C6F-A471-370D795A5705}"/>
    <dgm:cxn modelId="{11EB0527-FC1D-4FC2-B51A-FAA8757949F7}" type="presOf" srcId="{E578FA91-B012-473A-BB44-6DEB0380C6C7}" destId="{4F185095-F329-4A3E-8EEE-6FE1ECD04302}" srcOrd="0" destOrd="0" presId="urn:microsoft.com/office/officeart/2016/7/layout/VerticalSolidActionList"/>
    <dgm:cxn modelId="{3172F334-7446-4AA6-BE48-DFA62D61DEBD}" type="presOf" srcId="{E562B452-B103-4680-BB21-66ABCDD5759E}" destId="{46246EF2-5097-4FA9-B96A-5884079EA13D}" srcOrd="0" destOrd="0" presId="urn:microsoft.com/office/officeart/2016/7/layout/VerticalSolidActionList"/>
    <dgm:cxn modelId="{B1673247-4AF4-4FB3-AA35-4E89D0CB574E}" srcId="{E578FA91-B012-473A-BB44-6DEB0380C6C7}" destId="{A3191782-4CEE-4F49-B823-4D66F874E33B}" srcOrd="1" destOrd="0" parTransId="{0CF0E982-A6CD-4114-9E64-0D32C9DF616F}" sibTransId="{DD06799B-613A-4397-BFFB-3F694E8539F2}"/>
    <dgm:cxn modelId="{215E9C4B-8E8D-4595-BEEC-EDA86DDFB59C}" type="presOf" srcId="{11CB82B6-87E9-4AE8-A7AB-88A4C29F4796}" destId="{752344F2-C5F7-4096-B96A-FB10A15642C9}" srcOrd="0" destOrd="0" presId="urn:microsoft.com/office/officeart/2016/7/layout/VerticalSolidActionList"/>
    <dgm:cxn modelId="{CAB8A658-B04B-4B1B-A848-8757BB849524}" type="presOf" srcId="{A3191782-4CEE-4F49-B823-4D66F874E33B}" destId="{5006560B-26FC-4CFE-A2E3-8A61B1EE22F7}" srcOrd="0" destOrd="0" presId="urn:microsoft.com/office/officeart/2016/7/layout/VerticalSolidActionList"/>
    <dgm:cxn modelId="{1F53657B-4EAC-4CFC-A63C-D975AEEBFAEB}" srcId="{A3191782-4CEE-4F49-B823-4D66F874E33B}" destId="{DE3A8AC7-C2FF-474A-9DF9-6DC2777D0A02}" srcOrd="0" destOrd="0" parTransId="{2D0D8DF6-BD2A-49CC-83E0-A2E5372B5C59}" sibTransId="{5350D8A4-CBCC-48D5-9172-BDD19D61AD07}"/>
    <dgm:cxn modelId="{C8407580-1A0A-43D7-B8C3-AA84EE785461}" type="presOf" srcId="{DE3A8AC7-C2FF-474A-9DF9-6DC2777D0A02}" destId="{98F63C02-5214-43F1-8F95-A27930A9B004}" srcOrd="0" destOrd="0" presId="urn:microsoft.com/office/officeart/2016/7/layout/VerticalSolidActionList"/>
    <dgm:cxn modelId="{2D7E7589-D4D5-4AE2-9E1B-4A8342D8A7A1}" srcId="{08163659-7833-4002-A5F5-6B3E97328739}" destId="{11CB82B6-87E9-4AE8-A7AB-88A4C29F4796}" srcOrd="0" destOrd="0" parTransId="{3915D5A6-6920-4822-BC12-0E7705A3F5D5}" sibTransId="{6D9A6DA9-B1DE-4509-94DA-2D3B6BFCD308}"/>
    <dgm:cxn modelId="{7EC1B38B-2B00-4C44-BF17-DA31D6520197}" type="presOf" srcId="{E6C8E8B1-6280-4451-AA28-6D887E5034B4}" destId="{E84E8DC6-C9AC-417A-B123-6F328712D513}" srcOrd="0" destOrd="0" presId="urn:microsoft.com/office/officeart/2016/7/layout/VerticalSolidActionList"/>
    <dgm:cxn modelId="{81C9DB8C-4850-4AAD-93E4-905F9495FBEF}" type="presOf" srcId="{5B3BA4E1-C7CC-4606-A3D8-51C0BE47F9BC}" destId="{A5A840C8-2E1D-40B7-B484-71BB2D150175}" srcOrd="0" destOrd="0" presId="urn:microsoft.com/office/officeart/2016/7/layout/VerticalSolidActionList"/>
    <dgm:cxn modelId="{A636DEA0-E1C6-4578-97BA-D19053FC53FB}" srcId="{E578FA91-B012-473A-BB44-6DEB0380C6C7}" destId="{E562B452-B103-4680-BB21-66ABCDD5759E}" srcOrd="2" destOrd="0" parTransId="{C861CCD9-4A17-40FB-94A8-9735840C9093}" sibTransId="{70170E35-445E-4712-B90F-C1F9E4A73104}"/>
    <dgm:cxn modelId="{1FC64CA3-C800-4D64-9806-99357BCAF0CC}" type="presOf" srcId="{08163659-7833-4002-A5F5-6B3E97328739}" destId="{B9907990-5781-47E5-B86F-2D036C934E2A}" srcOrd="0" destOrd="0" presId="urn:microsoft.com/office/officeart/2016/7/layout/VerticalSolidActionList"/>
    <dgm:cxn modelId="{7153A3C0-AE98-40EB-96A6-9554E5A93563}" srcId="{E578FA91-B012-473A-BB44-6DEB0380C6C7}" destId="{E6C8E8B1-6280-4451-AA28-6D887E5034B4}" srcOrd="3" destOrd="0" parTransId="{B9F73C03-5699-4A77-AF19-B4E274E2F75C}" sibTransId="{C5E52D3A-BBBB-4ECD-AD96-61D485D375D5}"/>
    <dgm:cxn modelId="{0D1833D3-FAD7-498D-96C2-741B44008612}" srcId="{E578FA91-B012-473A-BB44-6DEB0380C6C7}" destId="{08163659-7833-4002-A5F5-6B3E97328739}" srcOrd="0" destOrd="0" parTransId="{1612938C-B0C9-448D-95FA-9AC278B90068}" sibTransId="{C2D11A1D-017F-4A04-AA84-B7CCCD4AD01C}"/>
    <dgm:cxn modelId="{8A9D58E0-9A36-436D-909E-24F757719656}" type="presOf" srcId="{CCB97765-A352-4304-AC25-16B1BE50C0E8}" destId="{6C61756F-B836-4713-989D-2C3E585EECD8}" srcOrd="0" destOrd="0" presId="urn:microsoft.com/office/officeart/2016/7/layout/VerticalSolidActionList"/>
    <dgm:cxn modelId="{B1A1571A-4DC1-4A8E-88FD-476CC65E7F1D}" type="presParOf" srcId="{4F185095-F329-4A3E-8EEE-6FE1ECD04302}" destId="{9AD6891D-5B8B-4681-A921-02E30D94D8DE}" srcOrd="0" destOrd="0" presId="urn:microsoft.com/office/officeart/2016/7/layout/VerticalSolidActionList"/>
    <dgm:cxn modelId="{89519FF2-B5CF-442F-8C46-CC0366F2529E}" type="presParOf" srcId="{9AD6891D-5B8B-4681-A921-02E30D94D8DE}" destId="{B9907990-5781-47E5-B86F-2D036C934E2A}" srcOrd="0" destOrd="0" presId="urn:microsoft.com/office/officeart/2016/7/layout/VerticalSolidActionList"/>
    <dgm:cxn modelId="{452940C0-B98A-4787-AC68-E7FE76BFC6D2}" type="presParOf" srcId="{9AD6891D-5B8B-4681-A921-02E30D94D8DE}" destId="{752344F2-C5F7-4096-B96A-FB10A15642C9}" srcOrd="1" destOrd="0" presId="urn:microsoft.com/office/officeart/2016/7/layout/VerticalSolidActionList"/>
    <dgm:cxn modelId="{3450106D-F156-4A58-9BA0-A6D8A3CBDEA4}" type="presParOf" srcId="{4F185095-F329-4A3E-8EEE-6FE1ECD04302}" destId="{FEA8603C-0F7A-4FD7-A6A3-9FE04E1C1A6C}" srcOrd="1" destOrd="0" presId="urn:microsoft.com/office/officeart/2016/7/layout/VerticalSolidActionList"/>
    <dgm:cxn modelId="{56CC3DE6-30C6-4EB2-8867-80FF33E5E553}" type="presParOf" srcId="{4F185095-F329-4A3E-8EEE-6FE1ECD04302}" destId="{16904AC6-B866-4C71-AA9D-6018E4DDB54F}" srcOrd="2" destOrd="0" presId="urn:microsoft.com/office/officeart/2016/7/layout/VerticalSolidActionList"/>
    <dgm:cxn modelId="{13A910FF-5E1C-464A-938A-AECAD0F8404B}" type="presParOf" srcId="{16904AC6-B866-4C71-AA9D-6018E4DDB54F}" destId="{5006560B-26FC-4CFE-A2E3-8A61B1EE22F7}" srcOrd="0" destOrd="0" presId="urn:microsoft.com/office/officeart/2016/7/layout/VerticalSolidActionList"/>
    <dgm:cxn modelId="{D81D809C-8BA2-4A59-B811-BED112593853}" type="presParOf" srcId="{16904AC6-B866-4C71-AA9D-6018E4DDB54F}" destId="{98F63C02-5214-43F1-8F95-A27930A9B004}" srcOrd="1" destOrd="0" presId="urn:microsoft.com/office/officeart/2016/7/layout/VerticalSolidActionList"/>
    <dgm:cxn modelId="{E14BF696-6F4A-453F-B67C-B1E48DA91FA3}" type="presParOf" srcId="{4F185095-F329-4A3E-8EEE-6FE1ECD04302}" destId="{6F4CA5B0-CB8F-40FA-8277-1421353E4020}" srcOrd="3" destOrd="0" presId="urn:microsoft.com/office/officeart/2016/7/layout/VerticalSolidActionList"/>
    <dgm:cxn modelId="{6AD02688-C45D-4070-AA11-4385A27784EF}" type="presParOf" srcId="{4F185095-F329-4A3E-8EEE-6FE1ECD04302}" destId="{6D9EE8F3-B1A3-4CC3-899F-7C222E7FBEA4}" srcOrd="4" destOrd="0" presId="urn:microsoft.com/office/officeart/2016/7/layout/VerticalSolidActionList"/>
    <dgm:cxn modelId="{3B928244-D31C-4FDB-9A64-28F053144145}" type="presParOf" srcId="{6D9EE8F3-B1A3-4CC3-899F-7C222E7FBEA4}" destId="{46246EF2-5097-4FA9-B96A-5884079EA13D}" srcOrd="0" destOrd="0" presId="urn:microsoft.com/office/officeart/2016/7/layout/VerticalSolidActionList"/>
    <dgm:cxn modelId="{8B0431D3-F5C3-4C25-AFF8-D954522C2671}" type="presParOf" srcId="{6D9EE8F3-B1A3-4CC3-899F-7C222E7FBEA4}" destId="{6C61756F-B836-4713-989D-2C3E585EECD8}" srcOrd="1" destOrd="0" presId="urn:microsoft.com/office/officeart/2016/7/layout/VerticalSolidActionList"/>
    <dgm:cxn modelId="{1F132EFD-2D97-4D16-A2B0-BDE3A478F3CD}" type="presParOf" srcId="{4F185095-F329-4A3E-8EEE-6FE1ECD04302}" destId="{2BF28D6C-AFC4-45C0-AF41-6A7ED84985D4}" srcOrd="5" destOrd="0" presId="urn:microsoft.com/office/officeart/2016/7/layout/VerticalSolidActionList"/>
    <dgm:cxn modelId="{3858F5B9-857A-4E89-BC80-94A17B400FA6}" type="presParOf" srcId="{4F185095-F329-4A3E-8EEE-6FE1ECD04302}" destId="{CB2D93E1-E462-4E99-9AEE-E80D9AF8601A}" srcOrd="6" destOrd="0" presId="urn:microsoft.com/office/officeart/2016/7/layout/VerticalSolidActionList"/>
    <dgm:cxn modelId="{92EBDB90-CCD1-4A21-8903-0952F123C3F5}" type="presParOf" srcId="{CB2D93E1-E462-4E99-9AEE-E80D9AF8601A}" destId="{E84E8DC6-C9AC-417A-B123-6F328712D513}" srcOrd="0" destOrd="0" presId="urn:microsoft.com/office/officeart/2016/7/layout/VerticalSolidActionList"/>
    <dgm:cxn modelId="{35E8D616-C223-4A01-AEFA-3C0B7DF7E00E}" type="presParOf" srcId="{CB2D93E1-E462-4E99-9AEE-E80D9AF8601A}" destId="{A5A840C8-2E1D-40B7-B484-71BB2D150175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B6C68D76-331E-4330-9B75-102D63150069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10515D2-4BD6-4F1A-9210-1F3AE4181962}">
      <dgm:prSet/>
      <dgm:spPr/>
      <dgm:t>
        <a:bodyPr/>
        <a:lstStyle/>
        <a:p>
          <a:r>
            <a:rPr lang="en-US"/>
            <a:t>Identify facility of referral</a:t>
          </a:r>
        </a:p>
      </dgm:t>
    </dgm:pt>
    <dgm:pt modelId="{765F0136-3FCE-457A-AC42-6C675BF53FD6}" type="parTrans" cxnId="{00EE22C9-B342-4E54-BEA1-6D5EB51745AB}">
      <dgm:prSet/>
      <dgm:spPr/>
      <dgm:t>
        <a:bodyPr/>
        <a:lstStyle/>
        <a:p>
          <a:endParaRPr lang="en-US"/>
        </a:p>
      </dgm:t>
    </dgm:pt>
    <dgm:pt modelId="{80B66014-4210-4DE9-BB16-5398CF2C64C8}" type="sibTrans" cxnId="{00EE22C9-B342-4E54-BEA1-6D5EB51745AB}">
      <dgm:prSet phldrT="1"/>
      <dgm:spPr/>
      <dgm:t>
        <a:bodyPr/>
        <a:lstStyle/>
        <a:p>
          <a:r>
            <a:rPr lang="en-US"/>
            <a:t>1</a:t>
          </a:r>
        </a:p>
      </dgm:t>
    </dgm:pt>
    <dgm:pt modelId="{9C0E3496-E755-412B-9736-36F51EC17E4C}">
      <dgm:prSet/>
      <dgm:spPr/>
      <dgm:t>
        <a:bodyPr/>
        <a:lstStyle/>
        <a:p>
          <a:r>
            <a:rPr lang="en-US"/>
            <a:t>Inform the nursing officer &amp; MO in-charge (over phone)</a:t>
          </a:r>
        </a:p>
      </dgm:t>
    </dgm:pt>
    <dgm:pt modelId="{B87B3938-BCA0-4EF4-B3BA-A79F23E73C59}" type="parTrans" cxnId="{662DC818-7347-42FC-BB27-8F3F5D22650A}">
      <dgm:prSet/>
      <dgm:spPr/>
      <dgm:t>
        <a:bodyPr/>
        <a:lstStyle/>
        <a:p>
          <a:endParaRPr lang="en-US"/>
        </a:p>
      </dgm:t>
    </dgm:pt>
    <dgm:pt modelId="{A7DD43B7-6FE2-42A7-B162-D0B89AC04DC9}" type="sibTrans" cxnId="{662DC818-7347-42FC-BB27-8F3F5D22650A}">
      <dgm:prSet phldrT="2"/>
      <dgm:spPr/>
      <dgm:t>
        <a:bodyPr/>
        <a:lstStyle/>
        <a:p>
          <a:r>
            <a:rPr lang="en-US"/>
            <a:t>2</a:t>
          </a:r>
        </a:p>
      </dgm:t>
    </dgm:pt>
    <dgm:pt modelId="{3F2576B2-29C4-4D3E-85E4-15D0C694EAF2}">
      <dgm:prSet/>
      <dgm:spPr/>
      <dgm:t>
        <a:bodyPr/>
        <a:lstStyle/>
        <a:p>
          <a:r>
            <a:rPr lang="en-US"/>
            <a:t>Document inter-facility referral slip</a:t>
          </a:r>
        </a:p>
      </dgm:t>
    </dgm:pt>
    <dgm:pt modelId="{22827471-86DF-4CEF-999F-BDB1DDA26C43}" type="parTrans" cxnId="{81A2107D-E996-4E52-A10F-FF0EF2F62DCC}">
      <dgm:prSet/>
      <dgm:spPr/>
      <dgm:t>
        <a:bodyPr/>
        <a:lstStyle/>
        <a:p>
          <a:endParaRPr lang="en-US"/>
        </a:p>
      </dgm:t>
    </dgm:pt>
    <dgm:pt modelId="{B921F443-43DF-4618-A3CF-B0482B2B638B}" type="sibTrans" cxnId="{81A2107D-E996-4E52-A10F-FF0EF2F62DCC}">
      <dgm:prSet phldrT="3"/>
      <dgm:spPr/>
      <dgm:t>
        <a:bodyPr/>
        <a:lstStyle/>
        <a:p>
          <a:r>
            <a:rPr lang="en-US"/>
            <a:t>3</a:t>
          </a:r>
        </a:p>
      </dgm:t>
    </dgm:pt>
    <dgm:pt modelId="{FD2CCE57-1FF3-49E5-81AB-E6AFCE095323}">
      <dgm:prSet/>
      <dgm:spPr/>
      <dgm:t>
        <a:bodyPr/>
        <a:lstStyle/>
        <a:p>
          <a:r>
            <a:rPr lang="en-US"/>
            <a:t>Sign the referral slip &amp; send with mother/caregiver</a:t>
          </a:r>
        </a:p>
      </dgm:t>
    </dgm:pt>
    <dgm:pt modelId="{809B1239-156A-480B-8A40-538F3DE24FF9}" type="parTrans" cxnId="{376258FA-BCA2-491B-A6BD-7BA99F6F784C}">
      <dgm:prSet/>
      <dgm:spPr/>
      <dgm:t>
        <a:bodyPr/>
        <a:lstStyle/>
        <a:p>
          <a:endParaRPr lang="en-US"/>
        </a:p>
      </dgm:t>
    </dgm:pt>
    <dgm:pt modelId="{F3ABDEE9-1E7E-46D8-9B91-BB08A5D0D9DB}" type="sibTrans" cxnId="{376258FA-BCA2-491B-A6BD-7BA99F6F784C}">
      <dgm:prSet phldrT="4"/>
      <dgm:spPr/>
      <dgm:t>
        <a:bodyPr/>
        <a:lstStyle/>
        <a:p>
          <a:r>
            <a:rPr lang="en-US"/>
            <a:t>4</a:t>
          </a:r>
        </a:p>
      </dgm:t>
    </dgm:pt>
    <dgm:pt modelId="{65393BC7-D67A-4192-8523-E245327DBAEF}" type="pres">
      <dgm:prSet presAssocID="{B6C68D76-331E-4330-9B75-102D63150069}" presName="Name0" presStyleCnt="0">
        <dgm:presLayoutVars>
          <dgm:animLvl val="lvl"/>
          <dgm:resizeHandles val="exact"/>
        </dgm:presLayoutVars>
      </dgm:prSet>
      <dgm:spPr/>
    </dgm:pt>
    <dgm:pt modelId="{095378BB-1BF1-4BE0-B669-AC0C6F4D3A37}" type="pres">
      <dgm:prSet presAssocID="{510515D2-4BD6-4F1A-9210-1F3AE4181962}" presName="compositeNode" presStyleCnt="0">
        <dgm:presLayoutVars>
          <dgm:bulletEnabled val="1"/>
        </dgm:presLayoutVars>
      </dgm:prSet>
      <dgm:spPr/>
    </dgm:pt>
    <dgm:pt modelId="{0DED9C8C-C04A-40CD-81DD-91A08F324D96}" type="pres">
      <dgm:prSet presAssocID="{510515D2-4BD6-4F1A-9210-1F3AE4181962}" presName="bgRect" presStyleLbl="bgAccFollowNode1" presStyleIdx="0" presStyleCnt="4"/>
      <dgm:spPr/>
    </dgm:pt>
    <dgm:pt modelId="{EE131137-9A3B-441A-922C-32F8303F1009}" type="pres">
      <dgm:prSet presAssocID="{80B66014-4210-4DE9-BB16-5398CF2C64C8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86F2E8ED-71FF-49BD-8A0E-DEA336014B40}" type="pres">
      <dgm:prSet presAssocID="{510515D2-4BD6-4F1A-9210-1F3AE4181962}" presName="bottomLine" presStyleLbl="alignNode1" presStyleIdx="1" presStyleCnt="8">
        <dgm:presLayoutVars/>
      </dgm:prSet>
      <dgm:spPr/>
    </dgm:pt>
    <dgm:pt modelId="{080FE0FA-58A4-4F64-A911-357850DBABFB}" type="pres">
      <dgm:prSet presAssocID="{510515D2-4BD6-4F1A-9210-1F3AE4181962}" presName="nodeText" presStyleLbl="bgAccFollowNode1" presStyleIdx="0" presStyleCnt="4">
        <dgm:presLayoutVars>
          <dgm:bulletEnabled val="1"/>
        </dgm:presLayoutVars>
      </dgm:prSet>
      <dgm:spPr/>
    </dgm:pt>
    <dgm:pt modelId="{1D1AD822-177A-46A2-A20E-C1D7A4BD554A}" type="pres">
      <dgm:prSet presAssocID="{80B66014-4210-4DE9-BB16-5398CF2C64C8}" presName="sibTrans" presStyleCnt="0"/>
      <dgm:spPr/>
    </dgm:pt>
    <dgm:pt modelId="{81000432-A246-497B-BC44-A95ABF4420B8}" type="pres">
      <dgm:prSet presAssocID="{9C0E3496-E755-412B-9736-36F51EC17E4C}" presName="compositeNode" presStyleCnt="0">
        <dgm:presLayoutVars>
          <dgm:bulletEnabled val="1"/>
        </dgm:presLayoutVars>
      </dgm:prSet>
      <dgm:spPr/>
    </dgm:pt>
    <dgm:pt modelId="{9CF8A713-1119-4044-84AB-F0BAEE8D49DA}" type="pres">
      <dgm:prSet presAssocID="{9C0E3496-E755-412B-9736-36F51EC17E4C}" presName="bgRect" presStyleLbl="bgAccFollowNode1" presStyleIdx="1" presStyleCnt="4"/>
      <dgm:spPr/>
    </dgm:pt>
    <dgm:pt modelId="{2AA4E1FC-DE78-4500-A46F-01BDF9F3280D}" type="pres">
      <dgm:prSet presAssocID="{A7DD43B7-6FE2-42A7-B162-D0B89AC04DC9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F0D761D2-768E-4638-941A-0AEB119CDEE5}" type="pres">
      <dgm:prSet presAssocID="{9C0E3496-E755-412B-9736-36F51EC17E4C}" presName="bottomLine" presStyleLbl="alignNode1" presStyleIdx="3" presStyleCnt="8">
        <dgm:presLayoutVars/>
      </dgm:prSet>
      <dgm:spPr/>
    </dgm:pt>
    <dgm:pt modelId="{25DF778B-0B74-42F5-81F5-95A8C234A535}" type="pres">
      <dgm:prSet presAssocID="{9C0E3496-E755-412B-9736-36F51EC17E4C}" presName="nodeText" presStyleLbl="bgAccFollowNode1" presStyleIdx="1" presStyleCnt="4">
        <dgm:presLayoutVars>
          <dgm:bulletEnabled val="1"/>
        </dgm:presLayoutVars>
      </dgm:prSet>
      <dgm:spPr/>
    </dgm:pt>
    <dgm:pt modelId="{7339B9B5-D29B-4DB4-8CD3-B9C926A085C4}" type="pres">
      <dgm:prSet presAssocID="{A7DD43B7-6FE2-42A7-B162-D0B89AC04DC9}" presName="sibTrans" presStyleCnt="0"/>
      <dgm:spPr/>
    </dgm:pt>
    <dgm:pt modelId="{67DD9462-B9D1-48A3-A6FE-EEDDA82C9D7A}" type="pres">
      <dgm:prSet presAssocID="{3F2576B2-29C4-4D3E-85E4-15D0C694EAF2}" presName="compositeNode" presStyleCnt="0">
        <dgm:presLayoutVars>
          <dgm:bulletEnabled val="1"/>
        </dgm:presLayoutVars>
      </dgm:prSet>
      <dgm:spPr/>
    </dgm:pt>
    <dgm:pt modelId="{03B2EB4E-E67E-4C71-80EF-419280E13457}" type="pres">
      <dgm:prSet presAssocID="{3F2576B2-29C4-4D3E-85E4-15D0C694EAF2}" presName="bgRect" presStyleLbl="bgAccFollowNode1" presStyleIdx="2" presStyleCnt="4"/>
      <dgm:spPr/>
    </dgm:pt>
    <dgm:pt modelId="{B576EBDE-A31A-4AE6-B222-4371AEE2B0D3}" type="pres">
      <dgm:prSet presAssocID="{B921F443-43DF-4618-A3CF-B0482B2B638B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8CB5715C-B424-44D5-81E7-245DFC530606}" type="pres">
      <dgm:prSet presAssocID="{3F2576B2-29C4-4D3E-85E4-15D0C694EAF2}" presName="bottomLine" presStyleLbl="alignNode1" presStyleIdx="5" presStyleCnt="8">
        <dgm:presLayoutVars/>
      </dgm:prSet>
      <dgm:spPr/>
    </dgm:pt>
    <dgm:pt modelId="{EFAC90DA-DD27-45F8-B687-30FCF4FC4085}" type="pres">
      <dgm:prSet presAssocID="{3F2576B2-29C4-4D3E-85E4-15D0C694EAF2}" presName="nodeText" presStyleLbl="bgAccFollowNode1" presStyleIdx="2" presStyleCnt="4">
        <dgm:presLayoutVars>
          <dgm:bulletEnabled val="1"/>
        </dgm:presLayoutVars>
      </dgm:prSet>
      <dgm:spPr/>
    </dgm:pt>
    <dgm:pt modelId="{187D72B8-9F84-4748-BDED-7E373ED390E9}" type="pres">
      <dgm:prSet presAssocID="{B921F443-43DF-4618-A3CF-B0482B2B638B}" presName="sibTrans" presStyleCnt="0"/>
      <dgm:spPr/>
    </dgm:pt>
    <dgm:pt modelId="{1EFF2DC1-84C4-4D93-9847-A6E1B31CC8FB}" type="pres">
      <dgm:prSet presAssocID="{FD2CCE57-1FF3-49E5-81AB-E6AFCE095323}" presName="compositeNode" presStyleCnt="0">
        <dgm:presLayoutVars>
          <dgm:bulletEnabled val="1"/>
        </dgm:presLayoutVars>
      </dgm:prSet>
      <dgm:spPr/>
    </dgm:pt>
    <dgm:pt modelId="{E664C6A3-B5C3-40D8-BD93-6ABEDEAB18C5}" type="pres">
      <dgm:prSet presAssocID="{FD2CCE57-1FF3-49E5-81AB-E6AFCE095323}" presName="bgRect" presStyleLbl="bgAccFollowNode1" presStyleIdx="3" presStyleCnt="4"/>
      <dgm:spPr/>
    </dgm:pt>
    <dgm:pt modelId="{2A891B82-0D4E-45EF-8F37-DDFDC7C15AA0}" type="pres">
      <dgm:prSet presAssocID="{F3ABDEE9-1E7E-46D8-9B91-BB08A5D0D9DB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6D13D9BA-A433-4DC4-8BFB-B089DC63C2E8}" type="pres">
      <dgm:prSet presAssocID="{FD2CCE57-1FF3-49E5-81AB-E6AFCE095323}" presName="bottomLine" presStyleLbl="alignNode1" presStyleIdx="7" presStyleCnt="8">
        <dgm:presLayoutVars/>
      </dgm:prSet>
      <dgm:spPr/>
    </dgm:pt>
    <dgm:pt modelId="{F3608730-F8A3-4832-8C2D-2B6747E9632C}" type="pres">
      <dgm:prSet presAssocID="{FD2CCE57-1FF3-49E5-81AB-E6AFCE095323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FFDCB000-D9D4-4F04-8D2B-7706F52017D1}" type="presOf" srcId="{3F2576B2-29C4-4D3E-85E4-15D0C694EAF2}" destId="{03B2EB4E-E67E-4C71-80EF-419280E13457}" srcOrd="0" destOrd="0" presId="urn:microsoft.com/office/officeart/2016/7/layout/BasicLinearProcessNumbered"/>
    <dgm:cxn modelId="{662DC818-7347-42FC-BB27-8F3F5D22650A}" srcId="{B6C68D76-331E-4330-9B75-102D63150069}" destId="{9C0E3496-E755-412B-9736-36F51EC17E4C}" srcOrd="1" destOrd="0" parTransId="{B87B3938-BCA0-4EF4-B3BA-A79F23E73C59}" sibTransId="{A7DD43B7-6FE2-42A7-B162-D0B89AC04DC9}"/>
    <dgm:cxn modelId="{945B041A-1F3B-4B43-BC19-1DC696CABAB4}" type="presOf" srcId="{9C0E3496-E755-412B-9736-36F51EC17E4C}" destId="{25DF778B-0B74-42F5-81F5-95A8C234A535}" srcOrd="1" destOrd="0" presId="urn:microsoft.com/office/officeart/2016/7/layout/BasicLinearProcessNumbered"/>
    <dgm:cxn modelId="{FF98F01A-0607-4540-A9A4-E5D78F2C5AC4}" type="presOf" srcId="{3F2576B2-29C4-4D3E-85E4-15D0C694EAF2}" destId="{EFAC90DA-DD27-45F8-B687-30FCF4FC4085}" srcOrd="1" destOrd="0" presId="urn:microsoft.com/office/officeart/2016/7/layout/BasicLinearProcessNumbered"/>
    <dgm:cxn modelId="{ADA8012E-00E6-4ED5-9C6D-04D7073D76E3}" type="presOf" srcId="{A7DD43B7-6FE2-42A7-B162-D0B89AC04DC9}" destId="{2AA4E1FC-DE78-4500-A46F-01BDF9F3280D}" srcOrd="0" destOrd="0" presId="urn:microsoft.com/office/officeart/2016/7/layout/BasicLinearProcessNumbered"/>
    <dgm:cxn modelId="{83A0B448-E446-407E-A12D-0276DEC07FAA}" type="presOf" srcId="{F3ABDEE9-1E7E-46D8-9B91-BB08A5D0D9DB}" destId="{2A891B82-0D4E-45EF-8F37-DDFDC7C15AA0}" srcOrd="0" destOrd="0" presId="urn:microsoft.com/office/officeart/2016/7/layout/BasicLinearProcessNumbered"/>
    <dgm:cxn modelId="{B686A756-1264-442D-80B5-6A6F046D1413}" type="presOf" srcId="{FD2CCE57-1FF3-49E5-81AB-E6AFCE095323}" destId="{E664C6A3-B5C3-40D8-BD93-6ABEDEAB18C5}" srcOrd="0" destOrd="0" presId="urn:microsoft.com/office/officeart/2016/7/layout/BasicLinearProcessNumbered"/>
    <dgm:cxn modelId="{DB751A7C-C8C9-4AA2-8E7E-585396D526BB}" type="presOf" srcId="{510515D2-4BD6-4F1A-9210-1F3AE4181962}" destId="{080FE0FA-58A4-4F64-A911-357850DBABFB}" srcOrd="1" destOrd="0" presId="urn:microsoft.com/office/officeart/2016/7/layout/BasicLinearProcessNumbered"/>
    <dgm:cxn modelId="{81A2107D-E996-4E52-A10F-FF0EF2F62DCC}" srcId="{B6C68D76-331E-4330-9B75-102D63150069}" destId="{3F2576B2-29C4-4D3E-85E4-15D0C694EAF2}" srcOrd="2" destOrd="0" parTransId="{22827471-86DF-4CEF-999F-BDB1DDA26C43}" sibTransId="{B921F443-43DF-4618-A3CF-B0482B2B638B}"/>
    <dgm:cxn modelId="{72DADA86-6316-4D0D-A5A0-73D3D3E810F2}" type="presOf" srcId="{510515D2-4BD6-4F1A-9210-1F3AE4181962}" destId="{0DED9C8C-C04A-40CD-81DD-91A08F324D96}" srcOrd="0" destOrd="0" presId="urn:microsoft.com/office/officeart/2016/7/layout/BasicLinearProcessNumbered"/>
    <dgm:cxn modelId="{A1C1C2BC-6C35-44AF-9A60-9B3B1ABA6609}" type="presOf" srcId="{B921F443-43DF-4618-A3CF-B0482B2B638B}" destId="{B576EBDE-A31A-4AE6-B222-4371AEE2B0D3}" srcOrd="0" destOrd="0" presId="urn:microsoft.com/office/officeart/2016/7/layout/BasicLinearProcessNumbered"/>
    <dgm:cxn modelId="{00EE22C9-B342-4E54-BEA1-6D5EB51745AB}" srcId="{B6C68D76-331E-4330-9B75-102D63150069}" destId="{510515D2-4BD6-4F1A-9210-1F3AE4181962}" srcOrd="0" destOrd="0" parTransId="{765F0136-3FCE-457A-AC42-6C675BF53FD6}" sibTransId="{80B66014-4210-4DE9-BB16-5398CF2C64C8}"/>
    <dgm:cxn modelId="{2E52B1C9-BE86-48E2-AE82-ED20447D2CAE}" type="presOf" srcId="{B6C68D76-331E-4330-9B75-102D63150069}" destId="{65393BC7-D67A-4192-8523-E245327DBAEF}" srcOrd="0" destOrd="0" presId="urn:microsoft.com/office/officeart/2016/7/layout/BasicLinearProcessNumbered"/>
    <dgm:cxn modelId="{3952BFC9-9343-44D3-ADC9-7E837C8E015D}" type="presOf" srcId="{9C0E3496-E755-412B-9736-36F51EC17E4C}" destId="{9CF8A713-1119-4044-84AB-F0BAEE8D49DA}" srcOrd="0" destOrd="0" presId="urn:microsoft.com/office/officeart/2016/7/layout/BasicLinearProcessNumbered"/>
    <dgm:cxn modelId="{6AEC0ACA-4DB3-4106-B1B8-D82CDD3E5B67}" type="presOf" srcId="{80B66014-4210-4DE9-BB16-5398CF2C64C8}" destId="{EE131137-9A3B-441A-922C-32F8303F1009}" srcOrd="0" destOrd="0" presId="urn:microsoft.com/office/officeart/2016/7/layout/BasicLinearProcessNumbered"/>
    <dgm:cxn modelId="{270070F2-DF42-4315-A32D-654FA3EDE195}" type="presOf" srcId="{FD2CCE57-1FF3-49E5-81AB-E6AFCE095323}" destId="{F3608730-F8A3-4832-8C2D-2B6747E9632C}" srcOrd="1" destOrd="0" presId="urn:microsoft.com/office/officeart/2016/7/layout/BasicLinearProcessNumbered"/>
    <dgm:cxn modelId="{376258FA-BCA2-491B-A6BD-7BA99F6F784C}" srcId="{B6C68D76-331E-4330-9B75-102D63150069}" destId="{FD2CCE57-1FF3-49E5-81AB-E6AFCE095323}" srcOrd="3" destOrd="0" parTransId="{809B1239-156A-480B-8A40-538F3DE24FF9}" sibTransId="{F3ABDEE9-1E7E-46D8-9B91-BB08A5D0D9DB}"/>
    <dgm:cxn modelId="{428B06DF-FEAA-44F8-BE30-DB9CE72538E2}" type="presParOf" srcId="{65393BC7-D67A-4192-8523-E245327DBAEF}" destId="{095378BB-1BF1-4BE0-B669-AC0C6F4D3A37}" srcOrd="0" destOrd="0" presId="urn:microsoft.com/office/officeart/2016/7/layout/BasicLinearProcessNumbered"/>
    <dgm:cxn modelId="{E3E5150A-58BD-4918-9714-8772E7139A50}" type="presParOf" srcId="{095378BB-1BF1-4BE0-B669-AC0C6F4D3A37}" destId="{0DED9C8C-C04A-40CD-81DD-91A08F324D96}" srcOrd="0" destOrd="0" presId="urn:microsoft.com/office/officeart/2016/7/layout/BasicLinearProcessNumbered"/>
    <dgm:cxn modelId="{97EBD161-1684-412B-8AF0-AB159042CE2C}" type="presParOf" srcId="{095378BB-1BF1-4BE0-B669-AC0C6F4D3A37}" destId="{EE131137-9A3B-441A-922C-32F8303F1009}" srcOrd="1" destOrd="0" presId="urn:microsoft.com/office/officeart/2016/7/layout/BasicLinearProcessNumbered"/>
    <dgm:cxn modelId="{AD2F03CB-554C-4A3D-9C43-3A2525085AE1}" type="presParOf" srcId="{095378BB-1BF1-4BE0-B669-AC0C6F4D3A37}" destId="{86F2E8ED-71FF-49BD-8A0E-DEA336014B40}" srcOrd="2" destOrd="0" presId="urn:microsoft.com/office/officeart/2016/7/layout/BasicLinearProcessNumbered"/>
    <dgm:cxn modelId="{082BAAD0-59BA-43F7-A7A7-19012705FF50}" type="presParOf" srcId="{095378BB-1BF1-4BE0-B669-AC0C6F4D3A37}" destId="{080FE0FA-58A4-4F64-A911-357850DBABFB}" srcOrd="3" destOrd="0" presId="urn:microsoft.com/office/officeart/2016/7/layout/BasicLinearProcessNumbered"/>
    <dgm:cxn modelId="{9CDC696F-B2B5-49DE-B1D6-D43C01CAA678}" type="presParOf" srcId="{65393BC7-D67A-4192-8523-E245327DBAEF}" destId="{1D1AD822-177A-46A2-A20E-C1D7A4BD554A}" srcOrd="1" destOrd="0" presId="urn:microsoft.com/office/officeart/2016/7/layout/BasicLinearProcessNumbered"/>
    <dgm:cxn modelId="{950FB8F1-595C-4707-84A5-9F07EF0CFF5B}" type="presParOf" srcId="{65393BC7-D67A-4192-8523-E245327DBAEF}" destId="{81000432-A246-497B-BC44-A95ABF4420B8}" srcOrd="2" destOrd="0" presId="urn:microsoft.com/office/officeart/2016/7/layout/BasicLinearProcessNumbered"/>
    <dgm:cxn modelId="{8469FAD3-D021-421F-B7D2-D4A6A22463B2}" type="presParOf" srcId="{81000432-A246-497B-BC44-A95ABF4420B8}" destId="{9CF8A713-1119-4044-84AB-F0BAEE8D49DA}" srcOrd="0" destOrd="0" presId="urn:microsoft.com/office/officeart/2016/7/layout/BasicLinearProcessNumbered"/>
    <dgm:cxn modelId="{4A4E51F1-8A9F-4AB1-888A-727F04F68C6D}" type="presParOf" srcId="{81000432-A246-497B-BC44-A95ABF4420B8}" destId="{2AA4E1FC-DE78-4500-A46F-01BDF9F3280D}" srcOrd="1" destOrd="0" presId="urn:microsoft.com/office/officeart/2016/7/layout/BasicLinearProcessNumbered"/>
    <dgm:cxn modelId="{37CFED19-0941-48FA-ADAD-6906699DCAAE}" type="presParOf" srcId="{81000432-A246-497B-BC44-A95ABF4420B8}" destId="{F0D761D2-768E-4638-941A-0AEB119CDEE5}" srcOrd="2" destOrd="0" presId="urn:microsoft.com/office/officeart/2016/7/layout/BasicLinearProcessNumbered"/>
    <dgm:cxn modelId="{8A2F4C09-4969-48DD-8DA7-D5D39A7EF53E}" type="presParOf" srcId="{81000432-A246-497B-BC44-A95ABF4420B8}" destId="{25DF778B-0B74-42F5-81F5-95A8C234A535}" srcOrd="3" destOrd="0" presId="urn:microsoft.com/office/officeart/2016/7/layout/BasicLinearProcessNumbered"/>
    <dgm:cxn modelId="{AB66EA72-10CB-4856-8F46-57C3C35CF9C7}" type="presParOf" srcId="{65393BC7-D67A-4192-8523-E245327DBAEF}" destId="{7339B9B5-D29B-4DB4-8CD3-B9C926A085C4}" srcOrd="3" destOrd="0" presId="urn:microsoft.com/office/officeart/2016/7/layout/BasicLinearProcessNumbered"/>
    <dgm:cxn modelId="{AE50DC13-6FDE-41CA-8B53-3A49599492DE}" type="presParOf" srcId="{65393BC7-D67A-4192-8523-E245327DBAEF}" destId="{67DD9462-B9D1-48A3-A6FE-EEDDA82C9D7A}" srcOrd="4" destOrd="0" presId="urn:microsoft.com/office/officeart/2016/7/layout/BasicLinearProcessNumbered"/>
    <dgm:cxn modelId="{C3C9D4FA-6BA3-40C5-93A7-AA6429D683EB}" type="presParOf" srcId="{67DD9462-B9D1-48A3-A6FE-EEDDA82C9D7A}" destId="{03B2EB4E-E67E-4C71-80EF-419280E13457}" srcOrd="0" destOrd="0" presId="urn:microsoft.com/office/officeart/2016/7/layout/BasicLinearProcessNumbered"/>
    <dgm:cxn modelId="{CDEA2943-7D01-4799-9B3E-8FB6357E9B18}" type="presParOf" srcId="{67DD9462-B9D1-48A3-A6FE-EEDDA82C9D7A}" destId="{B576EBDE-A31A-4AE6-B222-4371AEE2B0D3}" srcOrd="1" destOrd="0" presId="urn:microsoft.com/office/officeart/2016/7/layout/BasicLinearProcessNumbered"/>
    <dgm:cxn modelId="{7692656F-C287-4959-A9F9-63E528CBD321}" type="presParOf" srcId="{67DD9462-B9D1-48A3-A6FE-EEDDA82C9D7A}" destId="{8CB5715C-B424-44D5-81E7-245DFC530606}" srcOrd="2" destOrd="0" presId="urn:microsoft.com/office/officeart/2016/7/layout/BasicLinearProcessNumbered"/>
    <dgm:cxn modelId="{FA4F959C-87E1-4D45-B083-235F8BAFB0F5}" type="presParOf" srcId="{67DD9462-B9D1-48A3-A6FE-EEDDA82C9D7A}" destId="{EFAC90DA-DD27-45F8-B687-30FCF4FC4085}" srcOrd="3" destOrd="0" presId="urn:microsoft.com/office/officeart/2016/7/layout/BasicLinearProcessNumbered"/>
    <dgm:cxn modelId="{C8A514B2-B45E-4B96-8463-DC7F196609EE}" type="presParOf" srcId="{65393BC7-D67A-4192-8523-E245327DBAEF}" destId="{187D72B8-9F84-4748-BDED-7E373ED390E9}" srcOrd="5" destOrd="0" presId="urn:microsoft.com/office/officeart/2016/7/layout/BasicLinearProcessNumbered"/>
    <dgm:cxn modelId="{38A5D1DF-8D82-4EA0-8B24-E31198AA6599}" type="presParOf" srcId="{65393BC7-D67A-4192-8523-E245327DBAEF}" destId="{1EFF2DC1-84C4-4D93-9847-A6E1B31CC8FB}" srcOrd="6" destOrd="0" presId="urn:microsoft.com/office/officeart/2016/7/layout/BasicLinearProcessNumbered"/>
    <dgm:cxn modelId="{FE1A93A0-D03E-4859-A63B-9068DC254584}" type="presParOf" srcId="{1EFF2DC1-84C4-4D93-9847-A6E1B31CC8FB}" destId="{E664C6A3-B5C3-40D8-BD93-6ABEDEAB18C5}" srcOrd="0" destOrd="0" presId="urn:microsoft.com/office/officeart/2016/7/layout/BasicLinearProcessNumbered"/>
    <dgm:cxn modelId="{7D6154A3-E5D8-453C-B812-066E01CCF866}" type="presParOf" srcId="{1EFF2DC1-84C4-4D93-9847-A6E1B31CC8FB}" destId="{2A891B82-0D4E-45EF-8F37-DDFDC7C15AA0}" srcOrd="1" destOrd="0" presId="urn:microsoft.com/office/officeart/2016/7/layout/BasicLinearProcessNumbered"/>
    <dgm:cxn modelId="{1856F7F3-73B7-4E67-B8DE-8B79304109FA}" type="presParOf" srcId="{1EFF2DC1-84C4-4D93-9847-A6E1B31CC8FB}" destId="{6D13D9BA-A433-4DC4-8BFB-B089DC63C2E8}" srcOrd="2" destOrd="0" presId="urn:microsoft.com/office/officeart/2016/7/layout/BasicLinearProcessNumbered"/>
    <dgm:cxn modelId="{2B1BFB55-38CB-4042-9CCF-B6C0FBB7328B}" type="presParOf" srcId="{1EFF2DC1-84C4-4D93-9847-A6E1B31CC8FB}" destId="{F3608730-F8A3-4832-8C2D-2B6747E9632C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9551FC59-B94D-4514-94F6-44E7CA5EA503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A8DEADB-C63C-4E37-997A-1FA2F945A445}">
      <dgm:prSet/>
      <dgm:spPr/>
      <dgm:t>
        <a:bodyPr/>
        <a:lstStyle/>
        <a:p>
          <a:r>
            <a:rPr lang="en-US"/>
            <a:t>Suction mouth &amp; nose</a:t>
          </a:r>
        </a:p>
      </dgm:t>
    </dgm:pt>
    <dgm:pt modelId="{8B022CF6-070E-4EC2-849D-941D5623F893}" type="parTrans" cxnId="{220B6F0B-62F9-4B78-AFE4-FB105C9C8010}">
      <dgm:prSet/>
      <dgm:spPr/>
      <dgm:t>
        <a:bodyPr/>
        <a:lstStyle/>
        <a:p>
          <a:endParaRPr lang="en-US"/>
        </a:p>
      </dgm:t>
    </dgm:pt>
    <dgm:pt modelId="{1DE8C2D8-E2C4-4FF0-B0C5-2B3AC8849BDB}" type="sibTrans" cxnId="{220B6F0B-62F9-4B78-AFE4-FB105C9C8010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F8EE5D8E-9BE3-49F3-A96D-18FE6E9F6E6D}">
      <dgm:prSet/>
      <dgm:spPr/>
      <dgm:t>
        <a:bodyPr/>
        <a:lstStyle/>
        <a:p>
          <a:r>
            <a:rPr lang="en-US"/>
            <a:t>Position ensuring clear airway</a:t>
          </a:r>
        </a:p>
      </dgm:t>
    </dgm:pt>
    <dgm:pt modelId="{E219D35E-6D9E-45A5-A5C0-DB91313AEB70}" type="parTrans" cxnId="{C2CB8910-70F9-4A33-9AD5-D4D468FEA5FA}">
      <dgm:prSet/>
      <dgm:spPr/>
      <dgm:t>
        <a:bodyPr/>
        <a:lstStyle/>
        <a:p>
          <a:endParaRPr lang="en-US"/>
        </a:p>
      </dgm:t>
    </dgm:pt>
    <dgm:pt modelId="{66B98E53-E342-4F22-B98E-BA563A897AE0}" type="sibTrans" cxnId="{C2CB8910-70F9-4A33-9AD5-D4D468FEA5FA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9C844720-82FF-4044-BEAD-6166D4F200A9}">
      <dgm:prSet/>
      <dgm:spPr/>
      <dgm:t>
        <a:bodyPr/>
        <a:lstStyle/>
        <a:p>
          <a:r>
            <a:rPr lang="en-US"/>
            <a:t>Use pulse oximeter</a:t>
          </a:r>
        </a:p>
      </dgm:t>
    </dgm:pt>
    <dgm:pt modelId="{80DDF31D-D48E-4BDA-861A-4CCF5813272B}" type="parTrans" cxnId="{2BA02C81-879B-41F1-B4D4-E05871750BFA}">
      <dgm:prSet/>
      <dgm:spPr/>
      <dgm:t>
        <a:bodyPr/>
        <a:lstStyle/>
        <a:p>
          <a:endParaRPr lang="en-US"/>
        </a:p>
      </dgm:t>
    </dgm:pt>
    <dgm:pt modelId="{7BCE0F8D-96B2-40CF-9188-02AF8F517229}" type="sibTrans" cxnId="{2BA02C81-879B-41F1-B4D4-E05871750BFA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61294B6-A260-4083-B014-C178D5D7D260}">
      <dgm:prSet/>
      <dgm:spPr/>
      <dgm:t>
        <a:bodyPr/>
        <a:lstStyle/>
        <a:p>
          <a:r>
            <a:rPr lang="en-US"/>
            <a:t>Give Oxygen by nasal prongs</a:t>
          </a:r>
        </a:p>
      </dgm:t>
    </dgm:pt>
    <dgm:pt modelId="{938A71CC-ADE9-4D5D-B844-B2605EA5D1B2}" type="parTrans" cxnId="{6027186A-56B9-4C3C-81C2-BFF52031544E}">
      <dgm:prSet/>
      <dgm:spPr/>
      <dgm:t>
        <a:bodyPr/>
        <a:lstStyle/>
        <a:p>
          <a:endParaRPr lang="en-US"/>
        </a:p>
      </dgm:t>
    </dgm:pt>
    <dgm:pt modelId="{8419FF81-5B9E-41D8-9E7A-DB0B86A73F1C}" type="sibTrans" cxnId="{6027186A-56B9-4C3C-81C2-BFF52031544E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A8B2D0DB-3624-45C1-A5EB-29EB51314E2C}">
      <dgm:prSet/>
      <dgm:spPr/>
      <dgm:t>
        <a:bodyPr/>
        <a:lstStyle/>
        <a:p>
          <a:r>
            <a:rPr lang="en-US"/>
            <a:t>Maintain oxygen saturation at &gt;90%</a:t>
          </a:r>
        </a:p>
      </dgm:t>
    </dgm:pt>
    <dgm:pt modelId="{B602B8C1-AAE1-4911-B605-1B6A5D7D8629}" type="parTrans" cxnId="{D2B02EC8-A494-413C-9B68-2469E0F4ABD3}">
      <dgm:prSet/>
      <dgm:spPr/>
      <dgm:t>
        <a:bodyPr/>
        <a:lstStyle/>
        <a:p>
          <a:endParaRPr lang="en-US"/>
        </a:p>
      </dgm:t>
    </dgm:pt>
    <dgm:pt modelId="{FC91E97C-41DF-46B4-8E7E-0621D8F6B432}" type="sibTrans" cxnId="{D2B02EC8-A494-413C-9B68-2469E0F4ABD3}">
      <dgm:prSet phldrT="5" phldr="0"/>
      <dgm:spPr/>
      <dgm:t>
        <a:bodyPr/>
        <a:lstStyle/>
        <a:p>
          <a:r>
            <a:rPr lang="en-US"/>
            <a:t>5</a:t>
          </a:r>
        </a:p>
      </dgm:t>
    </dgm:pt>
    <dgm:pt modelId="{116A1CB3-4020-4A24-8740-4CB4D5A4FF71}" type="pres">
      <dgm:prSet presAssocID="{9551FC59-B94D-4514-94F6-44E7CA5EA503}" presName="Name0" presStyleCnt="0">
        <dgm:presLayoutVars>
          <dgm:animLvl val="lvl"/>
          <dgm:resizeHandles val="exact"/>
        </dgm:presLayoutVars>
      </dgm:prSet>
      <dgm:spPr/>
    </dgm:pt>
    <dgm:pt modelId="{9CFD99E7-2325-4C90-A8E5-8D14E696FF42}" type="pres">
      <dgm:prSet presAssocID="{AA8DEADB-C63C-4E37-997A-1FA2F945A445}" presName="compositeNode" presStyleCnt="0">
        <dgm:presLayoutVars>
          <dgm:bulletEnabled val="1"/>
        </dgm:presLayoutVars>
      </dgm:prSet>
      <dgm:spPr/>
    </dgm:pt>
    <dgm:pt modelId="{6D819AE1-40D5-452D-96AC-2212D160EF1E}" type="pres">
      <dgm:prSet presAssocID="{AA8DEADB-C63C-4E37-997A-1FA2F945A445}" presName="bgRect" presStyleLbl="bgAccFollowNode1" presStyleIdx="0" presStyleCnt="5"/>
      <dgm:spPr/>
    </dgm:pt>
    <dgm:pt modelId="{3F18B65B-616E-46BE-A1B5-D077C2815E4C}" type="pres">
      <dgm:prSet presAssocID="{1DE8C2D8-E2C4-4FF0-B0C5-2B3AC8849BDB}" presName="sibTransNodeCircle" presStyleLbl="alignNode1" presStyleIdx="0" presStyleCnt="10">
        <dgm:presLayoutVars>
          <dgm:chMax val="0"/>
          <dgm:bulletEnabled/>
        </dgm:presLayoutVars>
      </dgm:prSet>
      <dgm:spPr/>
    </dgm:pt>
    <dgm:pt modelId="{79309D95-E948-48F6-8F12-86CB8BD23991}" type="pres">
      <dgm:prSet presAssocID="{AA8DEADB-C63C-4E37-997A-1FA2F945A445}" presName="bottomLine" presStyleLbl="alignNode1" presStyleIdx="1" presStyleCnt="10">
        <dgm:presLayoutVars/>
      </dgm:prSet>
      <dgm:spPr/>
    </dgm:pt>
    <dgm:pt modelId="{E6D5118A-AA09-4D26-A028-61C8456A8057}" type="pres">
      <dgm:prSet presAssocID="{AA8DEADB-C63C-4E37-997A-1FA2F945A445}" presName="nodeText" presStyleLbl="bgAccFollowNode1" presStyleIdx="0" presStyleCnt="5">
        <dgm:presLayoutVars>
          <dgm:bulletEnabled val="1"/>
        </dgm:presLayoutVars>
      </dgm:prSet>
      <dgm:spPr/>
    </dgm:pt>
    <dgm:pt modelId="{F2723C58-E248-48FB-B994-236268152101}" type="pres">
      <dgm:prSet presAssocID="{1DE8C2D8-E2C4-4FF0-B0C5-2B3AC8849BDB}" presName="sibTrans" presStyleCnt="0"/>
      <dgm:spPr/>
    </dgm:pt>
    <dgm:pt modelId="{1AB17409-D365-481B-B002-B4D70157497A}" type="pres">
      <dgm:prSet presAssocID="{F8EE5D8E-9BE3-49F3-A96D-18FE6E9F6E6D}" presName="compositeNode" presStyleCnt="0">
        <dgm:presLayoutVars>
          <dgm:bulletEnabled val="1"/>
        </dgm:presLayoutVars>
      </dgm:prSet>
      <dgm:spPr/>
    </dgm:pt>
    <dgm:pt modelId="{4BFA0797-0A23-4986-AA93-FB8EB93657E8}" type="pres">
      <dgm:prSet presAssocID="{F8EE5D8E-9BE3-49F3-A96D-18FE6E9F6E6D}" presName="bgRect" presStyleLbl="bgAccFollowNode1" presStyleIdx="1" presStyleCnt="5"/>
      <dgm:spPr/>
    </dgm:pt>
    <dgm:pt modelId="{F272FBEF-1643-428C-8098-CDA6A6C7556E}" type="pres">
      <dgm:prSet presAssocID="{66B98E53-E342-4F22-B98E-BA563A897AE0}" presName="sibTransNodeCircle" presStyleLbl="alignNode1" presStyleIdx="2" presStyleCnt="10">
        <dgm:presLayoutVars>
          <dgm:chMax val="0"/>
          <dgm:bulletEnabled/>
        </dgm:presLayoutVars>
      </dgm:prSet>
      <dgm:spPr/>
    </dgm:pt>
    <dgm:pt modelId="{B2D44A9C-BDFC-46C2-B2B9-18604842B79F}" type="pres">
      <dgm:prSet presAssocID="{F8EE5D8E-9BE3-49F3-A96D-18FE6E9F6E6D}" presName="bottomLine" presStyleLbl="alignNode1" presStyleIdx="3" presStyleCnt="10">
        <dgm:presLayoutVars/>
      </dgm:prSet>
      <dgm:spPr/>
    </dgm:pt>
    <dgm:pt modelId="{BA00B14F-72CE-49F3-B10A-246D61386123}" type="pres">
      <dgm:prSet presAssocID="{F8EE5D8E-9BE3-49F3-A96D-18FE6E9F6E6D}" presName="nodeText" presStyleLbl="bgAccFollowNode1" presStyleIdx="1" presStyleCnt="5">
        <dgm:presLayoutVars>
          <dgm:bulletEnabled val="1"/>
        </dgm:presLayoutVars>
      </dgm:prSet>
      <dgm:spPr/>
    </dgm:pt>
    <dgm:pt modelId="{958C2B11-05A6-43BA-86F1-D3EB5D79D59D}" type="pres">
      <dgm:prSet presAssocID="{66B98E53-E342-4F22-B98E-BA563A897AE0}" presName="sibTrans" presStyleCnt="0"/>
      <dgm:spPr/>
    </dgm:pt>
    <dgm:pt modelId="{DB0B38F4-3A66-4D57-83CE-518313524BE4}" type="pres">
      <dgm:prSet presAssocID="{9C844720-82FF-4044-BEAD-6166D4F200A9}" presName="compositeNode" presStyleCnt="0">
        <dgm:presLayoutVars>
          <dgm:bulletEnabled val="1"/>
        </dgm:presLayoutVars>
      </dgm:prSet>
      <dgm:spPr/>
    </dgm:pt>
    <dgm:pt modelId="{8B7CA981-3A7E-4310-A109-319864934CF9}" type="pres">
      <dgm:prSet presAssocID="{9C844720-82FF-4044-BEAD-6166D4F200A9}" presName="bgRect" presStyleLbl="bgAccFollowNode1" presStyleIdx="2" presStyleCnt="5"/>
      <dgm:spPr/>
    </dgm:pt>
    <dgm:pt modelId="{376F5737-5592-4C00-BE5A-9D933877D5A7}" type="pres">
      <dgm:prSet presAssocID="{7BCE0F8D-96B2-40CF-9188-02AF8F517229}" presName="sibTransNodeCircle" presStyleLbl="alignNode1" presStyleIdx="4" presStyleCnt="10">
        <dgm:presLayoutVars>
          <dgm:chMax val="0"/>
          <dgm:bulletEnabled/>
        </dgm:presLayoutVars>
      </dgm:prSet>
      <dgm:spPr/>
    </dgm:pt>
    <dgm:pt modelId="{5D54033C-AE1B-4C65-875C-EE51DF33CFFD}" type="pres">
      <dgm:prSet presAssocID="{9C844720-82FF-4044-BEAD-6166D4F200A9}" presName="bottomLine" presStyleLbl="alignNode1" presStyleIdx="5" presStyleCnt="10">
        <dgm:presLayoutVars/>
      </dgm:prSet>
      <dgm:spPr/>
    </dgm:pt>
    <dgm:pt modelId="{726D94DC-928B-453B-A881-9F3FBFDF9BC5}" type="pres">
      <dgm:prSet presAssocID="{9C844720-82FF-4044-BEAD-6166D4F200A9}" presName="nodeText" presStyleLbl="bgAccFollowNode1" presStyleIdx="2" presStyleCnt="5">
        <dgm:presLayoutVars>
          <dgm:bulletEnabled val="1"/>
        </dgm:presLayoutVars>
      </dgm:prSet>
      <dgm:spPr/>
    </dgm:pt>
    <dgm:pt modelId="{65F9180B-7FAC-4B16-A169-B30999BB32F7}" type="pres">
      <dgm:prSet presAssocID="{7BCE0F8D-96B2-40CF-9188-02AF8F517229}" presName="sibTrans" presStyleCnt="0"/>
      <dgm:spPr/>
    </dgm:pt>
    <dgm:pt modelId="{88CD1FDE-FADC-4005-B54F-CF54749B5FB8}" type="pres">
      <dgm:prSet presAssocID="{D61294B6-A260-4083-B014-C178D5D7D260}" presName="compositeNode" presStyleCnt="0">
        <dgm:presLayoutVars>
          <dgm:bulletEnabled val="1"/>
        </dgm:presLayoutVars>
      </dgm:prSet>
      <dgm:spPr/>
    </dgm:pt>
    <dgm:pt modelId="{95ABB425-9E6A-403D-9B51-9E6038E05C10}" type="pres">
      <dgm:prSet presAssocID="{D61294B6-A260-4083-B014-C178D5D7D260}" presName="bgRect" presStyleLbl="bgAccFollowNode1" presStyleIdx="3" presStyleCnt="5"/>
      <dgm:spPr/>
    </dgm:pt>
    <dgm:pt modelId="{FDF74484-08D4-492C-9140-8F5406283D43}" type="pres">
      <dgm:prSet presAssocID="{8419FF81-5B9E-41D8-9E7A-DB0B86A73F1C}" presName="sibTransNodeCircle" presStyleLbl="alignNode1" presStyleIdx="6" presStyleCnt="10">
        <dgm:presLayoutVars>
          <dgm:chMax val="0"/>
          <dgm:bulletEnabled/>
        </dgm:presLayoutVars>
      </dgm:prSet>
      <dgm:spPr/>
    </dgm:pt>
    <dgm:pt modelId="{AFEC56E2-BA96-4868-9288-BDEAAB97433E}" type="pres">
      <dgm:prSet presAssocID="{D61294B6-A260-4083-B014-C178D5D7D260}" presName="bottomLine" presStyleLbl="alignNode1" presStyleIdx="7" presStyleCnt="10">
        <dgm:presLayoutVars/>
      </dgm:prSet>
      <dgm:spPr/>
    </dgm:pt>
    <dgm:pt modelId="{3DCB4E0A-B953-42E2-B30C-ACE34B6A2EE5}" type="pres">
      <dgm:prSet presAssocID="{D61294B6-A260-4083-B014-C178D5D7D260}" presName="nodeText" presStyleLbl="bgAccFollowNode1" presStyleIdx="3" presStyleCnt="5">
        <dgm:presLayoutVars>
          <dgm:bulletEnabled val="1"/>
        </dgm:presLayoutVars>
      </dgm:prSet>
      <dgm:spPr/>
    </dgm:pt>
    <dgm:pt modelId="{6D6E50D4-3B44-4AA1-9E69-9AE2C17C5D68}" type="pres">
      <dgm:prSet presAssocID="{8419FF81-5B9E-41D8-9E7A-DB0B86A73F1C}" presName="sibTrans" presStyleCnt="0"/>
      <dgm:spPr/>
    </dgm:pt>
    <dgm:pt modelId="{2BC36DE4-A03C-4CEF-9B07-2DBDBF67D992}" type="pres">
      <dgm:prSet presAssocID="{A8B2D0DB-3624-45C1-A5EB-29EB51314E2C}" presName="compositeNode" presStyleCnt="0">
        <dgm:presLayoutVars>
          <dgm:bulletEnabled val="1"/>
        </dgm:presLayoutVars>
      </dgm:prSet>
      <dgm:spPr/>
    </dgm:pt>
    <dgm:pt modelId="{45E4668C-32DB-4570-8449-D3825525038C}" type="pres">
      <dgm:prSet presAssocID="{A8B2D0DB-3624-45C1-A5EB-29EB51314E2C}" presName="bgRect" presStyleLbl="bgAccFollowNode1" presStyleIdx="4" presStyleCnt="5"/>
      <dgm:spPr/>
    </dgm:pt>
    <dgm:pt modelId="{8F015EEC-9B9B-4A1E-A340-C94DF67ACA30}" type="pres">
      <dgm:prSet presAssocID="{FC91E97C-41DF-46B4-8E7E-0621D8F6B432}" presName="sibTransNodeCircle" presStyleLbl="alignNode1" presStyleIdx="8" presStyleCnt="10">
        <dgm:presLayoutVars>
          <dgm:chMax val="0"/>
          <dgm:bulletEnabled/>
        </dgm:presLayoutVars>
      </dgm:prSet>
      <dgm:spPr/>
    </dgm:pt>
    <dgm:pt modelId="{DA92CCA8-9638-4E03-B60D-D30BF4F999F7}" type="pres">
      <dgm:prSet presAssocID="{A8B2D0DB-3624-45C1-A5EB-29EB51314E2C}" presName="bottomLine" presStyleLbl="alignNode1" presStyleIdx="9" presStyleCnt="10">
        <dgm:presLayoutVars/>
      </dgm:prSet>
      <dgm:spPr/>
    </dgm:pt>
    <dgm:pt modelId="{BB76D01E-C21D-4D0A-8E1B-EDDC1EC2EA2B}" type="pres">
      <dgm:prSet presAssocID="{A8B2D0DB-3624-45C1-A5EB-29EB51314E2C}" presName="nodeText" presStyleLbl="bgAccFollowNode1" presStyleIdx="4" presStyleCnt="5">
        <dgm:presLayoutVars>
          <dgm:bulletEnabled val="1"/>
        </dgm:presLayoutVars>
      </dgm:prSet>
      <dgm:spPr/>
    </dgm:pt>
  </dgm:ptLst>
  <dgm:cxnLst>
    <dgm:cxn modelId="{A277DA01-AA4E-4D49-B987-D0A53073737A}" type="presOf" srcId="{A8B2D0DB-3624-45C1-A5EB-29EB51314E2C}" destId="{BB76D01E-C21D-4D0A-8E1B-EDDC1EC2EA2B}" srcOrd="1" destOrd="0" presId="urn:microsoft.com/office/officeart/2016/7/layout/BasicLinearProcessNumbered"/>
    <dgm:cxn modelId="{220B6F0B-62F9-4B78-AFE4-FB105C9C8010}" srcId="{9551FC59-B94D-4514-94F6-44E7CA5EA503}" destId="{AA8DEADB-C63C-4E37-997A-1FA2F945A445}" srcOrd="0" destOrd="0" parTransId="{8B022CF6-070E-4EC2-849D-941D5623F893}" sibTransId="{1DE8C2D8-E2C4-4FF0-B0C5-2B3AC8849BDB}"/>
    <dgm:cxn modelId="{C2CB8910-70F9-4A33-9AD5-D4D468FEA5FA}" srcId="{9551FC59-B94D-4514-94F6-44E7CA5EA503}" destId="{F8EE5D8E-9BE3-49F3-A96D-18FE6E9F6E6D}" srcOrd="1" destOrd="0" parTransId="{E219D35E-6D9E-45A5-A5C0-DB91313AEB70}" sibTransId="{66B98E53-E342-4F22-B98E-BA563A897AE0}"/>
    <dgm:cxn modelId="{B6D1942F-C5EC-4F52-BF17-1BCB8982515B}" type="presOf" srcId="{8419FF81-5B9E-41D8-9E7A-DB0B86A73F1C}" destId="{FDF74484-08D4-492C-9140-8F5406283D43}" srcOrd="0" destOrd="0" presId="urn:microsoft.com/office/officeart/2016/7/layout/BasicLinearProcessNumbered"/>
    <dgm:cxn modelId="{BCF43E30-7F4E-4999-8A75-005D7F565899}" type="presOf" srcId="{AA8DEADB-C63C-4E37-997A-1FA2F945A445}" destId="{E6D5118A-AA09-4D26-A028-61C8456A8057}" srcOrd="1" destOrd="0" presId="urn:microsoft.com/office/officeart/2016/7/layout/BasicLinearProcessNumbered"/>
    <dgm:cxn modelId="{83DDB53B-DFEF-4165-8BE0-1B5F24D762AB}" type="presOf" srcId="{9C844720-82FF-4044-BEAD-6166D4F200A9}" destId="{8B7CA981-3A7E-4310-A109-319864934CF9}" srcOrd="0" destOrd="0" presId="urn:microsoft.com/office/officeart/2016/7/layout/BasicLinearProcessNumbered"/>
    <dgm:cxn modelId="{16A35A62-9A11-4819-8A68-4CB346394C41}" type="presOf" srcId="{9C844720-82FF-4044-BEAD-6166D4F200A9}" destId="{726D94DC-928B-453B-A881-9F3FBFDF9BC5}" srcOrd="1" destOrd="0" presId="urn:microsoft.com/office/officeart/2016/7/layout/BasicLinearProcessNumbered"/>
    <dgm:cxn modelId="{6027186A-56B9-4C3C-81C2-BFF52031544E}" srcId="{9551FC59-B94D-4514-94F6-44E7CA5EA503}" destId="{D61294B6-A260-4083-B014-C178D5D7D260}" srcOrd="3" destOrd="0" parTransId="{938A71CC-ADE9-4D5D-B844-B2605EA5D1B2}" sibTransId="{8419FF81-5B9E-41D8-9E7A-DB0B86A73F1C}"/>
    <dgm:cxn modelId="{97366574-714C-4865-9D72-3D4089A2E131}" type="presOf" srcId="{F8EE5D8E-9BE3-49F3-A96D-18FE6E9F6E6D}" destId="{BA00B14F-72CE-49F3-B10A-246D61386123}" srcOrd="1" destOrd="0" presId="urn:microsoft.com/office/officeart/2016/7/layout/BasicLinearProcessNumbered"/>
    <dgm:cxn modelId="{3DC9DF54-C56F-4D88-8F9B-5F4D73A1A6BD}" type="presOf" srcId="{1DE8C2D8-E2C4-4FF0-B0C5-2B3AC8849BDB}" destId="{3F18B65B-616E-46BE-A1B5-D077C2815E4C}" srcOrd="0" destOrd="0" presId="urn:microsoft.com/office/officeart/2016/7/layout/BasicLinearProcessNumbered"/>
    <dgm:cxn modelId="{0405D756-7EC6-45AD-96B1-EBA59614EBFD}" type="presOf" srcId="{FC91E97C-41DF-46B4-8E7E-0621D8F6B432}" destId="{8F015EEC-9B9B-4A1E-A340-C94DF67ACA30}" srcOrd="0" destOrd="0" presId="urn:microsoft.com/office/officeart/2016/7/layout/BasicLinearProcessNumbered"/>
    <dgm:cxn modelId="{AB09FC7E-4742-4576-8673-C062DFC6B612}" type="presOf" srcId="{AA8DEADB-C63C-4E37-997A-1FA2F945A445}" destId="{6D819AE1-40D5-452D-96AC-2212D160EF1E}" srcOrd="0" destOrd="0" presId="urn:microsoft.com/office/officeart/2016/7/layout/BasicLinearProcessNumbered"/>
    <dgm:cxn modelId="{2BA02C81-879B-41F1-B4D4-E05871750BFA}" srcId="{9551FC59-B94D-4514-94F6-44E7CA5EA503}" destId="{9C844720-82FF-4044-BEAD-6166D4F200A9}" srcOrd="2" destOrd="0" parTransId="{80DDF31D-D48E-4BDA-861A-4CCF5813272B}" sibTransId="{7BCE0F8D-96B2-40CF-9188-02AF8F517229}"/>
    <dgm:cxn modelId="{88E58D8A-5248-45CD-AA8A-836E0B9A805C}" type="presOf" srcId="{D61294B6-A260-4083-B014-C178D5D7D260}" destId="{95ABB425-9E6A-403D-9B51-9E6038E05C10}" srcOrd="0" destOrd="0" presId="urn:microsoft.com/office/officeart/2016/7/layout/BasicLinearProcessNumbered"/>
    <dgm:cxn modelId="{E902DA8E-6F59-4B4F-8C18-98ECB4EF9D13}" type="presOf" srcId="{F8EE5D8E-9BE3-49F3-A96D-18FE6E9F6E6D}" destId="{4BFA0797-0A23-4986-AA93-FB8EB93657E8}" srcOrd="0" destOrd="0" presId="urn:microsoft.com/office/officeart/2016/7/layout/BasicLinearProcessNumbered"/>
    <dgm:cxn modelId="{D4257899-7104-45F3-B615-5724C963C6E6}" type="presOf" srcId="{7BCE0F8D-96B2-40CF-9188-02AF8F517229}" destId="{376F5737-5592-4C00-BE5A-9D933877D5A7}" srcOrd="0" destOrd="0" presId="urn:microsoft.com/office/officeart/2016/7/layout/BasicLinearProcessNumbered"/>
    <dgm:cxn modelId="{81CB9DA6-7E9C-420A-9BFE-FF452508BA6C}" type="presOf" srcId="{9551FC59-B94D-4514-94F6-44E7CA5EA503}" destId="{116A1CB3-4020-4A24-8740-4CB4D5A4FF71}" srcOrd="0" destOrd="0" presId="urn:microsoft.com/office/officeart/2016/7/layout/BasicLinearProcessNumbered"/>
    <dgm:cxn modelId="{6F64F3C3-49BA-4309-8603-931B24083905}" type="presOf" srcId="{A8B2D0DB-3624-45C1-A5EB-29EB51314E2C}" destId="{45E4668C-32DB-4570-8449-D3825525038C}" srcOrd="0" destOrd="0" presId="urn:microsoft.com/office/officeart/2016/7/layout/BasicLinearProcessNumbered"/>
    <dgm:cxn modelId="{D2B02EC8-A494-413C-9B68-2469E0F4ABD3}" srcId="{9551FC59-B94D-4514-94F6-44E7CA5EA503}" destId="{A8B2D0DB-3624-45C1-A5EB-29EB51314E2C}" srcOrd="4" destOrd="0" parTransId="{B602B8C1-AAE1-4911-B605-1B6A5D7D8629}" sibTransId="{FC91E97C-41DF-46B4-8E7E-0621D8F6B432}"/>
    <dgm:cxn modelId="{375E2CD7-A1B1-49AF-BF12-34A827E5AF5A}" type="presOf" srcId="{66B98E53-E342-4F22-B98E-BA563A897AE0}" destId="{F272FBEF-1643-428C-8098-CDA6A6C7556E}" srcOrd="0" destOrd="0" presId="urn:microsoft.com/office/officeart/2016/7/layout/BasicLinearProcessNumbered"/>
    <dgm:cxn modelId="{A03496E4-9281-41F4-82E1-4D1A0791F97F}" type="presOf" srcId="{D61294B6-A260-4083-B014-C178D5D7D260}" destId="{3DCB4E0A-B953-42E2-B30C-ACE34B6A2EE5}" srcOrd="1" destOrd="0" presId="urn:microsoft.com/office/officeart/2016/7/layout/BasicLinearProcessNumbered"/>
    <dgm:cxn modelId="{CE8F22BE-507F-41C3-B2BB-7444108F8C8D}" type="presParOf" srcId="{116A1CB3-4020-4A24-8740-4CB4D5A4FF71}" destId="{9CFD99E7-2325-4C90-A8E5-8D14E696FF42}" srcOrd="0" destOrd="0" presId="urn:microsoft.com/office/officeart/2016/7/layout/BasicLinearProcessNumbered"/>
    <dgm:cxn modelId="{1AE71D40-DCF4-4E40-A1B8-4A1433BEFAD6}" type="presParOf" srcId="{9CFD99E7-2325-4C90-A8E5-8D14E696FF42}" destId="{6D819AE1-40D5-452D-96AC-2212D160EF1E}" srcOrd="0" destOrd="0" presId="urn:microsoft.com/office/officeart/2016/7/layout/BasicLinearProcessNumbered"/>
    <dgm:cxn modelId="{0663BF83-B1BD-4578-AAE9-9D4F7136DC1A}" type="presParOf" srcId="{9CFD99E7-2325-4C90-A8E5-8D14E696FF42}" destId="{3F18B65B-616E-46BE-A1B5-D077C2815E4C}" srcOrd="1" destOrd="0" presId="urn:microsoft.com/office/officeart/2016/7/layout/BasicLinearProcessNumbered"/>
    <dgm:cxn modelId="{39F493CA-7A27-4CE9-B722-559E31A49BDF}" type="presParOf" srcId="{9CFD99E7-2325-4C90-A8E5-8D14E696FF42}" destId="{79309D95-E948-48F6-8F12-86CB8BD23991}" srcOrd="2" destOrd="0" presId="urn:microsoft.com/office/officeart/2016/7/layout/BasicLinearProcessNumbered"/>
    <dgm:cxn modelId="{FA1E07D1-8D1D-466C-84D2-4C55E9D8D441}" type="presParOf" srcId="{9CFD99E7-2325-4C90-A8E5-8D14E696FF42}" destId="{E6D5118A-AA09-4D26-A028-61C8456A8057}" srcOrd="3" destOrd="0" presId="urn:microsoft.com/office/officeart/2016/7/layout/BasicLinearProcessNumbered"/>
    <dgm:cxn modelId="{039C011F-A0E7-4C6D-9DCD-D4D308DCD149}" type="presParOf" srcId="{116A1CB3-4020-4A24-8740-4CB4D5A4FF71}" destId="{F2723C58-E248-48FB-B994-236268152101}" srcOrd="1" destOrd="0" presId="urn:microsoft.com/office/officeart/2016/7/layout/BasicLinearProcessNumbered"/>
    <dgm:cxn modelId="{CB870FCA-7420-44EA-B21B-5B62898CBCC4}" type="presParOf" srcId="{116A1CB3-4020-4A24-8740-4CB4D5A4FF71}" destId="{1AB17409-D365-481B-B002-B4D70157497A}" srcOrd="2" destOrd="0" presId="urn:microsoft.com/office/officeart/2016/7/layout/BasicLinearProcessNumbered"/>
    <dgm:cxn modelId="{9FE4BE2E-DEF7-4009-A319-85847BF5C254}" type="presParOf" srcId="{1AB17409-D365-481B-B002-B4D70157497A}" destId="{4BFA0797-0A23-4986-AA93-FB8EB93657E8}" srcOrd="0" destOrd="0" presId="urn:microsoft.com/office/officeart/2016/7/layout/BasicLinearProcessNumbered"/>
    <dgm:cxn modelId="{40284905-FBC3-41A0-9987-F293C260610B}" type="presParOf" srcId="{1AB17409-D365-481B-B002-B4D70157497A}" destId="{F272FBEF-1643-428C-8098-CDA6A6C7556E}" srcOrd="1" destOrd="0" presId="urn:microsoft.com/office/officeart/2016/7/layout/BasicLinearProcessNumbered"/>
    <dgm:cxn modelId="{7B0865A0-E4DD-4040-9F3D-B33EA1281213}" type="presParOf" srcId="{1AB17409-D365-481B-B002-B4D70157497A}" destId="{B2D44A9C-BDFC-46C2-B2B9-18604842B79F}" srcOrd="2" destOrd="0" presId="urn:microsoft.com/office/officeart/2016/7/layout/BasicLinearProcessNumbered"/>
    <dgm:cxn modelId="{2D8CBBD8-9F71-4C2A-B91F-0B1F0ADD2D92}" type="presParOf" srcId="{1AB17409-D365-481B-B002-B4D70157497A}" destId="{BA00B14F-72CE-49F3-B10A-246D61386123}" srcOrd="3" destOrd="0" presId="urn:microsoft.com/office/officeart/2016/7/layout/BasicLinearProcessNumbered"/>
    <dgm:cxn modelId="{05C2BD72-203C-4B11-8135-1CEFF5644E4B}" type="presParOf" srcId="{116A1CB3-4020-4A24-8740-4CB4D5A4FF71}" destId="{958C2B11-05A6-43BA-86F1-D3EB5D79D59D}" srcOrd="3" destOrd="0" presId="urn:microsoft.com/office/officeart/2016/7/layout/BasicLinearProcessNumbered"/>
    <dgm:cxn modelId="{5B2FF241-AE64-4531-B887-ED82620889BA}" type="presParOf" srcId="{116A1CB3-4020-4A24-8740-4CB4D5A4FF71}" destId="{DB0B38F4-3A66-4D57-83CE-518313524BE4}" srcOrd="4" destOrd="0" presId="urn:microsoft.com/office/officeart/2016/7/layout/BasicLinearProcessNumbered"/>
    <dgm:cxn modelId="{553BA746-7F11-44E4-A353-C44571445A99}" type="presParOf" srcId="{DB0B38F4-3A66-4D57-83CE-518313524BE4}" destId="{8B7CA981-3A7E-4310-A109-319864934CF9}" srcOrd="0" destOrd="0" presId="urn:microsoft.com/office/officeart/2016/7/layout/BasicLinearProcessNumbered"/>
    <dgm:cxn modelId="{05BAC002-0596-4D64-8A45-3ED81D006E95}" type="presParOf" srcId="{DB0B38F4-3A66-4D57-83CE-518313524BE4}" destId="{376F5737-5592-4C00-BE5A-9D933877D5A7}" srcOrd="1" destOrd="0" presId="urn:microsoft.com/office/officeart/2016/7/layout/BasicLinearProcessNumbered"/>
    <dgm:cxn modelId="{FC1C15F4-99EA-44F4-9ADB-5A97B53A1EE6}" type="presParOf" srcId="{DB0B38F4-3A66-4D57-83CE-518313524BE4}" destId="{5D54033C-AE1B-4C65-875C-EE51DF33CFFD}" srcOrd="2" destOrd="0" presId="urn:microsoft.com/office/officeart/2016/7/layout/BasicLinearProcessNumbered"/>
    <dgm:cxn modelId="{05CBC1B8-312E-415B-95DF-0526C582F44C}" type="presParOf" srcId="{DB0B38F4-3A66-4D57-83CE-518313524BE4}" destId="{726D94DC-928B-453B-A881-9F3FBFDF9BC5}" srcOrd="3" destOrd="0" presId="urn:microsoft.com/office/officeart/2016/7/layout/BasicLinearProcessNumbered"/>
    <dgm:cxn modelId="{60666E86-CB6D-46BB-A50E-7BF9EA6FD808}" type="presParOf" srcId="{116A1CB3-4020-4A24-8740-4CB4D5A4FF71}" destId="{65F9180B-7FAC-4B16-A169-B30999BB32F7}" srcOrd="5" destOrd="0" presId="urn:microsoft.com/office/officeart/2016/7/layout/BasicLinearProcessNumbered"/>
    <dgm:cxn modelId="{47FC1313-B451-4950-A39C-BC5ED03DCE26}" type="presParOf" srcId="{116A1CB3-4020-4A24-8740-4CB4D5A4FF71}" destId="{88CD1FDE-FADC-4005-B54F-CF54749B5FB8}" srcOrd="6" destOrd="0" presId="urn:microsoft.com/office/officeart/2016/7/layout/BasicLinearProcessNumbered"/>
    <dgm:cxn modelId="{12D7DEB9-15BA-4FD0-AF38-E27213F48373}" type="presParOf" srcId="{88CD1FDE-FADC-4005-B54F-CF54749B5FB8}" destId="{95ABB425-9E6A-403D-9B51-9E6038E05C10}" srcOrd="0" destOrd="0" presId="urn:microsoft.com/office/officeart/2016/7/layout/BasicLinearProcessNumbered"/>
    <dgm:cxn modelId="{A40692CE-BAE0-46C4-8E39-ABF49F8CD6BC}" type="presParOf" srcId="{88CD1FDE-FADC-4005-B54F-CF54749B5FB8}" destId="{FDF74484-08D4-492C-9140-8F5406283D43}" srcOrd="1" destOrd="0" presId="urn:microsoft.com/office/officeart/2016/7/layout/BasicLinearProcessNumbered"/>
    <dgm:cxn modelId="{C48B6033-C2E4-48FC-8524-B78C443D7FCF}" type="presParOf" srcId="{88CD1FDE-FADC-4005-B54F-CF54749B5FB8}" destId="{AFEC56E2-BA96-4868-9288-BDEAAB97433E}" srcOrd="2" destOrd="0" presId="urn:microsoft.com/office/officeart/2016/7/layout/BasicLinearProcessNumbered"/>
    <dgm:cxn modelId="{6D80C1C5-6415-45E2-9630-A02C7E99B510}" type="presParOf" srcId="{88CD1FDE-FADC-4005-B54F-CF54749B5FB8}" destId="{3DCB4E0A-B953-42E2-B30C-ACE34B6A2EE5}" srcOrd="3" destOrd="0" presId="urn:microsoft.com/office/officeart/2016/7/layout/BasicLinearProcessNumbered"/>
    <dgm:cxn modelId="{64465052-FB67-4926-8DBF-E83F0A493FD6}" type="presParOf" srcId="{116A1CB3-4020-4A24-8740-4CB4D5A4FF71}" destId="{6D6E50D4-3B44-4AA1-9E69-9AE2C17C5D68}" srcOrd="7" destOrd="0" presId="urn:microsoft.com/office/officeart/2016/7/layout/BasicLinearProcessNumbered"/>
    <dgm:cxn modelId="{87B5E8BA-BCB1-4282-A080-87FC9A3BC473}" type="presParOf" srcId="{116A1CB3-4020-4A24-8740-4CB4D5A4FF71}" destId="{2BC36DE4-A03C-4CEF-9B07-2DBDBF67D992}" srcOrd="8" destOrd="0" presId="urn:microsoft.com/office/officeart/2016/7/layout/BasicLinearProcessNumbered"/>
    <dgm:cxn modelId="{833DCD3E-41BD-4729-9B9F-33B26F8ECB5F}" type="presParOf" srcId="{2BC36DE4-A03C-4CEF-9B07-2DBDBF67D992}" destId="{45E4668C-32DB-4570-8449-D3825525038C}" srcOrd="0" destOrd="0" presId="urn:microsoft.com/office/officeart/2016/7/layout/BasicLinearProcessNumbered"/>
    <dgm:cxn modelId="{33D83D6F-636F-4CD6-BED0-0A2489702694}" type="presParOf" srcId="{2BC36DE4-A03C-4CEF-9B07-2DBDBF67D992}" destId="{8F015EEC-9B9B-4A1E-A340-C94DF67ACA30}" srcOrd="1" destOrd="0" presId="urn:microsoft.com/office/officeart/2016/7/layout/BasicLinearProcessNumbered"/>
    <dgm:cxn modelId="{72DA61CE-0CDA-4004-8EA5-F071940F00B5}" type="presParOf" srcId="{2BC36DE4-A03C-4CEF-9B07-2DBDBF67D992}" destId="{DA92CCA8-9638-4E03-B60D-D30BF4F999F7}" srcOrd="2" destOrd="0" presId="urn:microsoft.com/office/officeart/2016/7/layout/BasicLinearProcessNumbered"/>
    <dgm:cxn modelId="{53AAECD3-E542-4B6A-810D-4B5BF59BF0D7}" type="presParOf" srcId="{2BC36DE4-A03C-4CEF-9B07-2DBDBF67D992}" destId="{BB76D01E-C21D-4D0A-8E1B-EDDC1EC2EA2B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2344F2-C5F7-4096-B96A-FB10A15642C9}">
      <dsp:nvSpPr>
        <dsp:cNvPr id="0" name=""/>
        <dsp:cNvSpPr/>
      </dsp:nvSpPr>
      <dsp:spPr>
        <a:xfrm>
          <a:off x="1363772" y="2837"/>
          <a:ext cx="5455089" cy="1470036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5844" tIns="373389" rIns="105844" bIns="373389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Warm the baby (Skin-to-skin contact, Keep baby with mother, wrap the baby)</a:t>
          </a:r>
        </a:p>
      </dsp:txBody>
      <dsp:txXfrm>
        <a:off x="1363772" y="2837"/>
        <a:ext cx="5455089" cy="1470036"/>
      </dsp:txXfrm>
    </dsp:sp>
    <dsp:sp modelId="{B9907990-5781-47E5-B86F-2D036C934E2A}">
      <dsp:nvSpPr>
        <dsp:cNvPr id="0" name=""/>
        <dsp:cNvSpPr/>
      </dsp:nvSpPr>
      <dsp:spPr>
        <a:xfrm>
          <a:off x="0" y="2837"/>
          <a:ext cx="1363772" cy="1470036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166" tIns="145207" rIns="72166" bIns="145207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T</a:t>
          </a:r>
        </a:p>
      </dsp:txBody>
      <dsp:txXfrm>
        <a:off x="0" y="2837"/>
        <a:ext cx="1363772" cy="1470036"/>
      </dsp:txXfrm>
    </dsp:sp>
    <dsp:sp modelId="{98F63C02-5214-43F1-8F95-A27930A9B004}">
      <dsp:nvSpPr>
        <dsp:cNvPr id="0" name=""/>
        <dsp:cNvSpPr/>
      </dsp:nvSpPr>
      <dsp:spPr>
        <a:xfrm>
          <a:off x="1363772" y="1561076"/>
          <a:ext cx="5455089" cy="1470036"/>
        </a:xfrm>
        <a:prstGeom prst="rect">
          <a:avLst/>
        </a:prstGeom>
        <a:solidFill>
          <a:schemeClr val="accent5">
            <a:tint val="40000"/>
            <a:alpha val="90000"/>
            <a:hueOff val="-3981555"/>
            <a:satOff val="889"/>
            <a:lumOff val="134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3981555"/>
              <a:satOff val="889"/>
              <a:lumOff val="13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5844" tIns="373389" rIns="105844" bIns="373389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Suction the airway if essential</a:t>
          </a:r>
        </a:p>
      </dsp:txBody>
      <dsp:txXfrm>
        <a:off x="1363772" y="1561076"/>
        <a:ext cx="5455089" cy="1470036"/>
      </dsp:txXfrm>
    </dsp:sp>
    <dsp:sp modelId="{5006560B-26FC-4CFE-A2E3-8A61B1EE22F7}">
      <dsp:nvSpPr>
        <dsp:cNvPr id="0" name=""/>
        <dsp:cNvSpPr/>
      </dsp:nvSpPr>
      <dsp:spPr>
        <a:xfrm>
          <a:off x="0" y="1561076"/>
          <a:ext cx="1363772" cy="1470036"/>
        </a:xfrm>
        <a:prstGeom prst="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5">
              <a:hueOff val="-4050717"/>
              <a:satOff val="-275"/>
              <a:lumOff val="65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166" tIns="145207" rIns="72166" bIns="145207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A</a:t>
          </a:r>
        </a:p>
      </dsp:txBody>
      <dsp:txXfrm>
        <a:off x="0" y="1561076"/>
        <a:ext cx="1363772" cy="1470036"/>
      </dsp:txXfrm>
    </dsp:sp>
    <dsp:sp modelId="{6C61756F-B836-4713-989D-2C3E585EECD8}">
      <dsp:nvSpPr>
        <dsp:cNvPr id="0" name=""/>
        <dsp:cNvSpPr/>
      </dsp:nvSpPr>
      <dsp:spPr>
        <a:xfrm>
          <a:off x="1363772" y="3119315"/>
          <a:ext cx="5455089" cy="1470036"/>
        </a:xfrm>
        <a:prstGeom prst="rect">
          <a:avLst/>
        </a:prstGeom>
        <a:solidFill>
          <a:schemeClr val="accent5">
            <a:tint val="40000"/>
            <a:alpha val="90000"/>
            <a:hueOff val="-7963110"/>
            <a:satOff val="1778"/>
            <a:lumOff val="267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7963110"/>
              <a:satOff val="1778"/>
              <a:lumOff val="26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5844" tIns="373389" rIns="105844" bIns="373389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Oxygenate if needed</a:t>
          </a:r>
        </a:p>
      </dsp:txBody>
      <dsp:txXfrm>
        <a:off x="1363772" y="3119315"/>
        <a:ext cx="5455089" cy="1470036"/>
      </dsp:txXfrm>
    </dsp:sp>
    <dsp:sp modelId="{46246EF2-5097-4FA9-B96A-5884079EA13D}">
      <dsp:nvSpPr>
        <dsp:cNvPr id="0" name=""/>
        <dsp:cNvSpPr/>
      </dsp:nvSpPr>
      <dsp:spPr>
        <a:xfrm>
          <a:off x="0" y="3119315"/>
          <a:ext cx="1363772" cy="1470036"/>
        </a:xfrm>
        <a:prstGeom prst="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5">
              <a:hueOff val="-8101434"/>
              <a:satOff val="-551"/>
              <a:lumOff val="130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166" tIns="145207" rIns="72166" bIns="145207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B</a:t>
          </a:r>
        </a:p>
      </dsp:txBody>
      <dsp:txXfrm>
        <a:off x="0" y="3119315"/>
        <a:ext cx="1363772" cy="1470036"/>
      </dsp:txXfrm>
    </dsp:sp>
    <dsp:sp modelId="{A5A840C8-2E1D-40B7-B484-71BB2D150175}">
      <dsp:nvSpPr>
        <dsp:cNvPr id="0" name=""/>
        <dsp:cNvSpPr/>
      </dsp:nvSpPr>
      <dsp:spPr>
        <a:xfrm>
          <a:off x="1363772" y="4677554"/>
          <a:ext cx="5455089" cy="1470036"/>
        </a:xfrm>
        <a:prstGeom prst="rect">
          <a:avLst/>
        </a:prstGeom>
        <a:solidFill>
          <a:schemeClr val="accent5">
            <a:tint val="40000"/>
            <a:alpha val="90000"/>
            <a:hueOff val="-11944666"/>
            <a:satOff val="2667"/>
            <a:lumOff val="401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11944666"/>
              <a:satOff val="2667"/>
              <a:lumOff val="40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5844" tIns="373389" rIns="105844" bIns="373389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Give/arrange medications as per physician’s order</a:t>
          </a:r>
        </a:p>
      </dsp:txBody>
      <dsp:txXfrm>
        <a:off x="1363772" y="4677554"/>
        <a:ext cx="5455089" cy="1470036"/>
      </dsp:txXfrm>
    </dsp:sp>
    <dsp:sp modelId="{E84E8DC6-C9AC-417A-B123-6F328712D513}">
      <dsp:nvSpPr>
        <dsp:cNvPr id="0" name=""/>
        <dsp:cNvSpPr/>
      </dsp:nvSpPr>
      <dsp:spPr>
        <a:xfrm>
          <a:off x="0" y="4677554"/>
          <a:ext cx="1363772" cy="1470036"/>
        </a:xfrm>
        <a:prstGeom prst="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166" tIns="145207" rIns="72166" bIns="145207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C</a:t>
          </a:r>
        </a:p>
      </dsp:txBody>
      <dsp:txXfrm>
        <a:off x="0" y="4677554"/>
        <a:ext cx="1363772" cy="1470036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ED9C8C-C04A-40CD-81DD-91A08F324D96}">
      <dsp:nvSpPr>
        <dsp:cNvPr id="0" name=""/>
        <dsp:cNvSpPr/>
      </dsp:nvSpPr>
      <dsp:spPr>
        <a:xfrm>
          <a:off x="3201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Identify facility of referral</a:t>
          </a:r>
        </a:p>
      </dsp:txBody>
      <dsp:txXfrm>
        <a:off x="3201" y="1669704"/>
        <a:ext cx="2539866" cy="2133487"/>
      </dsp:txXfrm>
    </dsp:sp>
    <dsp:sp modelId="{EE131137-9A3B-441A-922C-32F8303F1009}">
      <dsp:nvSpPr>
        <dsp:cNvPr id="0" name=""/>
        <dsp:cNvSpPr/>
      </dsp:nvSpPr>
      <dsp:spPr>
        <a:xfrm>
          <a:off x="739762" y="674077"/>
          <a:ext cx="1066743" cy="106674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895983" y="830298"/>
        <a:ext cx="754301" cy="754301"/>
      </dsp:txXfrm>
    </dsp:sp>
    <dsp:sp modelId="{86F2E8ED-71FF-49BD-8A0E-DEA336014B40}">
      <dsp:nvSpPr>
        <dsp:cNvPr id="0" name=""/>
        <dsp:cNvSpPr/>
      </dsp:nvSpPr>
      <dsp:spPr>
        <a:xfrm>
          <a:off x="3201" y="3874237"/>
          <a:ext cx="2539866" cy="72"/>
        </a:xfrm>
        <a:prstGeom prst="rect">
          <a:avLst/>
        </a:prstGeom>
        <a:solidFill>
          <a:schemeClr val="accent2">
            <a:hueOff val="920516"/>
            <a:satOff val="-2642"/>
            <a:lumOff val="-4230"/>
            <a:alphaOff val="0"/>
          </a:schemeClr>
        </a:solidFill>
        <a:ln w="19050" cap="flat" cmpd="sng" algn="ctr">
          <a:solidFill>
            <a:schemeClr val="accent2">
              <a:hueOff val="920516"/>
              <a:satOff val="-2642"/>
              <a:lumOff val="-423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F8A713-1119-4044-84AB-F0BAEE8D49DA}">
      <dsp:nvSpPr>
        <dsp:cNvPr id="0" name=""/>
        <dsp:cNvSpPr/>
      </dsp:nvSpPr>
      <dsp:spPr>
        <a:xfrm>
          <a:off x="2797054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2244908"/>
            <a:satOff val="-20744"/>
            <a:lumOff val="-233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2244908"/>
              <a:satOff val="-20744"/>
              <a:lumOff val="-23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Inform the nursing officer &amp; MO in-charge (over phone)</a:t>
          </a:r>
        </a:p>
      </dsp:txBody>
      <dsp:txXfrm>
        <a:off x="2797054" y="1669704"/>
        <a:ext cx="2539866" cy="2133487"/>
      </dsp:txXfrm>
    </dsp:sp>
    <dsp:sp modelId="{2AA4E1FC-DE78-4500-A46F-01BDF9F3280D}">
      <dsp:nvSpPr>
        <dsp:cNvPr id="0" name=""/>
        <dsp:cNvSpPr/>
      </dsp:nvSpPr>
      <dsp:spPr>
        <a:xfrm>
          <a:off x="3533615" y="674077"/>
          <a:ext cx="1066743" cy="1066743"/>
        </a:xfrm>
        <a:prstGeom prst="ellipse">
          <a:avLst/>
        </a:prstGeom>
        <a:solidFill>
          <a:schemeClr val="accent2">
            <a:hueOff val="1841032"/>
            <a:satOff val="-5284"/>
            <a:lumOff val="-8460"/>
            <a:alphaOff val="0"/>
          </a:schemeClr>
        </a:solidFill>
        <a:ln w="19050" cap="flat" cmpd="sng" algn="ctr">
          <a:solidFill>
            <a:schemeClr val="accent2">
              <a:hueOff val="1841032"/>
              <a:satOff val="-5284"/>
              <a:lumOff val="-846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689836" y="830298"/>
        <a:ext cx="754301" cy="754301"/>
      </dsp:txXfrm>
    </dsp:sp>
    <dsp:sp modelId="{F0D761D2-768E-4638-941A-0AEB119CDEE5}">
      <dsp:nvSpPr>
        <dsp:cNvPr id="0" name=""/>
        <dsp:cNvSpPr/>
      </dsp:nvSpPr>
      <dsp:spPr>
        <a:xfrm>
          <a:off x="2797054" y="3874237"/>
          <a:ext cx="2539866" cy="72"/>
        </a:xfrm>
        <a:prstGeom prst="rect">
          <a:avLst/>
        </a:prstGeom>
        <a:solidFill>
          <a:schemeClr val="accent2">
            <a:hueOff val="2761548"/>
            <a:satOff val="-7926"/>
            <a:lumOff val="-12690"/>
            <a:alphaOff val="0"/>
          </a:schemeClr>
        </a:solidFill>
        <a:ln w="19050" cap="flat" cmpd="sng" algn="ctr">
          <a:solidFill>
            <a:schemeClr val="accent2">
              <a:hueOff val="2761548"/>
              <a:satOff val="-7926"/>
              <a:lumOff val="-1269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B2EB4E-E67E-4C71-80EF-419280E13457}">
      <dsp:nvSpPr>
        <dsp:cNvPr id="0" name=""/>
        <dsp:cNvSpPr/>
      </dsp:nvSpPr>
      <dsp:spPr>
        <a:xfrm>
          <a:off x="5590907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4489816"/>
            <a:satOff val="-41488"/>
            <a:lumOff val="-4677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4489816"/>
              <a:satOff val="-41488"/>
              <a:lumOff val="-4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Document inter-facility referral slip</a:t>
          </a:r>
        </a:p>
      </dsp:txBody>
      <dsp:txXfrm>
        <a:off x="5590907" y="1669704"/>
        <a:ext cx="2539866" cy="2133487"/>
      </dsp:txXfrm>
    </dsp:sp>
    <dsp:sp modelId="{B576EBDE-A31A-4AE6-B222-4371AEE2B0D3}">
      <dsp:nvSpPr>
        <dsp:cNvPr id="0" name=""/>
        <dsp:cNvSpPr/>
      </dsp:nvSpPr>
      <dsp:spPr>
        <a:xfrm>
          <a:off x="6327469" y="674077"/>
          <a:ext cx="1066743" cy="1066743"/>
        </a:xfrm>
        <a:prstGeom prst="ellipse">
          <a:avLst/>
        </a:prstGeom>
        <a:solidFill>
          <a:schemeClr val="accent2">
            <a:hueOff val="3682064"/>
            <a:satOff val="-10567"/>
            <a:lumOff val="-16919"/>
            <a:alphaOff val="0"/>
          </a:schemeClr>
        </a:solidFill>
        <a:ln w="19050" cap="flat" cmpd="sng" algn="ctr">
          <a:solidFill>
            <a:schemeClr val="accent2">
              <a:hueOff val="3682064"/>
              <a:satOff val="-10567"/>
              <a:lumOff val="-1691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483690" y="830298"/>
        <a:ext cx="754301" cy="754301"/>
      </dsp:txXfrm>
    </dsp:sp>
    <dsp:sp modelId="{8CB5715C-B424-44D5-81E7-245DFC530606}">
      <dsp:nvSpPr>
        <dsp:cNvPr id="0" name=""/>
        <dsp:cNvSpPr/>
      </dsp:nvSpPr>
      <dsp:spPr>
        <a:xfrm>
          <a:off x="5590907" y="3874237"/>
          <a:ext cx="2539866" cy="72"/>
        </a:xfrm>
        <a:prstGeom prst="rect">
          <a:avLst/>
        </a:prstGeom>
        <a:solidFill>
          <a:schemeClr val="accent2">
            <a:hueOff val="4602580"/>
            <a:satOff val="-13209"/>
            <a:lumOff val="-21149"/>
            <a:alphaOff val="0"/>
          </a:schemeClr>
        </a:solidFill>
        <a:ln w="19050" cap="flat" cmpd="sng" algn="ctr">
          <a:solidFill>
            <a:schemeClr val="accent2">
              <a:hueOff val="4602580"/>
              <a:satOff val="-13209"/>
              <a:lumOff val="-2114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64C6A3-B5C3-40D8-BD93-6ABEDEAB18C5}">
      <dsp:nvSpPr>
        <dsp:cNvPr id="0" name=""/>
        <dsp:cNvSpPr/>
      </dsp:nvSpPr>
      <dsp:spPr>
        <a:xfrm>
          <a:off x="8384760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6734724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24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Sign the referral slip &amp; send with mother/caregiver</a:t>
          </a:r>
        </a:p>
      </dsp:txBody>
      <dsp:txXfrm>
        <a:off x="8384760" y="1669704"/>
        <a:ext cx="2539866" cy="2133487"/>
      </dsp:txXfrm>
    </dsp:sp>
    <dsp:sp modelId="{2A891B82-0D4E-45EF-8F37-DDFDC7C15AA0}">
      <dsp:nvSpPr>
        <dsp:cNvPr id="0" name=""/>
        <dsp:cNvSpPr/>
      </dsp:nvSpPr>
      <dsp:spPr>
        <a:xfrm>
          <a:off x="9121322" y="674077"/>
          <a:ext cx="1066743" cy="1066743"/>
        </a:xfrm>
        <a:prstGeom prst="ellipse">
          <a:avLst/>
        </a:prstGeom>
        <a:solidFill>
          <a:schemeClr val="accent2">
            <a:hueOff val="5523096"/>
            <a:satOff val="-15851"/>
            <a:lumOff val="-25379"/>
            <a:alphaOff val="0"/>
          </a:schemeClr>
        </a:solidFill>
        <a:ln w="19050" cap="flat" cmpd="sng" algn="ctr">
          <a:solidFill>
            <a:schemeClr val="accent2">
              <a:hueOff val="5523096"/>
              <a:satOff val="-15851"/>
              <a:lumOff val="-2537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4</a:t>
          </a:r>
        </a:p>
      </dsp:txBody>
      <dsp:txXfrm>
        <a:off x="9277543" y="830298"/>
        <a:ext cx="754301" cy="754301"/>
      </dsp:txXfrm>
    </dsp:sp>
    <dsp:sp modelId="{6D13D9BA-A433-4DC4-8BFB-B089DC63C2E8}">
      <dsp:nvSpPr>
        <dsp:cNvPr id="0" name=""/>
        <dsp:cNvSpPr/>
      </dsp:nvSpPr>
      <dsp:spPr>
        <a:xfrm>
          <a:off x="8384760" y="3874237"/>
          <a:ext cx="2539866" cy="72"/>
        </a:xfrm>
        <a:prstGeom prst="rect">
          <a:avLst/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819AE1-40D5-452D-96AC-2212D160EF1E}">
      <dsp:nvSpPr>
        <dsp:cNvPr id="0" name=""/>
        <dsp:cNvSpPr/>
      </dsp:nvSpPr>
      <dsp:spPr>
        <a:xfrm>
          <a:off x="3594" y="813467"/>
          <a:ext cx="1946002" cy="272440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Suction mouth &amp; nose</a:t>
          </a:r>
        </a:p>
      </dsp:txBody>
      <dsp:txXfrm>
        <a:off x="3594" y="1848740"/>
        <a:ext cx="1946002" cy="1634641"/>
      </dsp:txXfrm>
    </dsp:sp>
    <dsp:sp modelId="{3F18B65B-616E-46BE-A1B5-D077C2815E4C}">
      <dsp:nvSpPr>
        <dsp:cNvPr id="0" name=""/>
        <dsp:cNvSpPr/>
      </dsp:nvSpPr>
      <dsp:spPr>
        <a:xfrm>
          <a:off x="567934" y="1085907"/>
          <a:ext cx="817320" cy="81732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1</a:t>
          </a:r>
        </a:p>
      </dsp:txBody>
      <dsp:txXfrm>
        <a:off x="687628" y="1205601"/>
        <a:ext cx="577932" cy="577932"/>
      </dsp:txXfrm>
    </dsp:sp>
    <dsp:sp modelId="{79309D95-E948-48F6-8F12-86CB8BD23991}">
      <dsp:nvSpPr>
        <dsp:cNvPr id="0" name=""/>
        <dsp:cNvSpPr/>
      </dsp:nvSpPr>
      <dsp:spPr>
        <a:xfrm>
          <a:off x="3594" y="3537798"/>
          <a:ext cx="1946002" cy="72"/>
        </a:xfrm>
        <a:prstGeom prst="rect">
          <a:avLst/>
        </a:prstGeom>
        <a:solidFill>
          <a:schemeClr val="accent2">
            <a:hueOff val="715957"/>
            <a:satOff val="-2055"/>
            <a:lumOff val="-3290"/>
            <a:alphaOff val="0"/>
          </a:schemeClr>
        </a:solidFill>
        <a:ln w="19050" cap="flat" cmpd="sng" algn="ctr">
          <a:solidFill>
            <a:schemeClr val="accent2">
              <a:hueOff val="715957"/>
              <a:satOff val="-2055"/>
              <a:lumOff val="-329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FA0797-0A23-4986-AA93-FB8EB93657E8}">
      <dsp:nvSpPr>
        <dsp:cNvPr id="0" name=""/>
        <dsp:cNvSpPr/>
      </dsp:nvSpPr>
      <dsp:spPr>
        <a:xfrm>
          <a:off x="2144196" y="813467"/>
          <a:ext cx="1946002" cy="2724403"/>
        </a:xfrm>
        <a:prstGeom prst="rect">
          <a:avLst/>
        </a:prstGeom>
        <a:solidFill>
          <a:schemeClr val="accent2">
            <a:tint val="40000"/>
            <a:alpha val="90000"/>
            <a:hueOff val="1683681"/>
            <a:satOff val="-15558"/>
            <a:lumOff val="-1754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1683681"/>
              <a:satOff val="-15558"/>
              <a:lumOff val="-175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Position ensuring clear airway</a:t>
          </a:r>
        </a:p>
      </dsp:txBody>
      <dsp:txXfrm>
        <a:off x="2144196" y="1848740"/>
        <a:ext cx="1946002" cy="1634641"/>
      </dsp:txXfrm>
    </dsp:sp>
    <dsp:sp modelId="{F272FBEF-1643-428C-8098-CDA6A6C7556E}">
      <dsp:nvSpPr>
        <dsp:cNvPr id="0" name=""/>
        <dsp:cNvSpPr/>
      </dsp:nvSpPr>
      <dsp:spPr>
        <a:xfrm>
          <a:off x="2708537" y="1085907"/>
          <a:ext cx="817320" cy="817320"/>
        </a:xfrm>
        <a:prstGeom prst="ellipse">
          <a:avLst/>
        </a:prstGeom>
        <a:solidFill>
          <a:schemeClr val="accent2">
            <a:hueOff val="1431914"/>
            <a:satOff val="-4110"/>
            <a:lumOff val="-6580"/>
            <a:alphaOff val="0"/>
          </a:schemeClr>
        </a:solidFill>
        <a:ln w="19050" cap="flat" cmpd="sng" algn="ctr">
          <a:solidFill>
            <a:schemeClr val="accent2">
              <a:hueOff val="1431914"/>
              <a:satOff val="-4110"/>
              <a:lumOff val="-658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2</a:t>
          </a:r>
        </a:p>
      </dsp:txBody>
      <dsp:txXfrm>
        <a:off x="2828231" y="1205601"/>
        <a:ext cx="577932" cy="577932"/>
      </dsp:txXfrm>
    </dsp:sp>
    <dsp:sp modelId="{B2D44A9C-BDFC-46C2-B2B9-18604842B79F}">
      <dsp:nvSpPr>
        <dsp:cNvPr id="0" name=""/>
        <dsp:cNvSpPr/>
      </dsp:nvSpPr>
      <dsp:spPr>
        <a:xfrm>
          <a:off x="2144196" y="3537798"/>
          <a:ext cx="1946002" cy="72"/>
        </a:xfrm>
        <a:prstGeom prst="rect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7CA981-3A7E-4310-A109-319864934CF9}">
      <dsp:nvSpPr>
        <dsp:cNvPr id="0" name=""/>
        <dsp:cNvSpPr/>
      </dsp:nvSpPr>
      <dsp:spPr>
        <a:xfrm>
          <a:off x="4284798" y="813467"/>
          <a:ext cx="1946002" cy="2724403"/>
        </a:xfrm>
        <a:prstGeom prst="rect">
          <a:avLst/>
        </a:prstGeom>
        <a:solidFill>
          <a:schemeClr val="accent2">
            <a:tint val="40000"/>
            <a:alpha val="90000"/>
            <a:hueOff val="3367362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62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Use pulse oximeter</a:t>
          </a:r>
        </a:p>
      </dsp:txBody>
      <dsp:txXfrm>
        <a:off x="4284798" y="1848740"/>
        <a:ext cx="1946002" cy="1634641"/>
      </dsp:txXfrm>
    </dsp:sp>
    <dsp:sp modelId="{376F5737-5592-4C00-BE5A-9D933877D5A7}">
      <dsp:nvSpPr>
        <dsp:cNvPr id="0" name=""/>
        <dsp:cNvSpPr/>
      </dsp:nvSpPr>
      <dsp:spPr>
        <a:xfrm>
          <a:off x="4849139" y="1085907"/>
          <a:ext cx="817320" cy="817320"/>
        </a:xfrm>
        <a:prstGeom prst="ellipse">
          <a:avLst/>
        </a:prstGeom>
        <a:solidFill>
          <a:schemeClr val="accent2">
            <a:hueOff val="2863828"/>
            <a:satOff val="-8219"/>
            <a:lumOff val="-13160"/>
            <a:alphaOff val="0"/>
          </a:schemeClr>
        </a:solidFill>
        <a:ln w="19050" cap="flat" cmpd="sng" algn="ctr">
          <a:solidFill>
            <a:schemeClr val="accent2">
              <a:hueOff val="2863828"/>
              <a:satOff val="-8219"/>
              <a:lumOff val="-1316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3</a:t>
          </a:r>
        </a:p>
      </dsp:txBody>
      <dsp:txXfrm>
        <a:off x="4968833" y="1205601"/>
        <a:ext cx="577932" cy="577932"/>
      </dsp:txXfrm>
    </dsp:sp>
    <dsp:sp modelId="{5D54033C-AE1B-4C65-875C-EE51DF33CFFD}">
      <dsp:nvSpPr>
        <dsp:cNvPr id="0" name=""/>
        <dsp:cNvSpPr/>
      </dsp:nvSpPr>
      <dsp:spPr>
        <a:xfrm>
          <a:off x="4284798" y="3537798"/>
          <a:ext cx="1946002" cy="72"/>
        </a:xfrm>
        <a:prstGeom prst="rect">
          <a:avLst/>
        </a:prstGeom>
        <a:solidFill>
          <a:schemeClr val="accent2">
            <a:hueOff val="3579785"/>
            <a:satOff val="-10274"/>
            <a:lumOff val="-16449"/>
            <a:alphaOff val="0"/>
          </a:schemeClr>
        </a:solidFill>
        <a:ln w="19050" cap="flat" cmpd="sng" algn="ctr">
          <a:solidFill>
            <a:schemeClr val="accent2">
              <a:hueOff val="3579785"/>
              <a:satOff val="-10274"/>
              <a:lumOff val="-1644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ABB425-9E6A-403D-9B51-9E6038E05C10}">
      <dsp:nvSpPr>
        <dsp:cNvPr id="0" name=""/>
        <dsp:cNvSpPr/>
      </dsp:nvSpPr>
      <dsp:spPr>
        <a:xfrm>
          <a:off x="6425401" y="813467"/>
          <a:ext cx="1946002" cy="2724403"/>
        </a:xfrm>
        <a:prstGeom prst="rect">
          <a:avLst/>
        </a:prstGeom>
        <a:solidFill>
          <a:schemeClr val="accent2">
            <a:tint val="40000"/>
            <a:alpha val="90000"/>
            <a:hueOff val="5051043"/>
            <a:satOff val="-46674"/>
            <a:lumOff val="-5261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5051043"/>
              <a:satOff val="-46674"/>
              <a:lumOff val="-52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Give Oxygen by nasal prongs</a:t>
          </a:r>
        </a:p>
      </dsp:txBody>
      <dsp:txXfrm>
        <a:off x="6425401" y="1848740"/>
        <a:ext cx="1946002" cy="1634641"/>
      </dsp:txXfrm>
    </dsp:sp>
    <dsp:sp modelId="{FDF74484-08D4-492C-9140-8F5406283D43}">
      <dsp:nvSpPr>
        <dsp:cNvPr id="0" name=""/>
        <dsp:cNvSpPr/>
      </dsp:nvSpPr>
      <dsp:spPr>
        <a:xfrm>
          <a:off x="6989741" y="1085907"/>
          <a:ext cx="817320" cy="817320"/>
        </a:xfrm>
        <a:prstGeom prst="ellipse">
          <a:avLst/>
        </a:prstGeom>
        <a:solidFill>
          <a:schemeClr val="accent2">
            <a:hueOff val="4295742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2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4</a:t>
          </a:r>
        </a:p>
      </dsp:txBody>
      <dsp:txXfrm>
        <a:off x="7109435" y="1205601"/>
        <a:ext cx="577932" cy="577932"/>
      </dsp:txXfrm>
    </dsp:sp>
    <dsp:sp modelId="{AFEC56E2-BA96-4868-9288-BDEAAB97433E}">
      <dsp:nvSpPr>
        <dsp:cNvPr id="0" name=""/>
        <dsp:cNvSpPr/>
      </dsp:nvSpPr>
      <dsp:spPr>
        <a:xfrm>
          <a:off x="6425401" y="3537798"/>
          <a:ext cx="1946002" cy="72"/>
        </a:xfrm>
        <a:prstGeom prst="rect">
          <a:avLst/>
        </a:prstGeom>
        <a:solidFill>
          <a:schemeClr val="accent2">
            <a:hueOff val="5011699"/>
            <a:satOff val="-14383"/>
            <a:lumOff val="-23029"/>
            <a:alphaOff val="0"/>
          </a:schemeClr>
        </a:solidFill>
        <a:ln w="19050" cap="flat" cmpd="sng" algn="ctr">
          <a:solidFill>
            <a:schemeClr val="accent2">
              <a:hueOff val="5011699"/>
              <a:satOff val="-14383"/>
              <a:lumOff val="-2302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E4668C-32DB-4570-8449-D3825525038C}">
      <dsp:nvSpPr>
        <dsp:cNvPr id="0" name=""/>
        <dsp:cNvSpPr/>
      </dsp:nvSpPr>
      <dsp:spPr>
        <a:xfrm>
          <a:off x="8566003" y="813467"/>
          <a:ext cx="1946002" cy="2724403"/>
        </a:xfrm>
        <a:prstGeom prst="rect">
          <a:avLst/>
        </a:prstGeom>
        <a:solidFill>
          <a:schemeClr val="accent2">
            <a:tint val="40000"/>
            <a:alpha val="90000"/>
            <a:hueOff val="6734724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24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718" tIns="330200" rIns="151718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Maintain oxygen saturation at &gt;90%</a:t>
          </a:r>
        </a:p>
      </dsp:txBody>
      <dsp:txXfrm>
        <a:off x="8566003" y="1848740"/>
        <a:ext cx="1946002" cy="1634641"/>
      </dsp:txXfrm>
    </dsp:sp>
    <dsp:sp modelId="{8F015EEC-9B9B-4A1E-A340-C94DF67ACA30}">
      <dsp:nvSpPr>
        <dsp:cNvPr id="0" name=""/>
        <dsp:cNvSpPr/>
      </dsp:nvSpPr>
      <dsp:spPr>
        <a:xfrm>
          <a:off x="9130344" y="1085907"/>
          <a:ext cx="817320" cy="817320"/>
        </a:xfrm>
        <a:prstGeom prst="ellipse">
          <a:avLst/>
        </a:prstGeom>
        <a:solidFill>
          <a:schemeClr val="accent2">
            <a:hueOff val="5727655"/>
            <a:satOff val="-16438"/>
            <a:lumOff val="-26319"/>
            <a:alphaOff val="0"/>
          </a:schemeClr>
        </a:solidFill>
        <a:ln w="19050" cap="flat" cmpd="sng" algn="ctr">
          <a:solidFill>
            <a:schemeClr val="accent2">
              <a:hueOff val="5727655"/>
              <a:satOff val="-16438"/>
              <a:lumOff val="-2631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722" tIns="12700" rIns="63722" bIns="1270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5</a:t>
          </a:r>
        </a:p>
      </dsp:txBody>
      <dsp:txXfrm>
        <a:off x="9250038" y="1205601"/>
        <a:ext cx="577932" cy="577932"/>
      </dsp:txXfrm>
    </dsp:sp>
    <dsp:sp modelId="{DA92CCA8-9638-4E03-B60D-D30BF4F999F7}">
      <dsp:nvSpPr>
        <dsp:cNvPr id="0" name=""/>
        <dsp:cNvSpPr/>
      </dsp:nvSpPr>
      <dsp:spPr>
        <a:xfrm>
          <a:off x="8566003" y="3537798"/>
          <a:ext cx="1946002" cy="72"/>
        </a:xfrm>
        <a:prstGeom prst="rect">
          <a:avLst/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B46732-557D-8FCF-2968-C78E8D821C1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18EABF-2835-8D70-EFD7-D1352C40097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12733-6E4E-5DA1-F079-5AD524364E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B399E-D04A-9279-C9B6-F8A6209EEA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261D89-608A-42D6-B691-97ED446F6A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69607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80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B1AF16-7E74-AB49-8480-890ED0DDD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74338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D2F80-90B9-738C-6352-76ACE2C21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D9491D-6C5E-C81A-C7C1-1BE7518B0B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274C0-B62D-14ED-048A-FA94AFF93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58637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23170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0125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7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0.emf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emf"/><Relationship Id="rId3" Type="http://schemas.openxmlformats.org/officeDocument/2006/relationships/image" Target="../media/image1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jpg"/><Relationship Id="rId3" Type="http://schemas.openxmlformats.org/officeDocument/2006/relationships/image" Target="../media/image6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Relationship Id="rId3" Type="http://schemas.openxmlformats.org/officeDocument/2006/relationships/image" Target="../media/image14.emf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686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FADFBB3-0010-AB5C-E186-10C278329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760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3244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74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749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60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206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268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2194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728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568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620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797716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5589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>
              <a:solidFill>
                <a:srgbClr val="A9432B"/>
              </a:solidFill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>
              <a:defRPr lang="en-US" b="1" dirty="0">
                <a:solidFill>
                  <a:srgbClr val="A9432B"/>
                </a:solidFill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36830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4"/>
          </p:nvPr>
        </p:nvSpPr>
        <p:spPr>
          <a:xfrm>
            <a:off x="615442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6" name="Picture 3"/>
          <p:cNvPicPr>
            <a:picLocks noChangeAspect="1" noChangeArrowheads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51"/>
          <a:stretch/>
        </p:blipFill>
        <p:spPr bwMode="auto">
          <a:xfrm>
            <a:off x="5486400" y="1282700"/>
            <a:ext cx="914400" cy="549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75533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241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246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4755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604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796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330179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80452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28788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06038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52563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36130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60118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61289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6157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163E1-6C3C-60C3-2789-C3E7E63F68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4D3A4-B23F-3B2E-408D-8DF1D8B0F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080F2-B751-F031-B6FE-69EDC0E85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9BBD-9BBB-25A7-41D5-DCCA42054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78240-920C-58B3-614A-1F302EDC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25287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15C77-9BC2-B192-4B16-4E9B70C05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1B5D8-2228-37F5-E92F-100658DC4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4749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E142B-386B-1737-E9C6-FAEC38AD5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A76D0-7FA6-0F67-38CC-9AE4009EE6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92033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7095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D3BD0-D992-87FA-F121-40EF7F15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B9A1E-8425-AAAC-A4EF-5C14EDE75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F33098-65DF-716A-4270-8B037B243E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CAF85E-7457-56FC-7CCA-E5FA3279BF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7F51DF-B01D-B7B2-73C0-3B32809E30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48710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8ECCF-340C-CD3E-C2D5-8749FDE8D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32647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0939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076A-4A60-1EF6-18EF-0CC70C4B0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E987A-C2F5-3E87-0B70-97263EDE0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AEAAC-A628-9B86-3D98-5544703872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9737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2FB26-0933-6834-6FB9-FFB7D9CDA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0292AD-78E9-3F9E-1AF3-9880D1B9F9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EF03C5-C56C-38EC-872B-1FD90EA6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53328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6CEA1-ED6E-34C2-B846-352AD62A0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326751-8CD1-BB97-ECE4-857D87C038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339860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DF36A2-1BA2-312B-1F1B-B56756E609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E123B-8F1C-5AF7-49CC-E82E7B509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603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7329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Shape 62"/>
          <p:cNvGrpSpPr/>
          <p:nvPr/>
        </p:nvGrpSpPr>
        <p:grpSpPr>
          <a:xfrm>
            <a:off x="-6" y="54"/>
            <a:ext cx="9429907" cy="1769753"/>
            <a:chOff x="-4" y="40"/>
            <a:chExt cx="7072430" cy="1327315"/>
          </a:xfrm>
        </p:grpSpPr>
        <p:sp>
          <p:nvSpPr>
            <p:cNvPr id="63" name="Shape 63"/>
            <p:cNvSpPr/>
            <p:nvPr/>
          </p:nvSpPr>
          <p:spPr>
            <a:xfrm>
              <a:off x="6292649" y="126425"/>
              <a:ext cx="779700" cy="259800"/>
            </a:xfrm>
            <a:prstGeom prst="triangle">
              <a:avLst>
                <a:gd name="adj" fmla="val 32425"/>
              </a:avLst>
            </a:prstGeom>
            <a:solidFill>
              <a:srgbClr val="2632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latin typeface="Arvo"/>
                <a:ea typeface="Arvo"/>
                <a:cs typeface="Arvo"/>
                <a:sym typeface="Arvo"/>
              </a:endParaRPr>
            </a:p>
          </p:txBody>
        </p:sp>
        <p:grpSp>
          <p:nvGrpSpPr>
            <p:cNvPr id="3" name="Shape 64"/>
            <p:cNvGrpSpPr/>
            <p:nvPr/>
          </p:nvGrpSpPr>
          <p:grpSpPr>
            <a:xfrm rot="10800000" flipH="1">
              <a:off x="3" y="40"/>
              <a:ext cx="6756168" cy="1327315"/>
              <a:chOff x="-2168138" y="330075"/>
              <a:chExt cx="8650663" cy="1699506"/>
            </a:xfrm>
          </p:grpSpPr>
          <p:sp>
            <p:nvSpPr>
              <p:cNvPr id="65" name="Shape 65"/>
              <p:cNvSpPr/>
              <p:nvPr/>
            </p:nvSpPr>
            <p:spPr>
              <a:xfrm>
                <a:off x="-2168138" y="330081"/>
                <a:ext cx="69582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6" name="Shape 66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  <p:grpSp>
          <p:nvGrpSpPr>
            <p:cNvPr id="4" name="Shape 67"/>
            <p:cNvGrpSpPr/>
            <p:nvPr/>
          </p:nvGrpSpPr>
          <p:grpSpPr>
            <a:xfrm rot="10800000" flipH="1">
              <a:off x="-4" y="381007"/>
              <a:ext cx="7072430" cy="771744"/>
              <a:chOff x="-9092084" y="330075"/>
              <a:chExt cx="15574609" cy="1699501"/>
            </a:xfrm>
          </p:grpSpPr>
          <p:sp>
            <p:nvSpPr>
              <p:cNvPr id="68" name="Shape 68"/>
              <p:cNvSpPr/>
              <p:nvPr/>
            </p:nvSpPr>
            <p:spPr>
              <a:xfrm>
                <a:off x="-9092084" y="330076"/>
                <a:ext cx="13882200" cy="1699500"/>
              </a:xfrm>
              <a:prstGeom prst="rect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9" name="Shape 69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</p:grpSp>
      <p:grpSp>
        <p:nvGrpSpPr>
          <p:cNvPr id="5" name="Shape 70"/>
          <p:cNvGrpSpPr/>
          <p:nvPr/>
        </p:nvGrpSpPr>
        <p:grpSpPr>
          <a:xfrm>
            <a:off x="9262456" y="5963632"/>
            <a:ext cx="2937107" cy="894393"/>
            <a:chOff x="5575242" y="4472723"/>
            <a:chExt cx="2202830" cy="670795"/>
          </a:xfrm>
        </p:grpSpPr>
        <p:sp>
          <p:nvSpPr>
            <p:cNvPr id="71" name="Shape 71"/>
            <p:cNvSpPr/>
            <p:nvPr/>
          </p:nvSpPr>
          <p:spPr>
            <a:xfrm rot="10800000">
              <a:off x="5575242" y="4948334"/>
              <a:ext cx="394200" cy="131400"/>
            </a:xfrm>
            <a:prstGeom prst="triangle">
              <a:avLst>
                <a:gd name="adj" fmla="val 32425"/>
              </a:avLst>
            </a:prstGeom>
            <a:solidFill>
              <a:srgbClr val="D26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grpSp>
          <p:nvGrpSpPr>
            <p:cNvPr id="6" name="Shape 72"/>
            <p:cNvGrpSpPr/>
            <p:nvPr/>
          </p:nvGrpSpPr>
          <p:grpSpPr>
            <a:xfrm flipH="1">
              <a:off x="5734850" y="4472723"/>
              <a:ext cx="2040837" cy="670795"/>
              <a:chOff x="1297954" y="330075"/>
              <a:chExt cx="5169293" cy="1699506"/>
            </a:xfrm>
          </p:grpSpPr>
          <p:sp>
            <p:nvSpPr>
              <p:cNvPr id="73" name="Shape 73"/>
              <p:cNvSpPr/>
              <p:nvPr/>
            </p:nvSpPr>
            <p:spPr>
              <a:xfrm>
                <a:off x="1297954" y="330081"/>
                <a:ext cx="34767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4" name="Shape 74"/>
              <p:cNvSpPr/>
              <p:nvPr/>
            </p:nvSpPr>
            <p:spPr>
              <a:xfrm>
                <a:off x="4767747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  <p:grpSp>
          <p:nvGrpSpPr>
            <p:cNvPr id="7" name="Shape 75"/>
            <p:cNvGrpSpPr/>
            <p:nvPr/>
          </p:nvGrpSpPr>
          <p:grpSpPr>
            <a:xfrm flipH="1">
              <a:off x="5578209" y="4646738"/>
              <a:ext cx="2199863" cy="304563"/>
              <a:chOff x="-5827153" y="330075"/>
              <a:chExt cx="12276019" cy="1699569"/>
            </a:xfrm>
          </p:grpSpPr>
          <p:sp>
            <p:nvSpPr>
              <p:cNvPr id="76" name="Shape 76"/>
              <p:cNvSpPr/>
              <p:nvPr/>
            </p:nvSpPr>
            <p:spPr>
              <a:xfrm>
                <a:off x="-5827153" y="330144"/>
                <a:ext cx="10612200" cy="1699500"/>
              </a:xfrm>
              <a:prstGeom prst="rect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7" name="Shape 77"/>
              <p:cNvSpPr/>
              <p:nvPr/>
            </p:nvSpPr>
            <p:spPr>
              <a:xfrm>
                <a:off x="4749366" y="330075"/>
                <a:ext cx="1699500" cy="1699500"/>
              </a:xfrm>
              <a:prstGeom prst="rtTriangle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</p:grpSp>
      <p:sp>
        <p:nvSpPr>
          <p:cNvPr id="78" name="Shape 78"/>
          <p:cNvSpPr txBox="1">
            <a:spLocks noGrp="1"/>
          </p:cNvSpPr>
          <p:nvPr>
            <p:ph type="title"/>
          </p:nvPr>
        </p:nvSpPr>
        <p:spPr>
          <a:xfrm>
            <a:off x="1085700" y="523433"/>
            <a:ext cx="7323200" cy="102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1085700" y="1769800"/>
            <a:ext cx="8176800" cy="419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609585" lvl="0" indent="-507987">
              <a:spcBef>
                <a:spcPts val="800"/>
              </a:spcBef>
              <a:spcAft>
                <a:spcPts val="0"/>
              </a:spcAft>
              <a:buSzPts val="2400"/>
              <a:buChar char="▰"/>
              <a:defRPr/>
            </a:lvl1pPr>
            <a:lvl2pPr marL="1219170" lvl="1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2pPr>
            <a:lvl3pPr marL="1828754" lvl="2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3pPr>
            <a:lvl4pPr marL="2438339" lvl="3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4pPr>
            <a:lvl5pPr marL="3047924" lvl="4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5pPr>
            <a:lvl6pPr marL="3657509" lvl="5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6pPr>
            <a:lvl7pPr marL="4267093" lvl="6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7pPr>
            <a:lvl8pPr marL="4876678" lvl="7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8pPr>
            <a:lvl9pPr marL="5486263" lvl="8" indent="-507987">
              <a:spcBef>
                <a:spcPts val="1333"/>
              </a:spcBef>
              <a:spcAft>
                <a:spcPts val="1333"/>
              </a:spcAft>
              <a:buSzPts val="2400"/>
              <a:buChar char="▻"/>
              <a:defRPr/>
            </a:lvl9pPr>
          </a:lstStyle>
          <a:p>
            <a:endParaRPr/>
          </a:p>
        </p:txBody>
      </p:sp>
      <p:sp>
        <p:nvSpPr>
          <p:cNvPr id="80" name="Shape 80"/>
          <p:cNvSpPr txBox="1">
            <a:spLocks noGrp="1"/>
          </p:cNvSpPr>
          <p:nvPr>
            <p:ph type="sldNum" idx="12"/>
          </p:nvPr>
        </p:nvSpPr>
        <p:spPr>
          <a:xfrm>
            <a:off x="10157333" y="6182000"/>
            <a:ext cx="1983200" cy="4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548700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8DD0829-95D3-46D8-B093-1413418E3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 algn="l"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6C835F-8A38-40CA-AD16-1AC58DCCF624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C412C6-39F5-496E-BCF2-BBC24EBFE035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1B64A70-1DD2-468E-A83F-96EFAC819EF3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D3495B4-D984-4156-B4D8-0E6BDBEBDF5A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5340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FEF7DE1-51DA-4A3C-9EA8-305BF43A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818502-EE7D-47C5-BAC6-32E7714A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30680"/>
            <a:ext cx="11414754" cy="4546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2BCD-4510-4937-9C1E-F95F6544E965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22E42A-9523-4852-99DB-67E76B0D404D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DDE1E1-2256-42EE-8EA5-A7A3D716556A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7E4FA80-BAA4-4EE2-BE37-23B240E6BBE0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4617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03417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315266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4206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4839405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8926340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C9F88-86E9-5CC4-3D6C-657D402BE1B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29D42-6E05-6030-F80E-A6FABF9DC6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21876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07645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E6725-11C7-8AC7-11E5-AAC81764F0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8B3E4-BD1E-2992-E55E-6E62206817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00839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A615A-0748-F8E8-2B93-7AC67AD50D2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89835-CA8A-4EF0-5B61-52276E32F0E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6D794-E860-6C81-5A60-35231154E1D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198342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A5897-1ECD-873E-84D3-41BFF8AF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CCF8A-8FFE-B9BF-52CE-5454D38EEA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0B978-03DA-B019-265D-0BAE53546179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1E5E9-54B5-1CB7-85AA-72865A708F4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48F26A-AB96-0F7E-6D39-692237F77A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740176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2DE27-564F-909C-2474-F9B9D491AB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10362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47205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1298-7628-BFDD-D448-3ED5060CF3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5A0D2-6B79-78A9-264D-4051A8817D0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D71C3-71E0-D242-A6AD-90036E7E37A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A37B5-D886-E370-2885-12BA7BE9BD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D2DA2-D24D-6A82-7B14-AE6FABFF30D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E9A08-69FE-3525-F234-68C458DA827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E1850F8-7832-4952-B4BD-14C3E99DE1D8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08088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382B1-7FB7-0AD0-C6A5-0AB70BAF62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F0B88E-3309-371B-8826-D39EB1724CD8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IN" sz="3200"/>
            </a:lvl1pPr>
          </a:lstStyle>
          <a:p>
            <a:pPr lvl="0"/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053A5-672B-38C1-1923-B1F2ACB1B65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8569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1B396-7FE9-DBA8-015B-F373BB56C7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618F8A-332B-1E08-CA2B-8890CB0E4CF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13308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45EEB9-6A47-2E58-EC44-0FA558BC00EC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367C5A-CAC2-FCA2-7F34-F582BBEE026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703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D53AEF42-15E7-649A-BE0F-3BDA462B102A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5512979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174515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2">
            <a:extLst>
              <a:ext uri="{FF2B5EF4-FFF2-40B4-BE49-F238E27FC236}">
                <a16:creationId xmlns:a16="http://schemas.microsoft.com/office/drawing/2014/main" id="{3CC45D23-C112-4CD7-62D5-4A6E79A16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308985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36CA3EB-8B7D-F2D9-5F80-59E1BB9632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5064349" cy="2482852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F1AB2C8-8615-D21C-243F-5F34F55C769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57550"/>
            <a:ext cx="5064349" cy="385767"/>
          </a:xfrm>
        </p:spPr>
        <p:txBody>
          <a:bodyPr>
            <a:noAutofit/>
          </a:bodyPr>
          <a:lstStyle>
            <a:lvl1pPr marL="0" indent="0">
              <a:buNone/>
              <a:defRPr b="1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26EDFD50-C74E-C5A3-69E8-3B0FAC28230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3657600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13">
            <a:extLst>
              <a:ext uri="{FF2B5EF4-FFF2-40B4-BE49-F238E27FC236}">
                <a16:creationId xmlns:a16="http://schemas.microsoft.com/office/drawing/2014/main" id="{A1A0F650-68B9-562D-8D12-B3A867861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4780122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A1F6C06-3DAF-30D4-CED4-9CD4BC33DD7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4A21FE4-21AC-7C61-C60B-9B41566BD4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8107EA4-A580-208A-18B3-1347912116A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86B1D2C4-9FDE-0681-35D2-67C0F95881E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3211610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13006703-B28E-F11B-D929-1081890B8289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E34227F-2ACD-4335-5633-346161E3F3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9332E11-87B4-67B6-3231-AF88218A36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59DD7D8-489B-89CE-AE41-0F432FA4A7E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6" name="Picture 15">
            <a:extLst>
              <a:ext uri="{FF2B5EF4-FFF2-40B4-BE49-F238E27FC236}">
                <a16:creationId xmlns:a16="http://schemas.microsoft.com/office/drawing/2014/main" id="{93571DC0-72B7-89C4-3E34-22F617D15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4537337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Title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9A45FBA7-6C8A-BCA8-BC2D-72EADDA9C099}"/>
              </a:ext>
            </a:extLst>
          </p:cNvPr>
          <p:cNvSpPr/>
          <p:nvPr/>
        </p:nvSpPr>
        <p:spPr>
          <a:xfrm>
            <a:off x="0" y="0"/>
            <a:ext cx="7029449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4428"/>
              <a:gd name="f7" fmla="val 4320"/>
              <a:gd name="f8" fmla="val 4150"/>
              <a:gd name="f9" fmla="val 4333"/>
              <a:gd name="f10" fmla="val 3814"/>
              <a:gd name="f11" fmla="val 3278"/>
              <a:gd name="f12" fmla="val 2715"/>
              <a:gd name="f13" fmla="val 1447"/>
              <a:gd name="f14" fmla="val 3970"/>
              <a:gd name="f15" fmla="val 524"/>
              <a:gd name="f16" fmla="val 3271"/>
              <a:gd name="f17" fmla="+- 0 0 -90"/>
              <a:gd name="f18" fmla="*/ f3 1 4428"/>
              <a:gd name="f19" fmla="*/ f4 1 4320"/>
              <a:gd name="f20" fmla="+- f7 0 f5"/>
              <a:gd name="f21" fmla="+- f6 0 f5"/>
              <a:gd name="f22" fmla="*/ f17 f0 1"/>
              <a:gd name="f23" fmla="*/ f21 1 4428"/>
              <a:gd name="f24" fmla="*/ f20 1 4320"/>
              <a:gd name="f25" fmla="*/ 0 f21 1"/>
              <a:gd name="f26" fmla="*/ 4320 f20 1"/>
              <a:gd name="f27" fmla="*/ 4150 f21 1"/>
              <a:gd name="f28" fmla="*/ 4428 f21 1"/>
              <a:gd name="f29" fmla="*/ 2715 f20 1"/>
              <a:gd name="f30" fmla="*/ 3271 f21 1"/>
              <a:gd name="f31" fmla="*/ 0 f20 1"/>
              <a:gd name="f32" fmla="*/ f22 1 f2"/>
              <a:gd name="f33" fmla="*/ f25 1 4428"/>
              <a:gd name="f34" fmla="*/ f26 1 4320"/>
              <a:gd name="f35" fmla="*/ f27 1 4428"/>
              <a:gd name="f36" fmla="*/ f28 1 4428"/>
              <a:gd name="f37" fmla="*/ f29 1 4320"/>
              <a:gd name="f38" fmla="*/ f30 1 4428"/>
              <a:gd name="f39" fmla="*/ f31 1 4320"/>
              <a:gd name="f40" fmla="*/ 0 1 f23"/>
              <a:gd name="f41" fmla="*/ f6 1 f23"/>
              <a:gd name="f42" fmla="*/ 0 1 f24"/>
              <a:gd name="f43" fmla="*/ f7 1 f24"/>
              <a:gd name="f44" fmla="+- f32 0 f1"/>
              <a:gd name="f45" fmla="*/ f33 1 f23"/>
              <a:gd name="f46" fmla="*/ f34 1 f24"/>
              <a:gd name="f47" fmla="*/ f35 1 f23"/>
              <a:gd name="f48" fmla="*/ f36 1 f23"/>
              <a:gd name="f49" fmla="*/ f37 1 f24"/>
              <a:gd name="f50" fmla="*/ f38 1 f23"/>
              <a:gd name="f51" fmla="*/ f39 1 f24"/>
              <a:gd name="f52" fmla="*/ f40 f18 1"/>
              <a:gd name="f53" fmla="*/ f41 f18 1"/>
              <a:gd name="f54" fmla="*/ f43 f19 1"/>
              <a:gd name="f55" fmla="*/ f42 f19 1"/>
              <a:gd name="f56" fmla="*/ f45 f18 1"/>
              <a:gd name="f57" fmla="*/ f46 f19 1"/>
              <a:gd name="f58" fmla="*/ f47 f18 1"/>
              <a:gd name="f59" fmla="*/ f48 f18 1"/>
              <a:gd name="f60" fmla="*/ f49 f19 1"/>
              <a:gd name="f61" fmla="*/ f50 f18 1"/>
              <a:gd name="f62" fmla="*/ f51 f1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4">
                <a:pos x="f56" y="f57"/>
              </a:cxn>
              <a:cxn ang="f44">
                <a:pos x="f58" y="f57"/>
              </a:cxn>
              <a:cxn ang="f44">
                <a:pos x="f59" y="f60"/>
              </a:cxn>
              <a:cxn ang="f44">
                <a:pos x="f61" y="f62"/>
              </a:cxn>
              <a:cxn ang="f44">
                <a:pos x="f56" y="f62"/>
              </a:cxn>
              <a:cxn ang="f44">
                <a:pos x="f56" y="f57"/>
              </a:cxn>
            </a:cxnLst>
            <a:rect l="f52" t="f55" r="f53" b="f54"/>
            <a:pathLst>
              <a:path w="4428" h="4320">
                <a:moveTo>
                  <a:pt x="f5" y="f7"/>
                </a:move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6" y="f11"/>
                  <a:pt x="f6" y="f12"/>
                </a:cubicBezTo>
                <a:cubicBezTo>
                  <a:pt x="f6" y="f13"/>
                  <a:pt x="f14" y="f15"/>
                  <a:pt x="f16" y="f5"/>
                </a:cubicBezTo>
                <a:cubicBezTo>
                  <a:pt x="f5" y="f5"/>
                  <a:pt x="f5" y="f5"/>
                  <a:pt x="f5" y="f5"/>
                </a:cubicBezTo>
                <a:lnTo>
                  <a:pt x="f5" y="f7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BF3618-DAA6-10EB-423C-97C038864E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1972854"/>
            <a:ext cx="5441539" cy="1401628"/>
          </a:xfrm>
        </p:spPr>
        <p:txBody>
          <a:bodyPr anchor="b"/>
          <a:lstStyle>
            <a:lvl1pPr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C92BA2-A637-A4A9-3337-346AF856549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81955"/>
            <a:ext cx="5441539" cy="1454179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3400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122D4199-90D5-18E8-BD7B-13DA11943A3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5032372"/>
            <a:ext cx="3803017" cy="90169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500" b="1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7" name="Picture 17">
            <a:extLst>
              <a:ext uri="{FF2B5EF4-FFF2-40B4-BE49-F238E27FC236}">
                <a16:creationId xmlns:a16="http://schemas.microsoft.com/office/drawing/2014/main" id="{0493544F-A4AD-6882-0901-8CF58EC5EF5A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13">
            <a:extLst>
              <a:ext uri="{FF2B5EF4-FFF2-40B4-BE49-F238E27FC236}">
                <a16:creationId xmlns:a16="http://schemas.microsoft.com/office/drawing/2014/main" id="{AE8B770A-4B49-FE64-C2F6-C2E7ED80A0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11168092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3259E-702F-ED73-90BE-A6345F828FC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62A64-D988-C1C4-C8A2-8CC0BD6DDED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3940664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A614C-625B-05B0-3B53-76601251CE6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66167-0D7E-D130-B4D9-B71C887CE15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04996"/>
            <a:ext cx="9115717" cy="4271967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9080217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E5B143AE-91AF-3B47-44FE-63325EE14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4204F10-954C-B383-07B0-27B2459E8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3505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D64489-A629-32AD-A625-EE2CF20E4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3505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4B1766-6724-1A5E-0B3D-8BA201C10FF9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1776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5A99B41E-A7F3-FFDA-7BE6-5CF5A0FFF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74370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8489F9FF-30CD-C651-42AB-BCE11C8AE2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86799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E2B0095-F0FC-5CB7-D504-4804E5595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86799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7D6655-6894-869A-86BC-2260156BB15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9547800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EC86076B-2C5A-8EAC-83E2-36529320FE2B}"/>
              </a:ext>
            </a:extLst>
          </p:cNvPr>
          <p:cNvSpPr/>
          <p:nvPr/>
        </p:nvSpPr>
        <p:spPr>
          <a:xfrm flipV="1">
            <a:off x="0" y="1693861"/>
            <a:ext cx="6199183" cy="516254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430"/>
              <a:gd name="f7" fmla="val 2856"/>
              <a:gd name="f8" fmla="val 2730"/>
              <a:gd name="f9" fmla="val 2244"/>
              <a:gd name="f10" fmla="val 3196"/>
              <a:gd name="f11" fmla="val 1836"/>
              <a:gd name="f12" fmla="val 1281"/>
              <a:gd name="f13" fmla="val 578"/>
              <a:gd name="f14" fmla="val 373"/>
              <a:gd name="f15" fmla="val 3410"/>
              <a:gd name="f16" fmla="val 181"/>
              <a:gd name="f17" fmla="val 3370"/>
              <a:gd name="f18" fmla="val 2664"/>
              <a:gd name="f19" fmla="val 311"/>
              <a:gd name="f20" fmla="val 2792"/>
              <a:gd name="f21" fmla="val 654"/>
              <a:gd name="f22" fmla="val 1029"/>
              <a:gd name="f23" fmla="val 1699"/>
              <a:gd name="f24" fmla="val 2266"/>
              <a:gd name="f25" fmla="val 2652"/>
              <a:gd name="f26" fmla="+- 0 0 -90"/>
              <a:gd name="f27" fmla="*/ f3 1 3430"/>
              <a:gd name="f28" fmla="*/ f4 1 2856"/>
              <a:gd name="f29" fmla="+- f7 0 f5"/>
              <a:gd name="f30" fmla="+- f6 0 f5"/>
              <a:gd name="f31" fmla="*/ f26 f0 1"/>
              <a:gd name="f32" fmla="*/ f30 1 3430"/>
              <a:gd name="f33" fmla="*/ f29 1 2856"/>
              <a:gd name="f34" fmla="*/ 2730 f30 1"/>
              <a:gd name="f35" fmla="*/ 2244 f29 1"/>
              <a:gd name="f36" fmla="*/ 3430 f30 1"/>
              <a:gd name="f37" fmla="*/ 578 f29 1"/>
              <a:gd name="f38" fmla="*/ 3370 f30 1"/>
              <a:gd name="f39" fmla="*/ 0 f29 1"/>
              <a:gd name="f40" fmla="*/ 0 f30 1"/>
              <a:gd name="f41" fmla="*/ 2664 f29 1"/>
              <a:gd name="f42" fmla="*/ 1029 f30 1"/>
              <a:gd name="f43" fmla="*/ 2856 f29 1"/>
              <a:gd name="f44" fmla="*/ f31 1 f2"/>
              <a:gd name="f45" fmla="*/ f34 1 3430"/>
              <a:gd name="f46" fmla="*/ f35 1 2856"/>
              <a:gd name="f47" fmla="*/ f36 1 3430"/>
              <a:gd name="f48" fmla="*/ f37 1 2856"/>
              <a:gd name="f49" fmla="*/ f38 1 3430"/>
              <a:gd name="f50" fmla="*/ f39 1 2856"/>
              <a:gd name="f51" fmla="*/ f40 1 3430"/>
              <a:gd name="f52" fmla="*/ f41 1 2856"/>
              <a:gd name="f53" fmla="*/ f42 1 3430"/>
              <a:gd name="f54" fmla="*/ f43 1 2856"/>
              <a:gd name="f55" fmla="*/ 0 1 f32"/>
              <a:gd name="f56" fmla="*/ f6 1 f32"/>
              <a:gd name="f57" fmla="*/ 0 1 f33"/>
              <a:gd name="f58" fmla="*/ f7 1 f33"/>
              <a:gd name="f59" fmla="+- f44 0 f1"/>
              <a:gd name="f60" fmla="*/ f45 1 f32"/>
              <a:gd name="f61" fmla="*/ f46 1 f33"/>
              <a:gd name="f62" fmla="*/ f47 1 f32"/>
              <a:gd name="f63" fmla="*/ f48 1 f33"/>
              <a:gd name="f64" fmla="*/ f49 1 f32"/>
              <a:gd name="f65" fmla="*/ f50 1 f33"/>
              <a:gd name="f66" fmla="*/ f51 1 f32"/>
              <a:gd name="f67" fmla="*/ f52 1 f33"/>
              <a:gd name="f68" fmla="*/ f53 1 f32"/>
              <a:gd name="f69" fmla="*/ f54 1 f33"/>
              <a:gd name="f70" fmla="*/ f55 f27 1"/>
              <a:gd name="f71" fmla="*/ f56 f27 1"/>
              <a:gd name="f72" fmla="*/ f58 f28 1"/>
              <a:gd name="f73" fmla="*/ f57 f28 1"/>
              <a:gd name="f74" fmla="*/ f60 f27 1"/>
              <a:gd name="f75" fmla="*/ f61 f28 1"/>
              <a:gd name="f76" fmla="*/ f62 f27 1"/>
              <a:gd name="f77" fmla="*/ f63 f28 1"/>
              <a:gd name="f78" fmla="*/ f64 f27 1"/>
              <a:gd name="f79" fmla="*/ f65 f28 1"/>
              <a:gd name="f80" fmla="*/ f66 f27 1"/>
              <a:gd name="f81" fmla="*/ f67 f28 1"/>
              <a:gd name="f82" fmla="*/ f68 f27 1"/>
              <a:gd name="f83" fmla="*/ f69 f2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9">
                <a:pos x="f74" y="f75"/>
              </a:cxn>
              <a:cxn ang="f59">
                <a:pos x="f76" y="f77"/>
              </a:cxn>
              <a:cxn ang="f59">
                <a:pos x="f78" y="f79"/>
              </a:cxn>
              <a:cxn ang="f59">
                <a:pos x="f80" y="f79"/>
              </a:cxn>
              <a:cxn ang="f59">
                <a:pos x="f80" y="f81"/>
              </a:cxn>
              <a:cxn ang="f59">
                <a:pos x="f82" y="f83"/>
              </a:cxn>
              <a:cxn ang="f59">
                <a:pos x="f74" y="f75"/>
              </a:cxn>
            </a:cxnLst>
            <a:rect l="f70" t="f73" r="f71" b="f72"/>
            <a:pathLst>
              <a:path w="3430" h="2856">
                <a:moveTo>
                  <a:pt x="f8" y="f9"/>
                </a:moveTo>
                <a:cubicBezTo>
                  <a:pt x="f10" y="f11"/>
                  <a:pt x="f6" y="f12"/>
                  <a:pt x="f6" y="f13"/>
                </a:cubicBezTo>
                <a:cubicBezTo>
                  <a:pt x="f6" y="f14"/>
                  <a:pt x="f15" y="f16"/>
                  <a:pt x="f17" y="f5"/>
                </a:cubicBezTo>
                <a:cubicBezTo>
                  <a:pt x="f5" y="f5"/>
                  <a:pt x="f5" y="f5"/>
                  <a:pt x="f5" y="f5"/>
                </a:cubicBezTo>
                <a:cubicBezTo>
                  <a:pt x="f5" y="f18"/>
                  <a:pt x="f5" y="f18"/>
                  <a:pt x="f5" y="f18"/>
                </a:cubicBezTo>
                <a:cubicBezTo>
                  <a:pt x="f19" y="f20"/>
                  <a:pt x="f21" y="f7"/>
                  <a:pt x="f22" y="f7"/>
                </a:cubicBezTo>
                <a:cubicBezTo>
                  <a:pt x="f23" y="f7"/>
                  <a:pt x="f24" y="f25"/>
                  <a:pt x="f8" y="f9"/>
                </a:cubicBez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7BEE4A8-6D71-8D3F-99C4-30E678509C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3285786"/>
            <a:ext cx="3940405" cy="1765935"/>
          </a:xfrm>
        </p:spPr>
        <p:txBody>
          <a:bodyPr anchor="ctr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7" name="Picture 13">
            <a:extLst>
              <a:ext uri="{FF2B5EF4-FFF2-40B4-BE49-F238E27FC236}">
                <a16:creationId xmlns:a16="http://schemas.microsoft.com/office/drawing/2014/main" id="{55EB8B96-1EC1-0D30-1AEA-B67C189C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610" y="667292"/>
            <a:ext cx="5029200" cy="1587416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97138179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>
            <a:extLst>
              <a:ext uri="{FF2B5EF4-FFF2-40B4-BE49-F238E27FC236}">
                <a16:creationId xmlns:a16="http://schemas.microsoft.com/office/drawing/2014/main" id="{9FFE6A9D-9DFA-163F-0B05-B1A10BDCB0FE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A68D608F-2C77-EBC3-000F-3688DEDE20BA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A204BF0E-86B3-0AC7-86A5-76076993F1E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10875CF-F839-010B-6AA8-5B9A35A4E728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F118CDCD-19D6-E720-96EB-8DF1FF08EBFD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00BDEC53-67BB-37A8-A028-AF5FF912F1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5045302" cy="3155868"/>
          </a:xfrm>
        </p:spPr>
        <p:txBody>
          <a:bodyPr/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835477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2F2FC-FFBC-C1E3-18D6-E053688A937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07037-7D5F-565C-C0EB-ADFC82C5C48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3D5277-586F-A06E-F63F-C11DA97944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772403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1414985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469D256-C4E1-049F-70F6-F0FFC9F4BC8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2189649"/>
            <a:ext cx="4790971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6E9E0F-EFC3-2CA5-17F0-3361F00BF3CC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2717797"/>
            <a:ext cx="4790971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3B4838F-7C3A-7342-A52D-D768DEE3524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749588" y="2189649"/>
            <a:ext cx="4810813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0745CC02-1B8D-B157-5C55-252A99719017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749588" y="2717797"/>
            <a:ext cx="4810813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D665BB44-34F7-92F9-2ECE-83A2931589B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620855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C828-298E-6489-860F-5E7F6281628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522584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626766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xt &amp;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34454-F38F-ECD4-E78B-69E3A61C57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4911361" cy="111283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04DE0-7EEA-BB26-4322-A2231BF93FEB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1913638"/>
            <a:ext cx="4911361" cy="4062953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  <a:lvl4pPr marL="1600200" lvl="3">
              <a:spcBef>
                <a:spcPts val="500"/>
              </a:spcBef>
              <a:defRPr sz="1400"/>
            </a:lvl4pPr>
            <a:lvl5pPr marL="2057400" lvl="4"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A84ECFE9-D713-73CD-3593-4C160BCBEAC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651400" y="577855"/>
            <a:ext cx="4908782" cy="539874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cxnSp>
        <p:nvCxnSpPr>
          <p:cNvPr id="8" name="Straight Connector 11">
            <a:extLst>
              <a:ext uri="{FF2B5EF4-FFF2-40B4-BE49-F238E27FC236}">
                <a16:creationId xmlns:a16="http://schemas.microsoft.com/office/drawing/2014/main" id="{7EE31EF4-70D1-765D-A02D-2B79972146C0}"/>
              </a:ext>
            </a:extLst>
          </p:cNvPr>
          <p:cNvCxnSpPr/>
          <p:nvPr/>
        </p:nvCxnSpPr>
        <p:spPr>
          <a:xfrm>
            <a:off x="631594" y="466728"/>
            <a:ext cx="4911370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391499825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A9289DC-0B5A-281E-F94C-3355F5FEA32D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D29F10A4-3003-6A8E-DD2F-1AC50675CF7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CB1E31-AAEB-FCC2-1024-CFCA573A6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1793238"/>
            <a:ext cx="5003797" cy="3032763"/>
          </a:xfrm>
        </p:spPr>
        <p:txBody>
          <a:bodyPr/>
          <a:lstStyle>
            <a:lvl1pPr marL="227008" indent="-227008"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80EE6758-3401-5374-CC7F-8A973E9B3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48761246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E8B6C1FA-66B6-92FE-5021-22E90DEBBD7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1219199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4CEA8223-8919-EF0F-97FB-5DC948C27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8D63489-052E-D675-230C-DFDDA36604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574042"/>
            <a:ext cx="4053206" cy="2219962"/>
          </a:xfrm>
        </p:spPr>
        <p:txBody>
          <a:bodyPr/>
          <a:lstStyle>
            <a:lvl1pPr marL="177795" indent="-177795">
              <a:lnSpc>
                <a:spcPct val="85000"/>
              </a:lnSpc>
              <a:defRPr sz="2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0F25E0D5-B7A9-79AF-63C3-DA97BEE62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026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With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E1BE3A0-6E9C-FAE2-4937-F29181B7DF1B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14FC6A02-07D4-7F1D-8CAB-077859045BA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8" name="Picture 11">
            <a:extLst>
              <a:ext uri="{FF2B5EF4-FFF2-40B4-BE49-F238E27FC236}">
                <a16:creationId xmlns:a16="http://schemas.microsoft.com/office/drawing/2014/main" id="{2B7DC527-6DCA-2DAC-BE3B-B0952A844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ED799A8-5F08-E0C5-B3F8-448FE509079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1593131"/>
            <a:ext cx="4505550" cy="3723409"/>
          </a:xfrm>
        </p:spPr>
        <p:txBody>
          <a:bodyPr>
            <a:noAutofit/>
          </a:bodyPr>
          <a:lstStyle>
            <a:lvl1pPr marL="0" indent="0">
              <a:spcBef>
                <a:spcPts val="3600"/>
              </a:spcBef>
              <a:buNone/>
              <a:defRPr sz="2600" b="1">
                <a:solidFill>
                  <a:srgbClr val="26CAD3"/>
                </a:solidFill>
              </a:defRPr>
            </a:lvl1pPr>
            <a:lvl2pPr marL="0" lvl="1" indent="0">
              <a:spcBef>
                <a:spcPts val="500"/>
              </a:spcBef>
              <a:buNone/>
              <a:defRPr sz="2600"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76944314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Only Layou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CAE90E54-69EA-62F1-6B19-0B1D7DC459BE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grpSp>
        <p:nvGrpSpPr>
          <p:cNvPr id="6" name="Group 4">
            <a:extLst>
              <a:ext uri="{FF2B5EF4-FFF2-40B4-BE49-F238E27FC236}">
                <a16:creationId xmlns:a16="http://schemas.microsoft.com/office/drawing/2014/main" id="{C1175AAB-B76C-9555-1B1F-6FE700AB7398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EF5BEFEE-49C1-6470-3BEC-ED28DBDD5962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BCEC27E2-C79F-C54B-E6E1-51961365F8D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9F138A5-2143-004F-52E2-51EAB00A116C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1711B4FB-BD90-EB99-4785-7E15FF910D7A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extBox 15">
            <a:extLst>
              <a:ext uri="{FF2B5EF4-FFF2-40B4-BE49-F238E27FC236}">
                <a16:creationId xmlns:a16="http://schemas.microsoft.com/office/drawing/2014/main" id="{3C705C6F-1E94-3D54-BA75-6A38868350CE}"/>
              </a:ext>
            </a:extLst>
          </p:cNvPr>
          <p:cNvSpPr txBox="1"/>
          <p:nvPr/>
        </p:nvSpPr>
        <p:spPr>
          <a:xfrm>
            <a:off x="12191996" y="3410556"/>
            <a:ext cx="2480803" cy="646334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Use Format Background </a:t>
            </a:r>
            <a:b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</a:b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to change the image fill</a:t>
            </a: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0466501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B3623-D522-4E76-FEA3-00B921A81F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9939" y="2435678"/>
            <a:ext cx="5036460" cy="4240895"/>
          </a:xfrm>
        </p:spPr>
        <p:txBody>
          <a:bodyPr anchor="b"/>
          <a:lstStyle>
            <a:lvl1pPr>
              <a:lnSpc>
                <a:spcPct val="70000"/>
              </a:lnSpc>
              <a:defRPr sz="9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296814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 Boing Fo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69A3222-84FF-96B0-E72C-804C528BB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39" y="4492127"/>
            <a:ext cx="3398157" cy="187451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9257024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419930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96C6A-F3B0-333C-0042-2D427A3AE04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F3E4A1-B078-DC24-5252-0722F585E2F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471886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" y="0"/>
            <a:ext cx="12192903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2579" y="1811864"/>
            <a:ext cx="7078488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62579" y="3598328"/>
            <a:ext cx="7078488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7223" y="5054602"/>
            <a:ext cx="897701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62579" y="5054602"/>
            <a:ext cx="5419813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89757" y="5054602"/>
            <a:ext cx="551311" cy="279400"/>
          </a:xfrm>
        </p:spPr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3101" y="3471329"/>
            <a:ext cx="68174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66158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0299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4620" y="1641413"/>
            <a:ext cx="8794045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4620" y="3734860"/>
            <a:ext cx="8794045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04622" y="3599392"/>
            <a:ext cx="87940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8663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69155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3536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86850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7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9157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109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109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41" name="Straight Connector 40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33081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4" y="915338"/>
            <a:ext cx="9064980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02317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4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388534"/>
            <a:ext cx="3382397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3417" y="982133"/>
            <a:ext cx="514071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3" y="3031065"/>
            <a:ext cx="3382397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704621" y="2912533"/>
            <a:ext cx="3111459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414320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883832"/>
            <a:ext cx="4842936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759" y="1032933"/>
            <a:ext cx="3905951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4" y="3255432"/>
            <a:ext cx="4842935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552381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4815415"/>
            <a:ext cx="9064979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8347" y="1032934"/>
            <a:ext cx="9455309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5" y="5382153"/>
            <a:ext cx="9064979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4084421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06873"/>
            <a:ext cx="9064979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275666"/>
            <a:ext cx="9064981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1" y="4140199"/>
            <a:ext cx="8808567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952933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9111" y="982132"/>
            <a:ext cx="8533667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33600" y="3352800"/>
            <a:ext cx="7857064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1" y="4343401"/>
            <a:ext cx="9064984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1133293" y="905362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78005" y="2827870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704622" y="4140199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523681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9" y="3308581"/>
            <a:ext cx="9064971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8" y="4777381"/>
            <a:ext cx="9064973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8631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9222" y="982132"/>
            <a:ext cx="8433557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639312"/>
            <a:ext cx="9064973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529667"/>
            <a:ext cx="9064981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1170747" y="896895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9729" y="2607728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704622" y="342900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44392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982132"/>
            <a:ext cx="9064979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566160"/>
            <a:ext cx="9064973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5" y="4470401"/>
            <a:ext cx="9064979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6" y="3429000"/>
            <a:ext cx="880856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45864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4" y="2490136"/>
            <a:ext cx="9064981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80856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06993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75556" y="906874"/>
            <a:ext cx="2158573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7" y="906874"/>
            <a:ext cx="6554012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327349" y="906874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31814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CB273-FA87-7A3F-8C65-8D399BFA2E4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14400" y="2130423"/>
            <a:ext cx="10363196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5A9A9B-6743-C0A9-B8D4-45ECC3738A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396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9472843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04DB2-AEF5-FA68-AD5D-DC416CEA438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4DD38-7548-CB47-0457-718913B0282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353597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D2C6-324D-E87D-F770-C0A370B85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3082" y="4406905"/>
            <a:ext cx="10363196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D7232-1988-7A6A-FF97-767830DD65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3082" y="2906713"/>
            <a:ext cx="10363196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0596950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8CAA4-EB8A-3861-65E8-BF5305451CA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9538D-76A6-D3DB-5612-4089D86A77A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3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BD446-9109-6665-3EC0-E3A9E4D5654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97602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8085968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969AD-071B-1607-48F6-6463F68FFB3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B15351-E1A6-9C65-E50E-D7B6E6AA4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535113"/>
            <a:ext cx="5386913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A91B4C-7C3D-872D-FD33-890988AFC59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09603" y="2174872"/>
            <a:ext cx="5386913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C72F5C-9483-95D4-D9B6-93E41141E1EA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561FBE-8B77-B88A-0989-D0220916707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93368" y="2174872"/>
            <a:ext cx="538903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2905397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4CD3-F78C-5C0E-5F9D-DE90B2840D1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6027250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24680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E841-3D85-E398-AC91-63A45AFD25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3048"/>
            <a:ext cx="4011079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C1C70-843B-E9CF-0B74-9824E4CA97E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766730" y="273048"/>
            <a:ext cx="681567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2E528C-1978-18AC-ECD6-E6EDF8409A2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09603" y="1435105"/>
            <a:ext cx="4011079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376950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20E22-186E-04EB-DC96-C7F137F51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89720" y="4800600"/>
            <a:ext cx="73152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E461D-F8D9-F0F4-31FF-D616AE1332A2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2389720" y="612776"/>
            <a:ext cx="73152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B2458D-0CBF-9501-DA6E-EB4E5768761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389720" y="5367335"/>
            <a:ext cx="73152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96632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5A22C-8BF9-576D-C7CB-D2909D55EED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4C73B-7C24-F600-9C21-B4F1AF72096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653340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D9E81D-45BD-1469-2436-CE0B6C554BD8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839203" y="274640"/>
            <a:ext cx="27432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2D4A7-4F02-CD87-649F-A6E810AAA1C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09603" y="274640"/>
            <a:ext cx="8026402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116413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5E47FBA-8F3D-E2D7-86B5-096785FDB1E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val f5"/>
              <a:gd name="f29" fmla="val f6"/>
              <a:gd name="f30" fmla="val f7"/>
              <a:gd name="f31" fmla="*/ f25 f0 1"/>
              <a:gd name="f32" fmla="+- f30 0 f28"/>
              <a:gd name="f33" fmla="+- f29 0 f28"/>
              <a:gd name="f34" fmla="*/ f31 1 f2"/>
              <a:gd name="f35" fmla="*/ f33 1 5867"/>
              <a:gd name="f36" fmla="*/ f32 1 4320"/>
              <a:gd name="f37" fmla="*/ 0 f33 1"/>
              <a:gd name="f38" fmla="*/ 0 f32 1"/>
              <a:gd name="f39" fmla="*/ 4320 f32 1"/>
              <a:gd name="f40" fmla="*/ 3187 f33 1"/>
              <a:gd name="f41" fmla="*/ 4630 f33 1"/>
              <a:gd name="f42" fmla="*/ 3063 f32 1"/>
              <a:gd name="f43" fmla="*/ 5669 f33 1"/>
              <a:gd name="f44" fmla="*/ 1003 f32 1"/>
              <a:gd name="f45" fmla="*/ 5867 f33 1"/>
              <a:gd name="f46" fmla="+- f34 0 f1"/>
              <a:gd name="f47" fmla="*/ f37 1 5867"/>
              <a:gd name="f48" fmla="*/ f38 1 4320"/>
              <a:gd name="f49" fmla="*/ f39 1 4320"/>
              <a:gd name="f50" fmla="*/ f40 1 5867"/>
              <a:gd name="f51" fmla="*/ f41 1 5867"/>
              <a:gd name="f52" fmla="*/ f42 1 4320"/>
              <a:gd name="f53" fmla="*/ f43 1 5867"/>
              <a:gd name="f54" fmla="*/ f44 1 4320"/>
              <a:gd name="f55" fmla="*/ f45 1 5867"/>
              <a:gd name="f56" fmla="*/ 0 1 f35"/>
              <a:gd name="f57" fmla="*/ f29 1 f35"/>
              <a:gd name="f58" fmla="*/ 0 1 f36"/>
              <a:gd name="f59" fmla="*/ f30 1 f36"/>
              <a:gd name="f60" fmla="*/ f47 1 f35"/>
              <a:gd name="f61" fmla="*/ f48 1 f36"/>
              <a:gd name="f62" fmla="*/ f49 1 f36"/>
              <a:gd name="f63" fmla="*/ f50 1 f35"/>
              <a:gd name="f64" fmla="*/ f51 1 f35"/>
              <a:gd name="f65" fmla="*/ f52 1 f36"/>
              <a:gd name="f66" fmla="*/ f53 1 f35"/>
              <a:gd name="f67" fmla="*/ f54 1 f36"/>
              <a:gd name="f68" fmla="*/ f55 1 f35"/>
              <a:gd name="f69" fmla="*/ f56 f26 1"/>
              <a:gd name="f70" fmla="*/ f57 f26 1"/>
              <a:gd name="f71" fmla="*/ f59 f27 1"/>
              <a:gd name="f72" fmla="*/ f58 f27 1"/>
              <a:gd name="f73" fmla="*/ f60 f26 1"/>
              <a:gd name="f74" fmla="*/ f61 f27 1"/>
              <a:gd name="f75" fmla="*/ f62 f27 1"/>
              <a:gd name="f76" fmla="*/ f63 f26 1"/>
              <a:gd name="f77" fmla="*/ f64 f26 1"/>
              <a:gd name="f78" fmla="*/ f65 f27 1"/>
              <a:gd name="f79" fmla="*/ f66 f26 1"/>
              <a:gd name="f80" fmla="*/ f67 f27 1"/>
              <a:gd name="f81" fmla="*/ f68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6">
                <a:pos x="f73" y="f74"/>
              </a:cxn>
              <a:cxn ang="f46">
                <a:pos x="f73" y="f75"/>
              </a:cxn>
              <a:cxn ang="f46">
                <a:pos x="f76" y="f75"/>
              </a:cxn>
              <a:cxn ang="f46">
                <a:pos x="f77" y="f78"/>
              </a:cxn>
              <a:cxn ang="f46">
                <a:pos x="f79" y="f80"/>
              </a:cxn>
              <a:cxn ang="f46">
                <a:pos x="f81" y="f74"/>
              </a:cxn>
              <a:cxn ang="f46">
                <a:pos x="f73" y="f74"/>
              </a:cxn>
            </a:cxnLst>
            <a:rect l="f69" t="f72" r="f70" b="f71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85587" tIns="42793" rIns="85587" bIns="42793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216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985913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410DACD-8814-0719-1B69-9449D528892C}"/>
              </a:ext>
            </a:extLst>
          </p:cNvPr>
          <p:cNvSpPr txBox="1"/>
          <p:nvPr userDrawn="1"/>
        </p:nvSpPr>
        <p:spPr>
          <a:xfrm>
            <a:off x="0" y="0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endParaRPr lang="en-GB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14054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9B3DB-352F-706E-8396-0711973F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E9CEE-9788-9CFC-0336-41C2CB077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4505C-8BFE-C23C-2BE8-8711C164B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CA3FC-B7B5-E571-025A-6EDC9BF2F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13495-7196-BF3A-8E94-4A35AF044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135464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C883E-B324-7614-E832-C8FA2D5A5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B83D1-CFEB-F699-FF61-2316C10D9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B53EF-1B82-5CE0-D770-2336D9576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D1C29-FB7A-BB28-E384-E661FFB55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6A9A7-1A6F-0DEF-01C0-8B7B83A4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1333262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52047-70A9-2D03-B647-5755581C3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D41D4-1C56-BDF8-CE04-C033D2CD3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F20ED-6B10-8F9B-AE53-52CD7841A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7184-18A0-6EC7-844C-686E30267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511A2-4C74-9DA0-018F-0C795015B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253FAE-C6F5-C793-AD81-1CA00D35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78798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A29F0-653F-18E0-7165-5BA5CBD70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3531B5-C7D5-3028-F0DE-22D69F8F4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3AE1F-7338-7490-95D4-33B43B8D0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59247F-082A-4DFF-738D-532D897478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3DC79B-5F2E-88CD-B76C-26C869E5A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C74FD9-C453-092D-9379-790EB54B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FE4956-089C-EEE1-ED87-881BAC04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61FA7B-C31E-8DD6-BE30-38EFB4E9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572287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EFEC7-FF5F-613C-8EB4-03C7D28FB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C07DA-2C83-3C92-FD27-8C2CBFCAC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AE1B4-7E6D-3D72-9F28-4F589DB42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D5769-5FED-8793-7595-C4E066367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18619314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05C7F6-48E4-6E5F-449C-B03F87DBD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61A2DD-00B4-3FB2-E6AF-B353EED32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DF081-2407-6DEE-130A-E934151F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09762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7CFD-9EDB-36E2-FCBA-EE29ACA3A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02714-CC7D-A7DB-195D-7D2A3456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1C133-6122-3853-524C-1458A27ED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CC213-218B-DDB2-F22F-BDE4BC501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64279-F92D-0D8A-0360-CE20484CE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B332DB-71CF-DB6A-F8B6-9852B35F6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60614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EE78-AB8B-956C-3C03-ADF393494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7CD64F-E49D-6173-6DE6-ABF43C437A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74FFCF-DFE5-7E94-53DF-C626B0B8A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489CA-698D-AC35-07C6-A26CF27E5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43135-74F2-4FFE-96BB-ED357421E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BCDAC-B253-7FC6-1E11-7C77EB46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5746133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D9922-FA9D-383D-A19C-1670E04BF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10FFC-07BA-368E-8BEF-5F9AD4558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EFD48-A5EE-EB7B-2461-575DDF3EF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E48C6-ED81-B3B2-92AE-AF25ECBC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1B257-1A5B-C712-6D80-E569B0558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8234492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57DC50-9430-8F55-3F8C-079680426C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9CD0E4-FF02-5A2E-BCCE-E5DEEEB295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E451A-2FD6-F62A-87A7-402F00CBB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E098B-CA21-3CC7-B4DE-2D294CBAF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4A002-EF22-9AD8-50CB-BDE5AB8FA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81579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736097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90107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7336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161927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00207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20077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135214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3243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45126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755894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2687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9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43.xml"/><Relationship Id="rId1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<Relationship Id="rId14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slideLayout" Target="../slideLayouts/slideLayout75.xml"/><Relationship Id="rId15" Type="http://schemas.openxmlformats.org/officeDocument/2006/relationships/slideLayout" Target="../slideLayouts/slideLayout76.xml"/><Relationship Id="rId16" Type="http://schemas.openxmlformats.org/officeDocument/2006/relationships/slideLayout" Target="../slideLayouts/slideLayout77.xml"/><Relationship Id="rId17" Type="http://schemas.openxmlformats.org/officeDocument/2006/relationships/slideLayout" Target="../slideLayouts/slideLayout78.xml"/><Relationship Id="rId18" Type="http://schemas.openxmlformats.org/officeDocument/2006/relationships/slideLayout" Target="../slideLayouts/slideLayout79.xml"/><Relationship Id="rId19" Type="http://schemas.openxmlformats.org/officeDocument/2006/relationships/slideLayout" Target="../slideLayouts/slideLayout80.xml"/><Relationship Id="rId20" Type="http://schemas.openxmlformats.org/officeDocument/2006/relationships/slideLayout" Target="../slideLayouts/slideLayout81.xml"/><Relationship Id="rId21" Type="http://schemas.openxmlformats.org/officeDocument/2006/relationships/slideLayout" Target="../slideLayouts/slideLayout82.xml"/><Relationship Id="rId22" Type="http://schemas.openxmlformats.org/officeDocument/2006/relationships/slideLayout" Target="../slideLayouts/slideLayout83.xml"/><Relationship Id="rId23" Type="http://schemas.openxmlformats.org/officeDocument/2006/relationships/slideLayout" Target="../slideLayouts/slideLayout84.xml"/><Relationship Id="rId2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slideLayout" Target="../slideLayouts/slideLayout96.xml"/><Relationship Id="rId13" Type="http://schemas.openxmlformats.org/officeDocument/2006/relationships/slideLayout" Target="../slideLayouts/slideLayout97.xml"/><Relationship Id="rId14" Type="http://schemas.openxmlformats.org/officeDocument/2006/relationships/slideLayout" Target="../slideLayouts/slideLayout98.xml"/><Relationship Id="rId15" Type="http://schemas.openxmlformats.org/officeDocument/2006/relationships/slideLayout" Target="../slideLayouts/slideLayout99.xml"/><Relationship Id="rId16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1.xml"/><Relationship Id="rId18" Type="http://schemas.openxmlformats.org/officeDocument/2006/relationships/theme" Target="../theme/theme7.xml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9.xml"/><Relationship Id="rId9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11.xml"/><Relationship Id="rId11" Type="http://schemas.openxmlformats.org/officeDocument/2006/relationships/slideLayout" Target="../slideLayouts/slideLayout112.xml"/><Relationship Id="rId12" Type="http://schemas.openxmlformats.org/officeDocument/2006/relationships/slideLayout" Target="../slideLayouts/slideLayout113.xml"/><Relationship Id="rId1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slideLayout" Target="../slideLayouts/slideLayout126.xml"/><Relationship Id="rId3" Type="http://schemas.openxmlformats.org/officeDocument/2006/relationships/slideLayout" Target="../slideLayouts/slideLayout127.xml"/><Relationship Id="rId4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9.xml"/><Relationship Id="rId6" Type="http://schemas.openxmlformats.org/officeDocument/2006/relationships/slideLayout" Target="../slideLayouts/slideLayout130.xml"/><Relationship Id="rId7" Type="http://schemas.openxmlformats.org/officeDocument/2006/relationships/slideLayout" Target="../slideLayouts/slideLayout131.xml"/><Relationship Id="rId8" Type="http://schemas.openxmlformats.org/officeDocument/2006/relationships/slideLayout" Target="../slideLayouts/slideLayout132.xml"/><Relationship Id="rId9" Type="http://schemas.openxmlformats.org/officeDocument/2006/relationships/slideLayout" Target="../slideLayouts/slideLayout133.xml"/><Relationship Id="rId10" Type="http://schemas.openxmlformats.org/officeDocument/2006/relationships/slideLayout" Target="../slideLayouts/slideLayout134.xml"/><Relationship Id="rId11" Type="http://schemas.openxmlformats.org/officeDocument/2006/relationships/slideLayout" Target="../slideLayouts/slideLayout135.xml"/><Relationship Id="rId12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6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75366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EDC453-280C-4DD0-B691-565117EA1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CAEDA-7F8E-5DD1-5615-9122A76CB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F4B92-0338-8496-2BC9-D78BC35A9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1C1FB-97D8-32C1-4E03-B90A99350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0F0401-86B8-B0E1-5F2E-8EFCFE719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216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70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845" r:id="rId3"/>
    <p:sldLayoutId id="2147483846" r:id="rId4"/>
    <p:sldLayoutId id="2147483847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B38B0F-09FD-DDC6-3B63-8AF09C35E3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9EAB06-2AFE-2C12-1BB4-384FC380BC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F2E60-03D8-275F-2BA8-6EFAE3CF267E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E721A0-E937-50F8-C798-8EB0BC6D85A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6C06C-A904-8DD7-8829-D1021B6DFDE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8B930FF2-ADD6-48BA-B740-C81F3D772E11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94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3E944-12FC-1DA6-1A82-9D447DBA04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10928808" cy="11128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Autofit/>
          </a:bodyPr>
          <a:lstStyle/>
          <a:p>
            <a:pPr lvl="0"/>
            <a:r>
              <a:rPr lang="en-US"/>
              <a:t>Project objectives 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742FB-3438-9D79-D6FF-4410846F7C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1594" y="1904996"/>
            <a:ext cx="7521799" cy="427196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rmAutofit/>
          </a:bodyPr>
          <a:lstStyle/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9">
            <a:extLst>
              <a:ext uri="{FF2B5EF4-FFF2-40B4-BE49-F238E27FC236}">
                <a16:creationId xmlns:a16="http://schemas.microsoft.com/office/drawing/2014/main" id="{052D5BE6-22DB-72DF-3E35-DA9381B8BD4C}"/>
              </a:ext>
            </a:extLst>
          </p:cNvPr>
          <p:cNvCxnSpPr/>
          <p:nvPr/>
        </p:nvCxnSpPr>
        <p:spPr>
          <a:xfrm>
            <a:off x="631594" y="540465"/>
            <a:ext cx="10928808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2055019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  <p:sldLayoutId id="2147483778" r:id="rId12"/>
    <p:sldLayoutId id="2147483779" r:id="rId13"/>
    <p:sldLayoutId id="2147483780" r:id="rId14"/>
    <p:sldLayoutId id="2147483781" r:id="rId15"/>
    <p:sldLayoutId id="2147483782" r:id="rId16"/>
    <p:sldLayoutId id="2147483783" r:id="rId17"/>
    <p:sldLayoutId id="2147483784" r:id="rId18"/>
    <p:sldLayoutId id="2147483785" r:id="rId19"/>
    <p:sldLayoutId id="2147483786" r:id="rId20"/>
    <p:sldLayoutId id="2147483787" r:id="rId21"/>
    <p:sldLayoutId id="2147483788" r:id="rId22"/>
    <p:sldLayoutId id="2147483789" r:id="rId2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3300" b="1" i="0" u="none" strike="noStrike" kern="1200" cap="none" spc="0" baseline="0">
          <a:solidFill>
            <a:srgbClr val="00667D"/>
          </a:solidFill>
          <a:uFillTx/>
          <a:latin typeface="Calibri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1pPr>
      <a:lvl2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2pPr>
      <a:lvl3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3pPr>
      <a:lvl4pPr marL="228600" marR="0" lvl="1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4pPr>
      <a:lvl5pPr marL="228600" marR="0" lvl="2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" y="0"/>
            <a:ext cx="12203289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2490136"/>
            <a:ext cx="9064981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75561" y="5960533"/>
            <a:ext cx="1531044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69154" y="5960533"/>
            <a:ext cx="680622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06788" y="5960533"/>
            <a:ext cx="52734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9195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  <p:sldLayoutId id="2147483804" r:id="rId14"/>
    <p:sldLayoutId id="2147483805" r:id="rId15"/>
    <p:sldLayoutId id="2147483806" r:id="rId16"/>
    <p:sldLayoutId id="2147483807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3F1F9C-7792-BD09-4C73-B4A1A4E7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464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1CB9-F3C8-E76B-9B8A-09616928C9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600200"/>
            <a:ext cx="109728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D8D3E-1A37-301F-3BC2-E33102DFC5F0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09603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E8C35-9AE9-964C-69AE-27F457B2CA8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165604" y="6356351"/>
            <a:ext cx="3860797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4B10F-C4BA-27CE-B2D2-A397B9B92D2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737604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C0417AA-12A0-48A3-8BAE-748AB937367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405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9" r:id="rId1"/>
    <p:sldLayoutId id="2147483810" r:id="rId2"/>
    <p:sldLayoutId id="2147483811" r:id="rId3"/>
    <p:sldLayoutId id="2147483812" r:id="rId4"/>
    <p:sldLayoutId id="2147483813" r:id="rId5"/>
    <p:sldLayoutId id="2147483814" r:id="rId6"/>
    <p:sldLayoutId id="2147483815" r:id="rId7"/>
    <p:sldLayoutId id="2147483816" r:id="rId8"/>
    <p:sldLayoutId id="2147483817" r:id="rId9"/>
    <p:sldLayoutId id="2147483818" r:id="rId10"/>
    <p:sldLayoutId id="2147483819" r:id="rId11"/>
    <p:sldLayoutId id="2147483820" r:id="rId12"/>
  </p:sldLayoutIdLst>
  <p:hf sldNum="0" hdr="0" ftr="0" dt="0"/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7F74F-2C97-CAAE-BFFE-4AB59C9B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8AF5D8-44DC-3827-A81A-50B2DBA02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2394A-11AC-CA11-C367-46C0A3EB20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EDFE8-6F24-013F-2D13-36B268B2DF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4227F-37C6-3D08-364F-3CB3C3C6E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269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20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71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39.xml"/><Relationship Id="rId3" Type="http://schemas.openxmlformats.org/officeDocument/2006/relationships/diagramData" Target="../diagrams/data9.xml"/><Relationship Id="rId4" Type="http://schemas.openxmlformats.org/officeDocument/2006/relationships/diagramLayout" Target="../diagrams/layout9.xml"/><Relationship Id="rId5" Type="http://schemas.openxmlformats.org/officeDocument/2006/relationships/diagramQuickStyle" Target="../diagrams/quickStyle9.xml"/><Relationship Id="rId6" Type="http://schemas.openxmlformats.org/officeDocument/2006/relationships/diagramColors" Target="../diagrams/colors9.xml"/><Relationship Id="rId7" Type="http://schemas.microsoft.com/office/2007/relationships/diagramDrawing" Target="../diagrams/drawing9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40.xml"/><Relationship Id="rId3" Type="http://schemas.openxmlformats.org/officeDocument/2006/relationships/diagramData" Target="../diagrams/data10.xml"/><Relationship Id="rId4" Type="http://schemas.openxmlformats.org/officeDocument/2006/relationships/diagramLayout" Target="../diagrams/layout10.xml"/><Relationship Id="rId5" Type="http://schemas.openxmlformats.org/officeDocument/2006/relationships/diagramQuickStyle" Target="../diagrams/quickStyle10.xml"/><Relationship Id="rId6" Type="http://schemas.openxmlformats.org/officeDocument/2006/relationships/diagramColors" Target="../diagrams/colors10.xml"/><Relationship Id="rId7" Type="http://schemas.microsoft.com/office/2007/relationships/diagramDrawing" Target="../diagrams/drawing10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image" Target="../media/image173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image" Target="../media/image174.jpeg"/><Relationship Id="rId3" Type="http://schemas.openxmlformats.org/officeDocument/2006/relationships/diagramData" Target="../diagrams/data11.xml"/><Relationship Id="rId4" Type="http://schemas.openxmlformats.org/officeDocument/2006/relationships/diagramLayout" Target="../diagrams/layout11.xml"/><Relationship Id="rId5" Type="http://schemas.openxmlformats.org/officeDocument/2006/relationships/diagramQuickStyle" Target="../diagrams/quickStyle11.xml"/><Relationship Id="rId6" Type="http://schemas.openxmlformats.org/officeDocument/2006/relationships/diagramColors" Target="../diagrams/colors11.xml"/><Relationship Id="rId7" Type="http://schemas.microsoft.com/office/2007/relationships/diagramDrawing" Target="../diagrams/drawing11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image" Target="../media/image175.png"/></Relationships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06223-B306-FED0-CA6B-17E47FC32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3CB58D-2C5A-D349-90EC-145ACC5D2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4325B5-2492-90EE-7D42-5999D0FBAF58}"/>
              </a:ext>
            </a:extLst>
          </p:cNvPr>
          <p:cNvSpPr txBox="1"/>
          <p:nvPr/>
        </p:nvSpPr>
        <p:spPr>
          <a:xfrm>
            <a:off x="9525001" y="6204856"/>
            <a:ext cx="15457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Topic: 5 </a:t>
            </a:r>
          </a:p>
        </p:txBody>
      </p:sp>
    </p:spTree>
    <p:extLst>
      <p:ext uri="{BB962C8B-B14F-4D97-AF65-F5344CB8AC3E}">
        <p14:creationId xmlns:p14="http://schemas.microsoft.com/office/powerpoint/2010/main" val="344942665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3122" name="Rectangle 2"/>
          <p:cNvSpPr>
            <a:spLocks noGrp="1" noChangeArrowheads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Stabilize prior to transport</a:t>
            </a:r>
          </a:p>
        </p:txBody>
      </p:sp>
      <p:graphicFrame>
        <p:nvGraphicFramePr>
          <p:cNvPr id="133125" name="Rectangle 3">
            <a:extLst>
              <a:ext uri="{FF2B5EF4-FFF2-40B4-BE49-F238E27FC236}">
                <a16:creationId xmlns:a16="http://schemas.microsoft.com/office/drawing/2014/main" id="{ED6C7A9D-5C4D-1528-6FBB-40B8B562FC4C}"/>
              </a:ext>
            </a:extLst>
          </p:cNvPr>
          <p:cNvGraphicFramePr/>
          <p:nvPr/>
        </p:nvGraphicFramePr>
        <p:xfrm>
          <a:off x="4624302" y="353785"/>
          <a:ext cx="6818862" cy="61504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970FA5-E80D-AE95-9EDF-234574FBE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b="1">
                <a:solidFill>
                  <a:srgbClr val="FFFFFF"/>
                </a:solidFill>
              </a:rPr>
              <a:t>Communication</a:t>
            </a:r>
            <a:endParaRPr lang="en-IN" sz="4000" b="1">
              <a:solidFill>
                <a:srgbClr val="FFFFFF"/>
              </a:solidFill>
            </a:endParaRPr>
          </a:p>
        </p:txBody>
      </p: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3E46CD80-32B1-FC0B-282B-023222CDFF6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4561462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600" b="1">
                <a:solidFill>
                  <a:schemeClr val="bg1">
                    <a:lumMod val="95000"/>
                    <a:lumOff val="5000"/>
                  </a:schemeClr>
                </a:solidFill>
              </a:rPr>
              <a:t>TemperatureMaintenance as per warm chain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BD16B6-4979-E049-1AD0-F7A7E501B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631643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04C9C1-6893-F376-5723-F8F07ECCA9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38" b="1410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4571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DD654E-5ACE-CD1A-1981-727031965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714CFF5-F470-11F4-932F-9ED3799007A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566342-66BA-FF9B-970A-F28E93279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/>
              <a:t>Prevention &amp; Management of Hypoxia</a:t>
            </a:r>
            <a:endParaRPr lang="en-US" b="1" dirty="0"/>
          </a:p>
        </p:txBody>
      </p:sp>
      <p:graphicFrame>
        <p:nvGraphicFramePr>
          <p:cNvPr id="29" name="Content Placeholder 2">
            <a:extLst>
              <a:ext uri="{FF2B5EF4-FFF2-40B4-BE49-F238E27FC236}">
                <a16:creationId xmlns:a16="http://schemas.microsoft.com/office/drawing/2014/main" id="{348B8E91-924A-9598-A16E-B66157AB77B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334283722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A0980-6259-FF45-E7BA-7970C08F0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45142"/>
            <a:ext cx="10972800" cy="80691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dirty="0"/>
              <a:t>Danger signs of newborn</a:t>
            </a:r>
            <a:endParaRPr lang="en-IN" b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73F6580-0A8B-26B7-754B-7DF5E828F4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2677" b="4024"/>
          <a:stretch>
            <a:fillRect/>
          </a:stretch>
        </p:blipFill>
        <p:spPr>
          <a:xfrm>
            <a:off x="387245" y="1494504"/>
            <a:ext cx="11195155" cy="509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38633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2.3.7802"/>
  <p:tag name="SLIDO_PRESENTATION_ID" val="cea41368-b299-453a-86ac-367c32b5efe9"/>
  <p:tag name="SLIDO_EVENT_UUID" val="fcad33ae-25be-4cda-ad67-3ccd05ff2cd6"/>
  <p:tag name="SLIDO_EVENT_SECTION_UUID" val="e20e75c6-e565-4309-bef2-b02a4dc93b90"/>
</p:tagLst>
</file>

<file path=ppt/theme/_rels/them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image" Target="../media/image16.jpeg"/></Relationships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Jhpiego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8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B684FDF-ECB5-4D95-AD9B-F7E3763E2B16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2370</TotalTime>
  <Words>23516</Words>
  <Application>Microsoft Office PowerPoint</Application>
  <PresentationFormat>Widescreen</PresentationFormat>
  <Paragraphs>4491</Paragraphs>
  <Slides>380</Slides>
  <Notes>89</Notes>
  <HiddenSlides>0</HiddenSlides>
  <MMClips>0</MMClips>
  <ScaleCrop>false</ScaleCrop>
  <HeadingPairs>
    <vt:vector size="4" baseType="variant">
      <vt:variant>
        <vt:lpstr>Theme</vt:lpstr>
      </vt:variant>
      <vt:variant>
        <vt:i4>10</vt:i4>
      </vt:variant>
      <vt:variant>
        <vt:lpstr>Slide Titles</vt:lpstr>
      </vt:variant>
      <vt:variant>
        <vt:i4>380</vt:i4>
      </vt:variant>
    </vt:vector>
  </HeadingPairs>
  <TitlesOfParts>
    <vt:vector size="390" baseType="lpstr">
      <vt:lpstr>Office 2013 - 2022 Theme</vt:lpstr>
      <vt:lpstr>Office Theme</vt:lpstr>
      <vt:lpstr>1_Office Theme</vt:lpstr>
      <vt:lpstr>2_Office Theme</vt:lpstr>
      <vt:lpstr>3_Office Theme</vt:lpstr>
      <vt:lpstr>Jhpiego Theme</vt:lpstr>
      <vt:lpstr>Organic</vt:lpstr>
      <vt:lpstr>5_Office Theme</vt:lpstr>
      <vt:lpstr>6_Office Theme</vt:lpstr>
      <vt:lpstr>7_Office Theme</vt:lpstr>
      <vt:lpstr>DAY : 1 </vt:lpstr>
      <vt:lpstr>Maternal Health</vt:lpstr>
      <vt:lpstr>PowerPoint Presentation</vt:lpstr>
      <vt:lpstr>Importance of diagnosing hypertensive disorders of pregnancy</vt:lpstr>
      <vt:lpstr>Effects of high BP on mother  and child during pregnancy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Iron deficiency Anemia in Pregnancy </vt:lpstr>
      <vt:lpstr> What is Anaemia ?</vt:lpstr>
      <vt:lpstr>Grades of anaemia in pregnancy </vt:lpstr>
      <vt:lpstr>PowerPoint Presentation</vt:lpstr>
      <vt:lpstr>Symptoms of Severe Anaemia</vt:lpstr>
      <vt:lpstr>Signs of severe Anaemia</vt:lpstr>
      <vt:lpstr>Diagnostic equipment for Anemia</vt:lpstr>
      <vt:lpstr>Methods of diagnosis</vt:lpstr>
      <vt:lpstr>What is FCM </vt:lpstr>
      <vt:lpstr>Indications for FCM </vt:lpstr>
      <vt:lpstr>Contraindications for FCM </vt:lpstr>
      <vt:lpstr>Comparison between Iron Sucrose and FCM …1</vt:lpstr>
      <vt:lpstr>Comparison between Iron Sucrose and FCM …2</vt:lpstr>
      <vt:lpstr>Dose Calculation of FCM </vt:lpstr>
      <vt:lpstr>Administration of FCM </vt:lpstr>
      <vt:lpstr>Precautions for FCM administration </vt:lpstr>
      <vt:lpstr>Management of adverse events following FCM administration</vt:lpstr>
      <vt:lpstr>FOLLOW UP ACTIONS AFTER ADMINISTRATION</vt:lpstr>
      <vt:lpstr>PowerPoint Presentation</vt:lpstr>
      <vt:lpstr>PowerPoint Presentation</vt:lpstr>
      <vt:lpstr>PowerPoint Presentation</vt:lpstr>
      <vt:lpstr>    Effects of GDM on Pregnant Woman and Newborn</vt:lpstr>
      <vt:lpstr>PowerPoint Presentation</vt:lpstr>
      <vt:lpstr>Consideration for GDM Screening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Medical Nutrition Therapy</vt:lpstr>
      <vt:lpstr>Management of GDM – Physical Exercise (contd.)</vt:lpstr>
      <vt:lpstr>PowerPoint Presentation</vt:lpstr>
      <vt:lpstr>PowerPoint Presentation</vt:lpstr>
      <vt:lpstr>Hypothyroidism and its significance during pregnancy</vt:lpstr>
      <vt:lpstr>Diagnostic equipment for Hypothyroidism</vt:lpstr>
      <vt:lpstr>Adverse effects of untreated hypothyroidism in mother and fetus/newborn</vt:lpstr>
      <vt:lpstr>Magnitude of the problem and target population</vt:lpstr>
      <vt:lpstr>PowerPoint Presentation</vt:lpstr>
      <vt:lpstr>Diagnostic criteria in pregnancy</vt:lpstr>
      <vt:lpstr>PowerPoint Presentation</vt:lpstr>
      <vt:lpstr>PowerPoint Presentation</vt:lpstr>
      <vt:lpstr>PowerPoint Presentation</vt:lpstr>
      <vt:lpstr>Effect of SCD  on Mother and Baby</vt:lpstr>
      <vt:lpstr>High Performance Liquid Chromatography</vt:lpstr>
      <vt:lpstr>PowerPoint Presentation</vt:lpstr>
      <vt:lpstr>Prevention and Management of SCD</vt:lpstr>
      <vt:lpstr>Assessment prior to conception/First visit post conception:</vt:lpstr>
      <vt:lpstr>Management of Sickle cell disease during Antenatal period</vt:lpstr>
      <vt:lpstr>Medications and Monitoring</vt:lpstr>
      <vt:lpstr>Management of Sickle cell disease during Antenatal period</vt:lpstr>
      <vt:lpstr>Management of Sickle cell disease during Antenatal period</vt:lpstr>
      <vt:lpstr>Diagnostic Test of Sickle Cell</vt:lpstr>
      <vt:lpstr>Modalities of screening, treatment and management</vt:lpstr>
      <vt:lpstr>Modalities of screening, treatment and management</vt:lpstr>
      <vt:lpstr>Modalities of screening, treatment and management</vt:lpstr>
      <vt:lpstr>Management of Sickle cell disease in 2nd &amp; 3rd trimester </vt:lpstr>
      <vt:lpstr>PowerPoint Presentation</vt:lpstr>
      <vt:lpstr>Acute Pain Crisis Management</vt:lpstr>
      <vt:lpstr>Mode and timing of delivery</vt:lpstr>
      <vt:lpstr>Roles &amp; Responsibilities of MO/OG</vt:lpstr>
      <vt:lpstr>PowerPoint Presentation</vt:lpstr>
      <vt:lpstr>Preterm birth - A leading cause of neonatal deaths in India</vt:lpstr>
      <vt:lpstr>PowerPoint Presentation</vt:lpstr>
      <vt:lpstr>Recognizing true labor </vt:lpstr>
      <vt:lpstr>Interventions done in mother to prevent neonatal complications:</vt:lpstr>
      <vt:lpstr>Antenatal corticosteroids</vt:lpstr>
      <vt:lpstr>When to give and when not to give ANCS</vt:lpstr>
      <vt:lpstr>PowerPoint Presentation</vt:lpstr>
      <vt:lpstr>Post partum Hemorrhage</vt:lpstr>
      <vt:lpstr>Identification of PPH</vt:lpstr>
      <vt:lpstr>PowerPoint Presentation</vt:lpstr>
      <vt:lpstr>PowerPoint Presentation</vt:lpstr>
      <vt:lpstr>PowerPoint Presentation</vt:lpstr>
      <vt:lpstr>PowerPoint Presentation</vt:lpstr>
      <vt:lpstr>Classification of hypovolemic shock</vt:lpstr>
      <vt:lpstr> Assessment of Blood Loss </vt:lpstr>
      <vt:lpstr>PowerPoint Presentation</vt:lpstr>
      <vt:lpstr>PowerPoint Presentation</vt:lpstr>
      <vt:lpstr>PowerPoint Presentation</vt:lpstr>
      <vt:lpstr>Cause Specific Management: Atonic PPH</vt:lpstr>
      <vt:lpstr>PowerPoint Presentation</vt:lpstr>
      <vt:lpstr>Bimanual Uterine Compression</vt:lpstr>
      <vt:lpstr>Compression of Abdominal Aorta</vt:lpstr>
      <vt:lpstr>Condom Tamponade</vt:lpstr>
      <vt:lpstr>PowerPoint Presentation</vt:lpstr>
      <vt:lpstr>Cause Specific Management: Tears or Trauma</vt:lpstr>
      <vt:lpstr>Key Messages</vt:lpstr>
      <vt:lpstr>PowerPoint Presentation</vt:lpstr>
      <vt:lpstr>PARTOGRAPH – CASE STUDY 1</vt:lpstr>
      <vt:lpstr>PowerPoint Presentation</vt:lpstr>
      <vt:lpstr>PARTOGRAPH – CASE STUDY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Clinical 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messages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Importance of Care for Newborn at Birth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Monitoring of Baby (Delivery Case-sheet)</vt:lpstr>
      <vt:lpstr>PowerPoint Presentation</vt:lpstr>
      <vt:lpstr>PowerPoint Presentation</vt:lpstr>
      <vt:lpstr>PowerPoint Presentation</vt:lpstr>
      <vt:lpstr>RoP IEC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Take Home Message</vt:lpstr>
      <vt:lpstr>Thermal Control (KMC)</vt:lpstr>
      <vt:lpstr>PowerPoint Presentation</vt:lpstr>
      <vt:lpstr>PowerPoint Presentation</vt:lpstr>
      <vt:lpstr>ASSESSMENT OF TEMPERATURE BY TOUCH</vt:lpstr>
      <vt:lpstr>PowerPoint Presentation</vt:lpstr>
      <vt:lpstr>PowerPoint Presentation</vt:lpstr>
      <vt:lpstr>PowerPoint Presentation</vt:lpstr>
      <vt:lpstr>Wrapping and covering a baby</vt:lpstr>
      <vt:lpstr>PowerPoint Presentation</vt:lpstr>
      <vt:lpstr>PowerPoint Presentation</vt:lpstr>
      <vt:lpstr>PowerPoint Presentation</vt:lpstr>
      <vt:lpstr>Kangaroo positioning</vt:lpstr>
      <vt:lpstr>PowerPoint Presentation</vt:lpstr>
      <vt:lpstr>Monitoring </vt:lpstr>
      <vt:lpstr> Duration of KMC </vt:lpstr>
      <vt:lpstr>PowerPoint Presentation</vt:lpstr>
      <vt:lpstr>PowerPoint Presentation</vt:lpstr>
      <vt:lpstr>PowerPoint Presentation</vt:lpstr>
      <vt:lpstr>PowerPoint Presentation</vt:lpstr>
      <vt:lpstr>Breast Anatomy - Structure</vt:lpstr>
      <vt:lpstr>Oxytocin Reflex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Stabilize prior to transport</vt:lpstr>
      <vt:lpstr>Communication</vt:lpstr>
      <vt:lpstr>TemperatureMaintenance as per warm chain</vt:lpstr>
      <vt:lpstr>PowerPoint Presentation</vt:lpstr>
      <vt:lpstr>PowerPoint Presentation</vt:lpstr>
      <vt:lpstr>Prevention &amp; Management of Hypoxia</vt:lpstr>
      <vt:lpstr>Danger signs of newborn</vt:lpstr>
      <vt:lpstr>PowerPoint Presentation</vt:lpstr>
      <vt:lpstr>Childhood Pneumonia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Childhood Diarrhoea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Dose of ORS in 4 hours</vt:lpstr>
      <vt:lpstr>PowerPoint Presentation</vt:lpstr>
      <vt:lpstr>When to send child home &amp; Advice</vt:lpstr>
      <vt:lpstr>PowerPoint Presentation</vt:lpstr>
      <vt:lpstr>An Over View Immunization Programme  </vt:lpstr>
      <vt:lpstr>Introduction</vt:lpstr>
      <vt:lpstr>India’s Universal Immunization Programme (UIP)</vt:lpstr>
      <vt:lpstr>Roadmap of Introduction &amp; Expansion of New Vaccines</vt:lpstr>
      <vt:lpstr>Universal Immunization Programme (Scope and Scale in Odisha)</vt:lpstr>
      <vt:lpstr>Aim and objectives of UIP </vt:lpstr>
      <vt:lpstr>Full Immunization trend ( NFHS)</vt:lpstr>
      <vt:lpstr>Concept of Full Immunization Coverage (FIC) Plus</vt:lpstr>
      <vt:lpstr>Immunization programme Component </vt:lpstr>
      <vt:lpstr>VPDs </vt:lpstr>
      <vt:lpstr>PowerPoint Presentation</vt:lpstr>
      <vt:lpstr>Sequence , Site and Route of Vaccination at birth</vt:lpstr>
      <vt:lpstr>Sequence , Site and Route of Vaccination at 6th  Week</vt:lpstr>
      <vt:lpstr>Sequence , Site and Route of Vaccination at 10th  Week</vt:lpstr>
      <vt:lpstr>Sequence , Site and Route of Vaccination at 14th  Week</vt:lpstr>
      <vt:lpstr>Sequence , Site and Route of Vaccination at 9-11th month</vt:lpstr>
      <vt:lpstr>Sequence , Site and Route of Vaccination at 16-23 months</vt:lpstr>
      <vt:lpstr>PowerPoint Presentation</vt:lpstr>
      <vt:lpstr>Syringe and needle position for Vaccination </vt:lpstr>
      <vt:lpstr>PowerPoint Presentation</vt:lpstr>
      <vt:lpstr>Sensitivity of Vaccine to heat, light and freezing  </vt:lpstr>
      <vt:lpstr>PowerPoint Presentation</vt:lpstr>
      <vt:lpstr>PowerPoint Presentation</vt:lpstr>
      <vt:lpstr>Conditioning of Ice Packs</vt:lpstr>
      <vt:lpstr>Vaccine Arrangement at RI session sites </vt:lpstr>
      <vt:lpstr>Adverse event following immunization (AEFI)</vt:lpstr>
      <vt:lpstr>WHO cause specific definition of AEFIs</vt:lpstr>
      <vt:lpstr>Recognition of Anaphylaxis</vt:lpstr>
      <vt:lpstr>Steps for Initial Management of AEFI</vt:lpstr>
      <vt:lpstr>Managing AEFI </vt:lpstr>
      <vt:lpstr>Contents of the Anaphylaxis Kit </vt:lpstr>
      <vt:lpstr>Dose of Adrenaline </vt:lpstr>
      <vt:lpstr>Difference between AEFI Kit and Anaphylaxis kit </vt:lpstr>
      <vt:lpstr> Reporting of AEFIs  </vt:lpstr>
      <vt:lpstr> Immunization Wastes Segregation </vt:lpstr>
      <vt:lpstr>Monitoring and Supervision of RI Programme </vt:lpstr>
      <vt:lpstr>Reporting and recording of RI Programme </vt:lpstr>
      <vt:lpstr>DAY 2 Programs</vt:lpstr>
      <vt:lpstr>PowerPoint Presentation</vt:lpstr>
      <vt:lpstr>PowerPoint Presentation</vt:lpstr>
      <vt:lpstr>PowerPoint Presentation</vt:lpstr>
      <vt:lpstr>Requirements at VHSND/ UHSND site</vt:lpstr>
      <vt:lpstr>PowerPoint Presentation</vt:lpstr>
      <vt:lpstr>MCP card</vt:lpstr>
      <vt:lpstr>“Guidance Note on Optimizing Post-Natal Care”</vt:lpstr>
      <vt:lpstr>Framework to identify the high-risk post-natal mother</vt:lpstr>
      <vt:lpstr>PowerPoint Presentation</vt:lpstr>
      <vt:lpstr>Reporting, Monitoring and Evaluation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HRP condition in MCP card</vt:lpstr>
      <vt:lpstr>PowerPoint Presentation</vt:lpstr>
      <vt:lpstr>HRP Condition to be evaluate in 1st visit</vt:lpstr>
      <vt:lpstr>HRP Condition to be evaluate in every visit/Subsequent visit</vt:lpstr>
      <vt:lpstr>PowerPoint Presentation</vt:lpstr>
      <vt:lpstr>PowerPoint Presentation</vt:lpstr>
      <vt:lpstr>The expert committee unanimously recommended the following investigation for all ANC cases at the facility level:</vt:lpstr>
      <vt:lpstr>Following investigations are recommended for every delivery cases at the time of admission for delivery at facility:</vt:lpstr>
      <vt:lpstr>Follow up Tracking for HRP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BPCR – Complication Readiness</vt:lpstr>
      <vt:lpstr>PMSMA &amp; EPMSMA</vt:lpstr>
      <vt:lpstr>Pradhan Mantri Surakshit Matritva Abhiyan (PMSMA)/Extended PMSMA</vt:lpstr>
      <vt:lpstr>PowerPoint Presentation</vt:lpstr>
      <vt:lpstr>Features</vt:lpstr>
      <vt:lpstr>Financial Support</vt:lpstr>
      <vt:lpstr>Non-Negotiable Component</vt:lpstr>
      <vt:lpstr>Flow of Beneficiary</vt:lpstr>
      <vt:lpstr>Roles and responsibility of Health care providers</vt:lpstr>
      <vt:lpstr>List of PMSMA HRP Condition (25)</vt:lpstr>
      <vt:lpstr>Integration of MCP card and PMSMA HRP condition</vt:lpstr>
      <vt:lpstr>Integration of MCP card and PMSMA HRP condition</vt:lpstr>
      <vt:lpstr>AMLAN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Modalities for Oral IFA consumptions for all age groups</vt:lpstr>
      <vt:lpstr>PowerPoint Presentation</vt:lpstr>
      <vt:lpstr>PowerPoint Presentation</vt:lpstr>
      <vt:lpstr>PowerPoint Presentation</vt:lpstr>
      <vt:lpstr>PowerPoint Presentation</vt:lpstr>
      <vt:lpstr>Way Forward</vt:lpstr>
      <vt:lpstr> Home Based Newborn &amp; Young Child Care</vt:lpstr>
      <vt:lpstr>HBNC</vt:lpstr>
      <vt:lpstr>HBYC</vt:lpstr>
      <vt:lpstr>Skill Needed for HBNC</vt:lpstr>
      <vt:lpstr>Skill Needed for HBYC</vt:lpstr>
      <vt:lpstr>Recording</vt:lpstr>
      <vt:lpstr>SUPPLY CHAIN MANGEMENT</vt:lpstr>
      <vt:lpstr>FLOW OF INDENT</vt:lpstr>
      <vt:lpstr>ISSUE OF DRUGS</vt:lpstr>
      <vt:lpstr>INVENTORY MANAGEMENT</vt:lpstr>
      <vt:lpstr>INVENTORY MANAGEMENT</vt:lpstr>
      <vt:lpstr>BASIC PRINCIPLE </vt:lpstr>
      <vt:lpstr>Monthly Indent Calendar</vt:lpstr>
      <vt:lpstr>INVENTORY MANAGEMENT</vt:lpstr>
      <vt:lpstr>INVENTORY MANAGEMENT</vt:lpstr>
      <vt:lpstr>MONTHLY AVERAGE CONSUMPTION Ex- Tab. Pantoprazole 40 mg</vt:lpstr>
      <vt:lpstr>PowerPoint Presentation</vt:lpstr>
      <vt:lpstr>FORECASTING</vt:lpstr>
      <vt:lpstr>FORECASTING</vt:lpstr>
      <vt:lpstr>FORECASTING</vt:lpstr>
      <vt:lpstr>SMART MOVES</vt:lpstr>
      <vt:lpstr>Block Drug &amp; Therapeutics Committee (BDTC)</vt:lpstr>
      <vt:lpstr>ANNUAL PROCUREMENT PLAN</vt:lpstr>
      <vt:lpstr>STEPS INVOLVED IN PREPARATION OF AAP</vt:lpstr>
      <vt:lpstr>PowerPoint Presentation</vt:lpstr>
      <vt:lpstr>How to Rationalise Indents</vt:lpstr>
      <vt:lpstr>Role &amp; Responsibilities of  MO I/C</vt:lpstr>
      <vt:lpstr>Role &amp; Responsibilities of  Pharmacy Officer</vt:lpstr>
      <vt:lpstr> Instrument Processing </vt:lpstr>
      <vt:lpstr>PowerPoint Presentation</vt:lpstr>
      <vt:lpstr>PowerPoint Presentation</vt:lpstr>
      <vt:lpstr>Hypochlorite solution available concentration and dilution</vt:lpstr>
      <vt:lpstr>High Level disinfection/ Chemical sterilization</vt:lpstr>
      <vt:lpstr>PowerPoint Presentation</vt:lpstr>
      <vt:lpstr>PowerPoint Presentation</vt:lpstr>
      <vt:lpstr>Test Details As per Notification</vt:lpstr>
      <vt:lpstr>List of tests as per Type facility including</vt:lpstr>
      <vt:lpstr>List of tests as per Type facility including</vt:lpstr>
      <vt:lpstr>List of tests as per Type facility including</vt:lpstr>
      <vt:lpstr>List of tests as per Type facility including</vt:lpstr>
      <vt:lpstr>PowerPoint Presentation</vt:lpstr>
      <vt:lpstr>PowerPoint Presentation</vt:lpstr>
      <vt:lpstr>PowerPoint Presentation</vt:lpstr>
      <vt:lpstr>PowerPoint Presentation</vt:lpstr>
      <vt:lpstr>MDR Process</vt:lpstr>
      <vt:lpstr>CDR Process</vt:lpstr>
      <vt:lpstr>PowerPoint Presentation</vt:lpstr>
      <vt:lpstr>PowerPoint Presentation</vt:lpstr>
      <vt:lpstr>PowerPoint Presentation</vt:lpstr>
      <vt:lpstr>Dummy Data for group work </vt:lpstr>
      <vt:lpstr>Answer key </vt:lpstr>
      <vt:lpstr>Reporting &amp; Review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Maternal Health</dc:title>
  <dc:creator>Nilophor; Rudra Das</dc:creator>
  <cp:lastModifiedBy>sibasish swain</cp:lastModifiedBy>
  <cp:revision>77</cp:revision>
  <cp:lastPrinted>2026-06-06T05:30:39Z</cp:lastPrinted>
  <dcterms:created xsi:type="dcterms:W3CDTF">2026-06-03T10:15:04Z</dcterms:created>
  <dcterms:modified xsi:type="dcterms:W3CDTF">2026-08-22T11:46:46Z</dcterms:modified>
</cp:coreProperties>
</file>