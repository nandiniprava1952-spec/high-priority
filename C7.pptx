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C7: AMLAN (Anaemia Mukt Programme)</a:t>
            </a:r>
          </a:p>
          <a:p>
            <a:r>
              <a:t>Module: Day 2 – Programs &amp; Systems</a:t>
            </a:r>
          </a:p>
          <a:p/>
          <a:p>
            <a:r>
              <a:t>Key content covered in source deck:</a:t>
            </a:r>
          </a:p>
          <a:p>
            <a:r>
              <a:t>- AMLAN</a:t>
            </a:r>
          </a:p>
          <a:p>
            <a:r>
              <a:t>- Topic: 7</a:t>
            </a:r>
          </a:p>
          <a:p>
            <a:r>
              <a:t>- Goal: Accelerated Reduction in the prevalence of anaemia in the State across all age groups.</a:t>
            </a:r>
          </a:p>
          <a:p>
            <a:r>
              <a:t>- Objectives:</a:t>
            </a:r>
          </a:p>
          <a:p>
            <a:r>
              <a:t>- To reduce anaemia by 10% among each target beneficiary every year taking NFHS-5 as the base.</a:t>
            </a:r>
          </a:p>
          <a:p>
            <a:r>
              <a:t>- To provide a package of interventions to reduce anaemia by addressing nutritional and non-nutritional causes.</a:t>
            </a:r>
          </a:p>
          <a:p>
            <a:r>
              <a:t>- To increase the awareness on affordable micro-nutrient rich food.</a:t>
            </a:r>
          </a:p>
          <a:p>
            <a:r>
              <a:t>- AMLAN: towards vision of Anaemia Mukta Odisha</a:t>
            </a:r>
          </a:p>
          <a:p>
            <a:r>
              <a:t>- Target Beneficiaries</a:t>
            </a:r>
          </a:p>
          <a:p>
            <a:r>
              <a:t>- In order to implement the programme effectively and to ensure maximum coverage of the target beneficiaries, 3 major platforms have been identified for ensuring the service deliveries categorized under Test, Treat and Talk. They are:</a:t>
            </a:r>
          </a:p>
          <a:p>
            <a:r>
              <a:t>- - Schools</a:t>
            </a:r>
          </a:p>
          <a:p>
            <a:r>
              <a:t>- - VHSND</a:t>
            </a:r>
          </a:p>
          <a:p>
            <a:r>
              <a:t>- - T3 camps</a:t>
            </a:r>
          </a:p>
          <a:p>
            <a:r>
              <a:t>- The testing of the beneficiaries categorised under different groups will be done by CHO / MPHW(F) / MPHW(M) and so also the treatment.</a:t>
            </a:r>
          </a:p>
          <a:p>
            <a:r>
              <a:t>- The talk and track activities will be carried out by Teacher, MPHW(F), MPHW(M), CHO, AWW and ASHA</a:t>
            </a:r>
          </a:p>
          <a:p>
            <a:r>
              <a:t>- Test, Treat ,Talk &amp; Track</a:t>
            </a:r>
          </a:p>
          <a:p>
            <a:r>
              <a:t>- Service provider – MPHW(F)/MPHW(M)/AWW/ASHA</a:t>
            </a:r>
          </a:p>
          <a:p>
            <a:r>
              <a:t>- Target Group</a:t>
            </a:r>
          </a:p>
          <a:p>
            <a:r>
              <a:t>- - Children aged 6-59 months</a:t>
            </a:r>
          </a:p>
          <a:p>
            <a:r>
              <a:t>- -  Out of school Adolescents girls 10-19 years</a:t>
            </a:r>
          </a:p>
          <a:p>
            <a:r>
              <a:t>- -  Pregnant women</a:t>
            </a:r>
          </a:p>
          <a:p>
            <a:r>
              <a:t>- -  Lactating mother</a:t>
            </a:r>
          </a:p>
          <a:p>
            <a:r>
              <a:t>- - Women in Reproductive Age (20-24 years)</a:t>
            </a:r>
          </a:p>
          <a:p>
            <a:r>
              <a:t>- Day designated for T3(Test, Treat &amp; Talk) – VHSND</a:t>
            </a:r>
          </a:p>
          <a:p>
            <a:r>
              <a:t>- Test &amp; Treat - MPHW(F)/MPHW(M)</a:t>
            </a:r>
          </a:p>
          <a:p/>
          <a:p>
            <a:r>
              <a:t>Facilitator reminder: cross-check this section against the training checklist (module_C / grp_C7)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7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2 – PROGRAMS &amp;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C7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AMLAN (Anaemia Mukt Programme)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