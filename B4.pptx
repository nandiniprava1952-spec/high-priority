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B4: Breastfeeding &amp; Lactation Management</a:t>
            </a:r>
          </a:p>
          <a:p>
            <a:r>
              <a:t>Module: Day 1 – Newborn &amp; Child Health</a:t>
            </a:r>
          </a:p>
          <a:p/>
          <a:p>
            <a:r>
              <a:t>Key content covered in source deck:</a:t>
            </a:r>
          </a:p>
          <a:p>
            <a:r>
              <a:t>- Topic: 4</a:t>
            </a:r>
          </a:p>
          <a:p>
            <a:r>
              <a:t>- Breast Anatomy - Structure</a:t>
            </a:r>
          </a:p>
          <a:p>
            <a:r>
              <a:t>- Prolactin Reflex</a:t>
            </a:r>
          </a:p>
          <a:p>
            <a:r>
              <a:t>- Oxytocin Reflex</a:t>
            </a:r>
          </a:p>
          <a:p>
            <a:r>
              <a:t>- Helping and Hindering the Oxytocin Reflex</a:t>
            </a:r>
          </a:p>
          <a:p/>
          <a:p>
            <a:r>
              <a:t>Facilitator reminder: cross-check this section against the training checklist (module_B / grp_B4) in the KoboToolBox facilitation kit.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4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1325880"/>
            <a:ext cx="4206240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DAY 1 – NEWBORN &amp; CHILD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E0E0E0"/>
                </a:solidFill>
                <a:latin typeface="Arial"/>
              </a:defRPr>
            </a:pPr>
            <a:r>
              <a:t>Section B4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6675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mbria"/>
              </a:defRPr>
            </a:pPr>
            <a:r>
              <a:t>Breastfeeding &amp; Lactation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CCCC"/>
                </a:solidFill>
                <a:latin typeface="Arial"/>
              </a:defRPr>
            </a:pPr>
            <a:r>
              <a:t>Maternal &amp; Child Health Presentation – Facilitator Kit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