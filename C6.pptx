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C6: PMSMA &amp; e-PMSMA</a:t>
            </a:r>
          </a:p>
          <a:p>
            <a:r>
              <a:t>Module: Day 2 – Programs &amp; Systems</a:t>
            </a:r>
          </a:p>
          <a:p/>
          <a:p>
            <a:r>
              <a:t>Key content covered in source deck:</a:t>
            </a:r>
          </a:p>
          <a:p>
            <a:r>
              <a:t>- PMSMA &amp; EPMSMA</a:t>
            </a:r>
          </a:p>
          <a:p>
            <a:r>
              <a:t>- Topic: 6</a:t>
            </a:r>
          </a:p>
          <a:p>
            <a:r>
              <a:t>- Pradhan Mantri Surakshit Matritva Abhiyan (PMSMA)/Extended PMSMA</a:t>
            </a:r>
          </a:p>
          <a:p>
            <a:r>
              <a:t>- Features</a:t>
            </a:r>
          </a:p>
          <a:p>
            <a:r>
              <a:t>- Financial Support</a:t>
            </a:r>
          </a:p>
          <a:p>
            <a:r>
              <a:t>- Non-Negotiable Component</a:t>
            </a:r>
          </a:p>
          <a:p>
            <a:r>
              <a:t>- Flow of Beneficiary</a:t>
            </a:r>
          </a:p>
          <a:p>
            <a:r>
              <a:t>- Roles and responsibility of Health care providers</a:t>
            </a:r>
          </a:p>
          <a:p>
            <a:r>
              <a:t>- List of PMSMA HRP Condition (25)</a:t>
            </a:r>
          </a:p>
          <a:p>
            <a:r>
              <a:t>- Integration of MCP card and PMSMA HRP condition</a:t>
            </a:r>
          </a:p>
          <a:p/>
          <a:p>
            <a:r>
              <a:t>Facilitator reminder: cross-check this section against the training checklist (module_C / grp_C6)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6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2 – PROGRAMS &amp;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C6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PMSMA &amp; e-PMSMA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