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diagrams/colors8.xml" ContentType="application/vnd.openxmlformats-officedocument.drawingml.diagramColors+xml"/>
  <Override PartName="/ppt/diagrams/data8.xml" ContentType="application/vnd.openxmlformats-officedocument.drawingml.diagramData+xml"/>
  <Override PartName="/ppt/diagrams/drawing8.xml" ContentType="application/vnd.ms-office.drawingml.diagramDrawing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152.svg" ContentType="image/svg+xml"/>
  <Override PartName="/ppt/media/image154.svg" ContentType="image/svg+xml"/>
  <Override PartName="/ppt/notesMasters/notesMaster1.xml" ContentType="application/vnd.openxmlformats-officedocument.presentationml.notesMaster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  <p:sldMasterId id="2147483717" r:id="rId2"/>
    <p:sldMasterId id="2147483729" r:id="rId3"/>
    <p:sldMasterId id="2147483745" r:id="rId4"/>
    <p:sldMasterId id="2147483748" r:id="rId5"/>
    <p:sldMasterId id="2147483766" r:id="rId6"/>
    <p:sldMasterId id="2147483790" r:id="rId7"/>
    <p:sldMasterId id="2147483808" r:id="rId8"/>
    <p:sldMasterId id="2147483821" r:id="rId9"/>
    <p:sldMasterId id="2147483833" r:id="rId10"/>
  </p:sldMasterIdLst>
  <p:notesMasterIdLst>
    <p:notesMasterId r:id="rId391"/>
  </p:notesMasterIdLst>
  <p:handoutMasterIdLst>
    <p:handoutMasterId r:id="rId392"/>
  </p:handoutMasterIdLst>
  <p:sldIdLst>
    <p:sldId id="492" r:id="rId174"/>
    <p:sldId id="3365" r:id="rId175"/>
    <p:sldId id="494" r:id="rId176"/>
    <p:sldId id="495" r:id="rId177"/>
    <p:sldId id="632" r:id="rId178"/>
    <p:sldId id="640" r:id="rId179"/>
    <p:sldId id="641" r:id="rId180"/>
    <p:sldId id="503" r:id="rId181"/>
    <p:sldId id="3366" r:id="rId182"/>
    <p:sldId id="3368" r:id="rId183"/>
    <p:sldId id="3371" r:id="rId184"/>
    <p:sldId id="509" r:id="rId185"/>
    <p:sldId id="510" r:id="rId186"/>
    <p:sldId id="511" r:id="rId187"/>
    <p:sldId id="512" r:id="rId188"/>
    <p:sldId id="642" r:id="rId189"/>
    <p:sldId id="3372" r:id="rId190"/>
  </p:sldIdLst>
  <p:sldSz cx="12192000" cy="6858000"/>
  <p:notesSz cx="7104063" cy="10234613"/>
  <p:custDataLst>
    <p:tags r:id="rId39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7807B35-6682-E863-7CDC-BAFFABE6384C}" name="Dande Venkata Sireesha" initials="DS" userId="S::dsireesha@jhpiego.org::38427968-4704-4b19-87c8-b85b3f92401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CC"/>
    <a:srgbClr val="EA2E52"/>
    <a:srgbClr val="EC848E"/>
    <a:srgbClr val="F3F3F3"/>
    <a:srgbClr val="EAD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–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86"/>
    <p:restoredTop sz="94656"/>
  </p:normalViewPr>
  <p:slideViewPr>
    <p:cSldViewPr snapToGrid="0">
      <p:cViewPr varScale="1">
        <p:scale>
          <a:sx n="59" d="100"/>
          <a:sy n="59" d="100"/>
        </p:scale>
        <p:origin x="9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74" Type="http://schemas.openxmlformats.org/officeDocument/2006/relationships/slide" Target="slides/slide164.xml"/><Relationship Id="rId175" Type="http://schemas.openxmlformats.org/officeDocument/2006/relationships/slide" Target="slides/slide165.xml"/><Relationship Id="rId176" Type="http://schemas.openxmlformats.org/officeDocument/2006/relationships/slide" Target="slides/slide166.xml"/><Relationship Id="rId177" Type="http://schemas.openxmlformats.org/officeDocument/2006/relationships/slide" Target="slides/slide167.xml"/><Relationship Id="rId178" Type="http://schemas.openxmlformats.org/officeDocument/2006/relationships/slide" Target="slides/slide168.xml"/><Relationship Id="rId179" Type="http://schemas.openxmlformats.org/officeDocument/2006/relationships/slide" Target="slides/slide169.xml"/><Relationship Id="rId180" Type="http://schemas.openxmlformats.org/officeDocument/2006/relationships/slide" Target="slides/slide170.xml"/><Relationship Id="rId181" Type="http://schemas.openxmlformats.org/officeDocument/2006/relationships/slide" Target="slides/slide171.xml"/><Relationship Id="rId182" Type="http://schemas.openxmlformats.org/officeDocument/2006/relationships/slide" Target="slides/slide172.xml"/><Relationship Id="rId183" Type="http://schemas.openxmlformats.org/officeDocument/2006/relationships/slide" Target="slides/slide173.xml"/><Relationship Id="rId184" Type="http://schemas.openxmlformats.org/officeDocument/2006/relationships/slide" Target="slides/slide174.xml"/><Relationship Id="rId185" Type="http://schemas.openxmlformats.org/officeDocument/2006/relationships/slide" Target="slides/slide175.xml"/><Relationship Id="rId186" Type="http://schemas.openxmlformats.org/officeDocument/2006/relationships/slide" Target="slides/slide176.xml"/><Relationship Id="rId187" Type="http://schemas.openxmlformats.org/officeDocument/2006/relationships/slide" Target="slides/slide177.xml"/><Relationship Id="rId188" Type="http://schemas.openxmlformats.org/officeDocument/2006/relationships/slide" Target="slides/slide178.xml"/><Relationship Id="rId189" Type="http://schemas.openxmlformats.org/officeDocument/2006/relationships/slide" Target="slides/slide179.xml"/><Relationship Id="rId190" Type="http://schemas.openxmlformats.org/officeDocument/2006/relationships/slide" Target="slides/slide180.xml"/><Relationship Id="rId391" Type="http://schemas.openxmlformats.org/officeDocument/2006/relationships/notesMaster" Target="notesMasters/notesMaster1.xml"/><Relationship Id="rId392" Type="http://schemas.openxmlformats.org/officeDocument/2006/relationships/handoutMaster" Target="handoutMasters/handoutMaster1.xml"/><Relationship Id="rId393" Type="http://schemas.openxmlformats.org/officeDocument/2006/relationships/tags" Target="tags/tag1.xml"/><Relationship Id="rId394" Type="http://schemas.openxmlformats.org/officeDocument/2006/relationships/presProps" Target="presProps.xml"/><Relationship Id="rId395" Type="http://schemas.openxmlformats.org/officeDocument/2006/relationships/viewProps" Target="viewProps.xml"/><Relationship Id="rId396" Type="http://schemas.openxmlformats.org/officeDocument/2006/relationships/theme" Target="theme/theme1.xml"/><Relationship Id="rId397" Type="http://schemas.openxmlformats.org/officeDocument/2006/relationships/tableStyles" Target="tableStyles.xml"/><Relationship Id="rId398" Type="http://schemas.microsoft.com/office/2018/10/relationships/authors" Target="authors.xml"/></Relationships>
</file>

<file path=ppt/diagrams/_rels/data8.xml.rels><?xml version='1.0' encoding='UTF-8' standalone='yes'?>
<Relationships xmlns="http://schemas.openxmlformats.org/package/2006/relationships"><Relationship Id="rId1" Type="http://schemas.openxmlformats.org/officeDocument/2006/relationships/image" Target="../media/image151.png"/><Relationship Id="rId2" Type="http://schemas.openxmlformats.org/officeDocument/2006/relationships/image" Target="../media/image152.svg"/><Relationship Id="rId3" Type="http://schemas.openxmlformats.org/officeDocument/2006/relationships/image" Target="../media/image153.png"/><Relationship Id="rId4" Type="http://schemas.openxmlformats.org/officeDocument/2006/relationships/image" Target="../media/image154.svg"/></Relationships>
</file>

<file path=ppt/diagrams/_rels/drawing8.xml.rels><?xml version='1.0' encoding='UTF-8' standalone='yes'?>
<Relationships xmlns="http://schemas.openxmlformats.org/package/2006/relationships"><Relationship Id="rId1" Type="http://schemas.openxmlformats.org/officeDocument/2006/relationships/image" Target="../media/image151.png"/><Relationship Id="rId2" Type="http://schemas.openxmlformats.org/officeDocument/2006/relationships/image" Target="../media/image152.svg"/><Relationship Id="rId3" Type="http://schemas.openxmlformats.org/officeDocument/2006/relationships/image" Target="../media/image153.png"/><Relationship Id="rId4" Type="http://schemas.openxmlformats.org/officeDocument/2006/relationships/image" Target="../media/image154.svg"/></Relationships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8.xml><?xml version="1.0" encoding="utf-8"?>
<dgm:dataModel xmlns:dgm="http://schemas.openxmlformats.org/drawingml/2006/diagram" xmlns:a="http://schemas.openxmlformats.org/drawingml/2006/main">
  <dgm:ptLst>
    <dgm:pt modelId="{C77D7CB3-82BE-43DC-A4B7-5FA0C607581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3C02106-6214-4ED2-A646-4B83E792E0FD}">
      <dgm:prSet custT="1"/>
      <dgm:spPr/>
      <dgm:t>
        <a:bodyPr/>
        <a:lstStyle/>
        <a:p>
          <a:r>
            <a:rPr lang="en-GB" sz="2000"/>
            <a:t>Sessions that last less than one hour should be avoided</a:t>
          </a:r>
          <a:endParaRPr lang="en-US" sz="2000"/>
        </a:p>
      </dgm:t>
    </dgm:pt>
    <dgm:pt modelId="{997762F8-231B-44FE-B235-B784F5E33009}" type="parTrans" cxnId="{97DEB4CD-210F-4DC0-A048-400F53AC8F30}">
      <dgm:prSet/>
      <dgm:spPr/>
      <dgm:t>
        <a:bodyPr/>
        <a:lstStyle/>
        <a:p>
          <a:endParaRPr lang="en-US" sz="2000"/>
        </a:p>
      </dgm:t>
    </dgm:pt>
    <dgm:pt modelId="{A0FAF0C9-F843-4379-B216-7556247CE738}" type="sibTrans" cxnId="{97DEB4CD-210F-4DC0-A048-400F53AC8F30}">
      <dgm:prSet/>
      <dgm:spPr/>
      <dgm:t>
        <a:bodyPr/>
        <a:lstStyle/>
        <a:p>
          <a:endParaRPr lang="en-US" sz="2000"/>
        </a:p>
      </dgm:t>
    </dgm:pt>
    <dgm:pt modelId="{0610BAC8-5EE5-44D3-AA1A-BFFA7D23DCE4}">
      <dgm:prSet custT="1"/>
      <dgm:spPr/>
      <dgm:t>
        <a:bodyPr/>
        <a:lstStyle/>
        <a:p>
          <a:r>
            <a:rPr lang="en-GB" sz="2000"/>
            <a:t>The length of skin-to-skin contacts should be gradually increased up to 24 hours a day, interrupted only for changing diapers.</a:t>
          </a:r>
          <a:endParaRPr lang="en-US" sz="2000"/>
        </a:p>
      </dgm:t>
    </dgm:pt>
    <dgm:pt modelId="{2751FE7F-14B6-4B97-A19C-FAAA86E2E056}" type="parTrans" cxnId="{3152CC3D-D703-45B4-8520-426D7C3F218F}">
      <dgm:prSet/>
      <dgm:spPr/>
      <dgm:t>
        <a:bodyPr/>
        <a:lstStyle/>
        <a:p>
          <a:endParaRPr lang="en-US" sz="2000"/>
        </a:p>
      </dgm:t>
    </dgm:pt>
    <dgm:pt modelId="{C1543215-FCA2-4CEA-9FE4-E06056994688}" type="sibTrans" cxnId="{3152CC3D-D703-45B4-8520-426D7C3F218F}">
      <dgm:prSet/>
      <dgm:spPr/>
      <dgm:t>
        <a:bodyPr/>
        <a:lstStyle/>
        <a:p>
          <a:endParaRPr lang="en-US" sz="2000"/>
        </a:p>
      </dgm:t>
    </dgm:pt>
    <dgm:pt modelId="{4708B86E-7FB1-45BA-A22F-0D3DA4862559}" type="pres">
      <dgm:prSet presAssocID="{C77D7CB3-82BE-43DC-A4B7-5FA0C6075810}" presName="root" presStyleCnt="0">
        <dgm:presLayoutVars>
          <dgm:dir/>
          <dgm:resizeHandles val="exact"/>
        </dgm:presLayoutVars>
      </dgm:prSet>
      <dgm:spPr/>
    </dgm:pt>
    <dgm:pt modelId="{0002DB75-C982-4972-A752-6351056379D3}" type="pres">
      <dgm:prSet presAssocID="{B3C02106-6214-4ED2-A646-4B83E792E0FD}" presName="compNode" presStyleCnt="0"/>
      <dgm:spPr/>
    </dgm:pt>
    <dgm:pt modelId="{AF90CA1A-44F1-4C44-9CF9-B7823AD37433}" type="pres">
      <dgm:prSet presAssocID="{B3C02106-6214-4ED2-A646-4B83E792E0F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9F43CE12-6E65-4EF3-B302-6BB3B1A173E4}" type="pres">
      <dgm:prSet presAssocID="{B3C02106-6214-4ED2-A646-4B83E792E0FD}" presName="spaceRect" presStyleCnt="0"/>
      <dgm:spPr/>
    </dgm:pt>
    <dgm:pt modelId="{B7B5A0A9-62FE-4023-9132-43FD11BB0FA8}" type="pres">
      <dgm:prSet presAssocID="{B3C02106-6214-4ED2-A646-4B83E792E0FD}" presName="textRect" presStyleLbl="revTx" presStyleIdx="0" presStyleCnt="2">
        <dgm:presLayoutVars>
          <dgm:chMax val="1"/>
          <dgm:chPref val="1"/>
        </dgm:presLayoutVars>
      </dgm:prSet>
      <dgm:spPr/>
    </dgm:pt>
    <dgm:pt modelId="{BFBD04E2-2FC1-4B61-BF91-6FAACB386653}" type="pres">
      <dgm:prSet presAssocID="{A0FAF0C9-F843-4379-B216-7556247CE738}" presName="sibTrans" presStyleCnt="0"/>
      <dgm:spPr/>
    </dgm:pt>
    <dgm:pt modelId="{DE3450CB-86A8-44F5-AE64-F3EFCC7766DC}" type="pres">
      <dgm:prSet presAssocID="{0610BAC8-5EE5-44D3-AA1A-BFFA7D23DCE4}" presName="compNode" presStyleCnt="0"/>
      <dgm:spPr/>
    </dgm:pt>
    <dgm:pt modelId="{5D33B7B3-B6C7-4A8D-8A8F-607FAC66DB12}" type="pres">
      <dgm:prSet presAssocID="{0610BAC8-5EE5-44D3-AA1A-BFFA7D23DCE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w Temperature"/>
        </a:ext>
      </dgm:extLst>
    </dgm:pt>
    <dgm:pt modelId="{933A5574-340D-4D1E-9D11-F0AA854841C5}" type="pres">
      <dgm:prSet presAssocID="{0610BAC8-5EE5-44D3-AA1A-BFFA7D23DCE4}" presName="spaceRect" presStyleCnt="0"/>
      <dgm:spPr/>
    </dgm:pt>
    <dgm:pt modelId="{2C8FAEAE-FCF8-42A4-9B82-47EDC297ADED}" type="pres">
      <dgm:prSet presAssocID="{0610BAC8-5EE5-44D3-AA1A-BFFA7D23DCE4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B458B13-028A-405C-AC4A-FE0E6FF5E4C5}" type="presOf" srcId="{B3C02106-6214-4ED2-A646-4B83E792E0FD}" destId="{B7B5A0A9-62FE-4023-9132-43FD11BB0FA8}" srcOrd="0" destOrd="0" presId="urn:microsoft.com/office/officeart/2018/2/layout/IconLabelList"/>
    <dgm:cxn modelId="{3152CC3D-D703-45B4-8520-426D7C3F218F}" srcId="{C77D7CB3-82BE-43DC-A4B7-5FA0C6075810}" destId="{0610BAC8-5EE5-44D3-AA1A-BFFA7D23DCE4}" srcOrd="1" destOrd="0" parTransId="{2751FE7F-14B6-4B97-A19C-FAAA86E2E056}" sibTransId="{C1543215-FCA2-4CEA-9FE4-E06056994688}"/>
    <dgm:cxn modelId="{5C6F27B1-47BB-480F-98E8-9E9677CD81CD}" type="presOf" srcId="{0610BAC8-5EE5-44D3-AA1A-BFFA7D23DCE4}" destId="{2C8FAEAE-FCF8-42A4-9B82-47EDC297ADED}" srcOrd="0" destOrd="0" presId="urn:microsoft.com/office/officeart/2018/2/layout/IconLabelList"/>
    <dgm:cxn modelId="{AB5120BB-7789-4864-B15C-761BF9C5F719}" type="presOf" srcId="{C77D7CB3-82BE-43DC-A4B7-5FA0C6075810}" destId="{4708B86E-7FB1-45BA-A22F-0D3DA4862559}" srcOrd="0" destOrd="0" presId="urn:microsoft.com/office/officeart/2018/2/layout/IconLabelList"/>
    <dgm:cxn modelId="{97DEB4CD-210F-4DC0-A048-400F53AC8F30}" srcId="{C77D7CB3-82BE-43DC-A4B7-5FA0C6075810}" destId="{B3C02106-6214-4ED2-A646-4B83E792E0FD}" srcOrd="0" destOrd="0" parTransId="{997762F8-231B-44FE-B235-B784F5E33009}" sibTransId="{A0FAF0C9-F843-4379-B216-7556247CE738}"/>
    <dgm:cxn modelId="{C14EAD24-2A74-4F63-84A3-DDF4147286F5}" type="presParOf" srcId="{4708B86E-7FB1-45BA-A22F-0D3DA4862559}" destId="{0002DB75-C982-4972-A752-6351056379D3}" srcOrd="0" destOrd="0" presId="urn:microsoft.com/office/officeart/2018/2/layout/IconLabelList"/>
    <dgm:cxn modelId="{715179A7-7188-4770-B9DC-5D1AF980AEB8}" type="presParOf" srcId="{0002DB75-C982-4972-A752-6351056379D3}" destId="{AF90CA1A-44F1-4C44-9CF9-B7823AD37433}" srcOrd="0" destOrd="0" presId="urn:microsoft.com/office/officeart/2018/2/layout/IconLabelList"/>
    <dgm:cxn modelId="{9F733AF1-FBEE-4005-9BC1-2E387AE55F24}" type="presParOf" srcId="{0002DB75-C982-4972-A752-6351056379D3}" destId="{9F43CE12-6E65-4EF3-B302-6BB3B1A173E4}" srcOrd="1" destOrd="0" presId="urn:microsoft.com/office/officeart/2018/2/layout/IconLabelList"/>
    <dgm:cxn modelId="{3F5298A4-58A7-4C8D-A6A8-A9317A33EBFD}" type="presParOf" srcId="{0002DB75-C982-4972-A752-6351056379D3}" destId="{B7B5A0A9-62FE-4023-9132-43FD11BB0FA8}" srcOrd="2" destOrd="0" presId="urn:microsoft.com/office/officeart/2018/2/layout/IconLabelList"/>
    <dgm:cxn modelId="{51CA50FB-3203-40B7-B259-7BA2D084ED33}" type="presParOf" srcId="{4708B86E-7FB1-45BA-A22F-0D3DA4862559}" destId="{BFBD04E2-2FC1-4B61-BF91-6FAACB386653}" srcOrd="1" destOrd="0" presId="urn:microsoft.com/office/officeart/2018/2/layout/IconLabelList"/>
    <dgm:cxn modelId="{252709CB-42D8-4FF1-8D33-9C4F59C79599}" type="presParOf" srcId="{4708B86E-7FB1-45BA-A22F-0D3DA4862559}" destId="{DE3450CB-86A8-44F5-AE64-F3EFCC7766DC}" srcOrd="2" destOrd="0" presId="urn:microsoft.com/office/officeart/2018/2/layout/IconLabelList"/>
    <dgm:cxn modelId="{35EE580E-5084-46A3-A2BE-AC0086F5232B}" type="presParOf" srcId="{DE3450CB-86A8-44F5-AE64-F3EFCC7766DC}" destId="{5D33B7B3-B6C7-4A8D-8A8F-607FAC66DB12}" srcOrd="0" destOrd="0" presId="urn:microsoft.com/office/officeart/2018/2/layout/IconLabelList"/>
    <dgm:cxn modelId="{D83E633E-A60C-4B63-9075-DFE5CE7FF517}" type="presParOf" srcId="{DE3450CB-86A8-44F5-AE64-F3EFCC7766DC}" destId="{933A5574-340D-4D1E-9D11-F0AA854841C5}" srcOrd="1" destOrd="0" presId="urn:microsoft.com/office/officeart/2018/2/layout/IconLabelList"/>
    <dgm:cxn modelId="{1770C2E4-626F-4030-B95B-61DA69AD98DD}" type="presParOf" srcId="{DE3450CB-86A8-44F5-AE64-F3EFCC7766DC}" destId="{2C8FAEAE-FCF8-42A4-9B82-47EDC297ADE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90CA1A-44F1-4C44-9CF9-B7823AD37433}">
      <dsp:nvSpPr>
        <dsp:cNvPr id="0" name=""/>
        <dsp:cNvSpPr/>
      </dsp:nvSpPr>
      <dsp:spPr>
        <a:xfrm>
          <a:off x="2052785" y="333372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B5A0A9-62FE-4023-9132-43FD11BB0FA8}">
      <dsp:nvSpPr>
        <dsp:cNvPr id="0" name=""/>
        <dsp:cNvSpPr/>
      </dsp:nvSpPr>
      <dsp:spPr>
        <a:xfrm>
          <a:off x="864785" y="2818962"/>
          <a:ext cx="4320000" cy="112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Sessions that last less than one hour should be avoided</a:t>
          </a:r>
          <a:endParaRPr lang="en-US" sz="2000" kern="1200"/>
        </a:p>
      </dsp:txBody>
      <dsp:txXfrm>
        <a:off x="864785" y="2818962"/>
        <a:ext cx="4320000" cy="1125000"/>
      </dsp:txXfrm>
    </dsp:sp>
    <dsp:sp modelId="{5D33B7B3-B6C7-4A8D-8A8F-607FAC66DB12}">
      <dsp:nvSpPr>
        <dsp:cNvPr id="0" name=""/>
        <dsp:cNvSpPr/>
      </dsp:nvSpPr>
      <dsp:spPr>
        <a:xfrm>
          <a:off x="7128785" y="333372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8FAEAE-FCF8-42A4-9B82-47EDC297ADED}">
      <dsp:nvSpPr>
        <dsp:cNvPr id="0" name=""/>
        <dsp:cNvSpPr/>
      </dsp:nvSpPr>
      <dsp:spPr>
        <a:xfrm>
          <a:off x="5940785" y="2818962"/>
          <a:ext cx="4320000" cy="112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The length of skin-to-skin contacts should be gradually increased up to 24 hours a day, interrupted only for changing diapers.</a:t>
          </a:r>
          <a:endParaRPr lang="en-US" sz="2000" kern="1200"/>
        </a:p>
      </dsp:txBody>
      <dsp:txXfrm>
        <a:off x="5940785" y="2818962"/>
        <a:ext cx="4320000" cy="1125000"/>
      </dsp:txXfrm>
    </dsp:sp>
  </dsp:spTree>
</dsp:drawing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B46732-557D-8FCF-2968-C78E8D821C1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18EABF-2835-8D70-EFD7-D1352C40097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C12733-6E4E-5DA1-F079-5AD524364E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B399E-D04A-9279-C9B6-F8A6209EEA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261D89-608A-42D6-B691-97ED446F6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9607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80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A2B1AF16-7E74-AB49-8480-890ED0DDD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74338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42875" y="768350"/>
            <a:ext cx="6818313" cy="3836988"/>
          </a:xfrm>
          <a:ln/>
        </p:spPr>
      </p:sp>
      <p:sp>
        <p:nvSpPr>
          <p:cNvPr id="38916" name="Notes Placeholder 2"/>
          <p:cNvSpPr>
            <a:spLocks noGrp="1"/>
          </p:cNvSpPr>
          <p:nvPr>
            <p:ph type="body" idx="1"/>
          </p:nvPr>
        </p:nvSpPr>
        <p:spPr>
          <a:xfrm>
            <a:off x="947209" y="4861441"/>
            <a:ext cx="5209646" cy="4605576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8917" name="Slide Number Placeholder 3"/>
          <p:cNvSpPr txBox="1">
            <a:spLocks noGrp="1"/>
          </p:cNvSpPr>
          <p:nvPr/>
        </p:nvSpPr>
        <p:spPr bwMode="auto">
          <a:xfrm>
            <a:off x="4025636" y="9722882"/>
            <a:ext cx="3078427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9075" tIns="49538" rIns="99075" bIns="49538" anchor="b"/>
          <a:lstStyle/>
          <a:p>
            <a:pPr algn="r" defTabSz="990752">
              <a:defRPr/>
            </a:pPr>
            <a:fld id="{738E8D78-457F-457D-8A5D-2087232AD548}" type="slidenum">
              <a:rPr lang="en-US" sz="1300">
                <a:solidFill>
                  <a:prstClr val="black"/>
                </a:solidFill>
                <a:latin typeface="Times New Roman" pitchFamily="18" charset="0"/>
              </a:rPr>
              <a:pPr algn="r" defTabSz="990752">
                <a:defRPr/>
              </a:pPr>
              <a:t>176</a:t>
            </a:fld>
            <a:endParaRPr lang="en-US" sz="13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344809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emf"/><Relationship Id="rId3" Type="http://schemas.openxmlformats.org/officeDocument/2006/relationships/image" Target="../media/image3.emf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em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3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7.jpg"/><Relationship Id="rId3" Type="http://schemas.openxmlformats.org/officeDocument/2006/relationships/image" Target="../media/image8.emf"/><Relationship Id="rId4" Type="http://schemas.openxmlformats.org/officeDocument/2006/relationships/image" Target="../media/image6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jpg"/><Relationship Id="rId3" Type="http://schemas.openxmlformats.org/officeDocument/2006/relationships/image" Target="../media/image8.emf"/><Relationship Id="rId4" Type="http://schemas.openxmlformats.org/officeDocument/2006/relationships/image" Target="../media/image6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0.emf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.jp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8.emf"/><Relationship Id="rId3" Type="http://schemas.openxmlformats.org/officeDocument/2006/relationships/image" Target="../media/image11.jp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.jp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2.jpg"/><Relationship Id="rId3" Type="http://schemas.openxmlformats.org/officeDocument/2006/relationships/image" Target="../media/image6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jp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jpg"/><Relationship Id="rId3" Type="http://schemas.openxmlformats.org/officeDocument/2006/relationships/image" Target="../media/image14.emf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686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FADFBB3-0010-AB5C-E186-10C278329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6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3244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747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749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60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9206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2685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1949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728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156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2620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797716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1"/>
            <a:ext cx="11455400" cy="91440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5589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>
              <a:solidFill>
                <a:srgbClr val="A9432B"/>
              </a:solidFill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>
              <a:defRPr lang="en-US" b="1" dirty="0">
                <a:solidFill>
                  <a:srgbClr val="A9432B"/>
                </a:solidFill>
              </a:defRPr>
            </a:lvl1pPr>
          </a:lstStyle>
          <a:p>
            <a:pPr lvl="0" algn="ctr"/>
            <a:r>
              <a:rPr lang="en-US" dirty="0"/>
              <a:t>Click to edit Master title style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368300" y="1298448"/>
            <a:ext cx="5669280" cy="4937760"/>
          </a:xfrm>
        </p:spPr>
        <p:txBody>
          <a:bodyPr>
            <a:normAutofit/>
          </a:bodyPr>
          <a:lstStyle>
            <a:lvl1pPr>
              <a:buClr>
                <a:srgbClr val="662C57"/>
              </a:buClr>
              <a:defRPr sz="2000">
                <a:solidFill>
                  <a:srgbClr val="000000"/>
                </a:solidFill>
              </a:defRPr>
            </a:lvl1pPr>
            <a:lvl2pPr>
              <a:buClr>
                <a:srgbClr val="662C57"/>
              </a:buClr>
              <a:defRPr sz="1800">
                <a:solidFill>
                  <a:srgbClr val="000000"/>
                </a:solidFill>
              </a:defRPr>
            </a:lvl2pPr>
            <a:lvl3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3pPr>
            <a:lvl4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4pPr>
            <a:lvl5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/>
          <p:cNvSpPr>
            <a:spLocks noGrp="1"/>
          </p:cNvSpPr>
          <p:nvPr>
            <p:ph sz="quarter" idx="14"/>
          </p:nvPr>
        </p:nvSpPr>
        <p:spPr>
          <a:xfrm>
            <a:off x="6154420" y="1298448"/>
            <a:ext cx="5669280" cy="4937760"/>
          </a:xfrm>
        </p:spPr>
        <p:txBody>
          <a:bodyPr>
            <a:normAutofit/>
          </a:bodyPr>
          <a:lstStyle>
            <a:lvl1pPr>
              <a:buClr>
                <a:srgbClr val="662C57"/>
              </a:buClr>
              <a:defRPr sz="2000">
                <a:solidFill>
                  <a:srgbClr val="000000"/>
                </a:solidFill>
              </a:defRPr>
            </a:lvl1pPr>
            <a:lvl2pPr>
              <a:buClr>
                <a:srgbClr val="662C57"/>
              </a:buClr>
              <a:defRPr sz="1800">
                <a:solidFill>
                  <a:srgbClr val="000000"/>
                </a:solidFill>
              </a:defRPr>
            </a:lvl2pPr>
            <a:lvl3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3pPr>
            <a:lvl4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4pPr>
            <a:lvl5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6" name="Picture 3"/>
          <p:cNvPicPr>
            <a:picLocks noChangeAspect="1" noChangeArrowheads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0951"/>
          <a:stretch/>
        </p:blipFill>
        <p:spPr bwMode="auto">
          <a:xfrm>
            <a:off x="5486400" y="1282700"/>
            <a:ext cx="914400" cy="549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5533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241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465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4755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978" y="2130426"/>
            <a:ext cx="7774425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957" y="3886200"/>
            <a:ext cx="640246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4604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47960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501" y="4406901"/>
            <a:ext cx="777442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501" y="2906713"/>
            <a:ext cx="777442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30179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319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411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80452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535113"/>
            <a:ext cx="404124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319" y="2174875"/>
            <a:ext cx="404124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6235" y="1535113"/>
            <a:ext cx="4042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6235" y="2174875"/>
            <a:ext cx="404282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28788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06038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52563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273050"/>
            <a:ext cx="300909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981" y="273051"/>
            <a:ext cx="511308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319" y="1435101"/>
            <a:ext cx="300909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61304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755" y="4800600"/>
            <a:ext cx="548782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755" y="612775"/>
            <a:ext cx="548782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755" y="5367338"/>
            <a:ext cx="548782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60118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61289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1127" y="274639"/>
            <a:ext cx="205793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319" y="274639"/>
            <a:ext cx="6021368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6157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163E1-6C3C-60C3-2789-C3E7E63F6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4D3A4-B23F-3B2E-408D-8DF1D8B0F7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080F2-B751-F031-B6FE-69EDC0E85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B9BBD-9BBB-25A7-41D5-DCCA42054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78240-920C-58B3-614A-1F302EDC7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026B6-5CDD-4028-AFCB-F4401504F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5287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15C77-9BC2-B192-4B16-4E9B70C05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1B5D8-2228-37F5-E92F-100658DC4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4749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E142B-386B-1737-E9C6-FAEC38AD5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A76D0-7FA6-0F67-38CC-9AE4009EE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92033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F155-3AC9-74B8-182F-F78DE7AC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F9265-2FFD-0FDE-7AB6-CA2C24246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C91D0-81F3-C1DE-D627-0F15E6AA3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7095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D3BD0-D992-87FA-F121-40EF7F15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B9A1E-8425-AAAC-A4EF-5C14EDE75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F33098-65DF-716A-4270-8B037B243E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CAF85E-7457-56FC-7CCA-E5FA3279BF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7F51DF-B01D-B7B2-73C0-3B32809E30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8710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ECCF-340C-CD3E-C2D5-8749FDE8D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2647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9393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E076A-4A60-1EF6-18EF-0CC70C4B0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E987A-C2F5-3E87-0B70-97263EDE0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AEAAC-A628-9B86-3D98-554470387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9737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2FB26-0933-6834-6FB9-FFB7D9CDA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0292AD-78E9-3F9E-1AF3-9880D1B9F9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F03C5-C56C-38EC-872B-1FD90EA64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6533280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6CEA1-ED6E-34C2-B846-352AD62A0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326751-8CD1-BB97-ECE4-857D87C03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3986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DF36A2-1BA2-312B-1F1B-B56756E609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9E123B-8F1C-5AF7-49CC-E82E7B509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603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732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1 column" type="tx">
  <p:cSld name="Title + 1 colum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hape 62"/>
          <p:cNvGrpSpPr/>
          <p:nvPr/>
        </p:nvGrpSpPr>
        <p:grpSpPr>
          <a:xfrm>
            <a:off x="-6" y="54"/>
            <a:ext cx="9429907" cy="1769753"/>
            <a:chOff x="-4" y="40"/>
            <a:chExt cx="7072430" cy="1327315"/>
          </a:xfrm>
        </p:grpSpPr>
        <p:sp>
          <p:nvSpPr>
            <p:cNvPr id="63" name="Shape 63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3" name="Shape 64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65" name="Shape 6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6" name="Shape 6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4" name="Shape 67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68" name="Shape 68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9" name="Shape 69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5" name="Shape 70"/>
          <p:cNvGrpSpPr/>
          <p:nvPr/>
        </p:nvGrpSpPr>
        <p:grpSpPr>
          <a:xfrm>
            <a:off x="9262456" y="5963632"/>
            <a:ext cx="2937107" cy="894393"/>
            <a:chOff x="5575242" y="4472723"/>
            <a:chExt cx="2202830" cy="670795"/>
          </a:xfrm>
        </p:grpSpPr>
        <p:sp>
          <p:nvSpPr>
            <p:cNvPr id="71" name="Shape 71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grpSp>
          <p:nvGrpSpPr>
            <p:cNvPr id="6" name="Shape 72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73" name="Shape 7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74" name="Shape 7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7" name="Shape 7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76" name="Shape 7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77" name="Shape 77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</p:grpSp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1085700" y="523433"/>
            <a:ext cx="7323200" cy="10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1085700" y="1769800"/>
            <a:ext cx="8176800" cy="419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609585" lvl="0" indent="-507987">
              <a:spcBef>
                <a:spcPts val="800"/>
              </a:spcBef>
              <a:spcAft>
                <a:spcPts val="0"/>
              </a:spcAft>
              <a:buSzPts val="2400"/>
              <a:buChar char="▰"/>
              <a:defRPr/>
            </a:lvl1pPr>
            <a:lvl2pPr marL="1219170" lvl="1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2pPr>
            <a:lvl3pPr marL="1828754" lvl="2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3pPr>
            <a:lvl4pPr marL="2438339" lvl="3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4pPr>
            <a:lvl5pPr marL="3047924" lvl="4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5pPr>
            <a:lvl6pPr marL="3657509" lvl="5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6pPr>
            <a:lvl7pPr marL="4267093" lvl="6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7pPr>
            <a:lvl8pPr marL="4876678" lvl="7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8pPr>
            <a:lvl9pPr marL="5486263" lvl="8" indent="-507987">
              <a:spcBef>
                <a:spcPts val="1333"/>
              </a:spcBef>
              <a:spcAft>
                <a:spcPts val="1333"/>
              </a:spcAft>
              <a:buSzPts val="2400"/>
              <a:buChar char="▻"/>
              <a:defRPr/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sldNum" idx="12"/>
          </p:nvPr>
        </p:nvSpPr>
        <p:spPr>
          <a:xfrm>
            <a:off x="10157333" y="6182000"/>
            <a:ext cx="1983200" cy="4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548700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8DD0829-95D3-46D8-B093-1413418E3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82" y="681037"/>
            <a:ext cx="10154446" cy="538163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6C835F-8A38-40CA-AD16-1AC58DCCF624}"/>
              </a:ext>
            </a:extLst>
          </p:cNvPr>
          <p:cNvCxnSpPr>
            <a:cxnSpLocks/>
          </p:cNvCxnSpPr>
          <p:nvPr userDrawn="1"/>
        </p:nvCxnSpPr>
        <p:spPr>
          <a:xfrm>
            <a:off x="411480" y="1386840"/>
            <a:ext cx="1141476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C412C6-39F5-496E-BCF2-BBC24EBFE035}"/>
              </a:ext>
            </a:extLst>
          </p:cNvPr>
          <p:cNvCxnSpPr>
            <a:cxnSpLocks/>
          </p:cNvCxnSpPr>
          <p:nvPr userDrawn="1"/>
        </p:nvCxnSpPr>
        <p:spPr>
          <a:xfrm>
            <a:off x="404656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1B64A70-1DD2-468E-A83F-96EFAC819EF3}"/>
              </a:ext>
            </a:extLst>
          </p:cNvPr>
          <p:cNvCxnSpPr>
            <a:cxnSpLocks/>
          </p:cNvCxnSpPr>
          <p:nvPr userDrawn="1"/>
        </p:nvCxnSpPr>
        <p:spPr>
          <a:xfrm>
            <a:off x="11826240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D3495B4-D984-4156-B4D8-0E6BDBEBDF5A}"/>
              </a:ext>
            </a:extLst>
          </p:cNvPr>
          <p:cNvSpPr/>
          <p:nvPr userDrawn="1"/>
        </p:nvSpPr>
        <p:spPr>
          <a:xfrm>
            <a:off x="0" y="681037"/>
            <a:ext cx="1549400" cy="538163"/>
          </a:xfrm>
          <a:custGeom>
            <a:avLst/>
            <a:gdLst>
              <a:gd name="connsiteX0" fmla="*/ 0 w 1549400"/>
              <a:gd name="connsiteY0" fmla="*/ 0 h 538163"/>
              <a:gd name="connsiteX1" fmla="*/ 1359525 w 1549400"/>
              <a:gd name="connsiteY1" fmla="*/ 0 h 538163"/>
              <a:gd name="connsiteX2" fmla="*/ 1549400 w 1549400"/>
              <a:gd name="connsiteY2" fmla="*/ 189875 h 538163"/>
              <a:gd name="connsiteX3" fmla="*/ 1549400 w 1549400"/>
              <a:gd name="connsiteY3" fmla="*/ 348288 h 538163"/>
              <a:gd name="connsiteX4" fmla="*/ 1359525 w 1549400"/>
              <a:gd name="connsiteY4" fmla="*/ 538163 h 538163"/>
              <a:gd name="connsiteX5" fmla="*/ 0 w 1549400"/>
              <a:gd name="connsiteY5" fmla="*/ 538163 h 53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9400" h="538163">
                <a:moveTo>
                  <a:pt x="0" y="0"/>
                </a:moveTo>
                <a:lnTo>
                  <a:pt x="1359525" y="0"/>
                </a:lnTo>
                <a:cubicBezTo>
                  <a:pt x="1464390" y="0"/>
                  <a:pt x="1549400" y="85010"/>
                  <a:pt x="1549400" y="189875"/>
                </a:cubicBezTo>
                <a:lnTo>
                  <a:pt x="1549400" y="348288"/>
                </a:lnTo>
                <a:cubicBezTo>
                  <a:pt x="1549400" y="453153"/>
                  <a:pt x="1464390" y="538163"/>
                  <a:pt x="1359525" y="538163"/>
                </a:cubicBezTo>
                <a:lnTo>
                  <a:pt x="0" y="538163"/>
                </a:lnTo>
                <a:close/>
              </a:path>
            </a:pathLst>
          </a:custGeom>
          <a:solidFill>
            <a:srgbClr val="A826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5340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FEF7DE1-51DA-4A3C-9EA8-305BF43A5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82" y="681037"/>
            <a:ext cx="10154446" cy="538163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F818502-EE7D-47C5-BAC6-32E7714A0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630680"/>
            <a:ext cx="11414754" cy="45462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782BCD-4510-4937-9C1E-F95F6544E965}"/>
              </a:ext>
            </a:extLst>
          </p:cNvPr>
          <p:cNvCxnSpPr>
            <a:cxnSpLocks/>
          </p:cNvCxnSpPr>
          <p:nvPr userDrawn="1"/>
        </p:nvCxnSpPr>
        <p:spPr>
          <a:xfrm>
            <a:off x="411480" y="1386840"/>
            <a:ext cx="1141476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322E42A-9523-4852-99DB-67E76B0D404D}"/>
              </a:ext>
            </a:extLst>
          </p:cNvPr>
          <p:cNvCxnSpPr>
            <a:cxnSpLocks/>
          </p:cNvCxnSpPr>
          <p:nvPr userDrawn="1"/>
        </p:nvCxnSpPr>
        <p:spPr>
          <a:xfrm>
            <a:off x="404656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DDDE1E1-2256-42EE-8EA5-A7A3D716556A}"/>
              </a:ext>
            </a:extLst>
          </p:cNvPr>
          <p:cNvCxnSpPr>
            <a:cxnSpLocks/>
          </p:cNvCxnSpPr>
          <p:nvPr userDrawn="1"/>
        </p:nvCxnSpPr>
        <p:spPr>
          <a:xfrm>
            <a:off x="11826240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7E4FA80-BAA4-4EE2-BE37-23B240E6BBE0}"/>
              </a:ext>
            </a:extLst>
          </p:cNvPr>
          <p:cNvSpPr/>
          <p:nvPr userDrawn="1"/>
        </p:nvSpPr>
        <p:spPr>
          <a:xfrm>
            <a:off x="0" y="681037"/>
            <a:ext cx="1549400" cy="538163"/>
          </a:xfrm>
          <a:custGeom>
            <a:avLst/>
            <a:gdLst>
              <a:gd name="connsiteX0" fmla="*/ 0 w 1549400"/>
              <a:gd name="connsiteY0" fmla="*/ 0 h 538163"/>
              <a:gd name="connsiteX1" fmla="*/ 1359525 w 1549400"/>
              <a:gd name="connsiteY1" fmla="*/ 0 h 538163"/>
              <a:gd name="connsiteX2" fmla="*/ 1549400 w 1549400"/>
              <a:gd name="connsiteY2" fmla="*/ 189875 h 538163"/>
              <a:gd name="connsiteX3" fmla="*/ 1549400 w 1549400"/>
              <a:gd name="connsiteY3" fmla="*/ 348288 h 538163"/>
              <a:gd name="connsiteX4" fmla="*/ 1359525 w 1549400"/>
              <a:gd name="connsiteY4" fmla="*/ 538163 h 538163"/>
              <a:gd name="connsiteX5" fmla="*/ 0 w 1549400"/>
              <a:gd name="connsiteY5" fmla="*/ 538163 h 53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9400" h="538163">
                <a:moveTo>
                  <a:pt x="0" y="0"/>
                </a:moveTo>
                <a:lnTo>
                  <a:pt x="1359525" y="0"/>
                </a:lnTo>
                <a:cubicBezTo>
                  <a:pt x="1464390" y="0"/>
                  <a:pt x="1549400" y="85010"/>
                  <a:pt x="1549400" y="189875"/>
                </a:cubicBezTo>
                <a:lnTo>
                  <a:pt x="1549400" y="348288"/>
                </a:lnTo>
                <a:cubicBezTo>
                  <a:pt x="1549400" y="453153"/>
                  <a:pt x="1464390" y="538163"/>
                  <a:pt x="1359525" y="538163"/>
                </a:cubicBezTo>
                <a:lnTo>
                  <a:pt x="0" y="538163"/>
                </a:lnTo>
                <a:close/>
              </a:path>
            </a:pathLst>
          </a:custGeom>
          <a:solidFill>
            <a:srgbClr val="A826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2461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034173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F155-3AC9-74B8-182F-F78DE7AC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F9265-2FFD-0FDE-7AB6-CA2C24246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C91D0-81F3-C1DE-D627-0F15E6AA3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15266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CAEC-7662-442B-DE97-E02FBC40ADF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BB7E5-A757-F0A4-DCA3-4C3AA8BC32E6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4206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483940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1"/>
            <a:ext cx="11455400" cy="91440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8926340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C9F88-86E9-5CC4-3D6C-657D402BE1B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129D42-6E05-6030-F80E-A6FABF9DC6E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21876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CAEC-7662-442B-DE97-E02FBC40ADF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BB7E5-A757-F0A4-DCA3-4C3AA8BC32E6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07645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E6725-11C7-8AC7-11E5-AAC81764F0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8B3E4-BD1E-2992-E55E-6E62206817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008392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A615A-0748-F8E8-2B93-7AC67AD50D2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89835-CA8A-4EF0-5B61-52276E32F0E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6D794-E860-6C81-5A60-35231154E1D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98342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A5897-1ECD-873E-84D3-41BFF8AF3F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CCF8A-8FFE-B9BF-52CE-5454D38EEA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0B978-03DA-B019-265D-0BAE5354617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1E5E9-54B5-1CB7-85AA-72865A708F4F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48F26A-AB96-0F7E-6D39-692237F77A55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40176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2DE27-564F-909C-2474-F9B9D491ABE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0362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472055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C1298-7628-BFDD-D448-3ED5060CF3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5A0D2-6B79-78A9-264D-4051A8817D0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7D71C3-71E0-D242-A6AD-90036E7E37A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CA37B5-D886-E370-2885-12BA7BE9BDE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D2DA2-D24D-6A82-7B14-AE6FABFF30D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E9A08-69FE-3525-F234-68C458DA827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E1850F8-7832-4952-B4BD-14C3E99DE1D8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08088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382B1-7FB7-0AD0-C6A5-0AB70BAF62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F0B88E-3309-371B-8826-D39EB1724CD8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IN" sz="3200"/>
            </a:lvl1pPr>
          </a:lstStyle>
          <a:p>
            <a:pPr lvl="0"/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B053A5-672B-38C1-1923-B1F2ACB1B65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85698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1B396-7FE9-DBA8-015B-F373BB56C74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618F8A-332B-1E08-CA2B-8890CB0E4CFA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13308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45EEB9-6A47-2E58-EC44-0FA558BC00EC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367C5A-CAC2-FCA2-7F34-F582BBEE0267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7032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D53AEF42-15E7-649A-BE0F-3BDA462B102A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45512979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174515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>
            <a:extLst>
              <a:ext uri="{FF2B5EF4-FFF2-40B4-BE49-F238E27FC236}">
                <a16:creationId xmlns:a16="http://schemas.microsoft.com/office/drawing/2014/main" id="{3CC45D23-C112-4CD7-62D5-4A6E79A16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308985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36CA3EB-8B7D-F2D9-5F80-59E1BB9632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5064349" cy="2482852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F1AB2C8-8615-D21C-243F-5F34F55C769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3257550"/>
            <a:ext cx="5064349" cy="385767"/>
          </a:xfrm>
        </p:spPr>
        <p:txBody>
          <a:bodyPr>
            <a:noAutofit/>
          </a:bodyPr>
          <a:lstStyle>
            <a:lvl1pPr marL="0" indent="0">
              <a:buNone/>
              <a:defRPr b="1">
                <a:solidFill>
                  <a:srgbClr val="00667D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26EDFD50-C74E-C5A3-69E8-3B0FAC28230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3657600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A1A0F650-68B9-562D-8D12-B3A867861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4780122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6A1F6C06-3DAF-30D4-CED4-9CD4BC33DD72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4A21FE4-21AC-7C61-C60B-9B41566BD4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6416902" cy="1957849"/>
          </a:xfrm>
        </p:spPr>
        <p:txBody>
          <a:bodyPr anchor="b"/>
          <a:lstStyle>
            <a:lvl1pPr>
              <a:lnSpc>
                <a:spcPct val="85000"/>
              </a:lnSpc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8107EA4-A580-208A-18B3-1347912116A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2349495"/>
            <a:ext cx="6416902" cy="1847846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86B1D2C4-9FDE-0681-35D2-67C0F95881E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4458879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211610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13006703-B28E-F11B-D929-1081890B8289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E34227F-2ACD-4335-5633-346161E3F3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6416902" cy="1957849"/>
          </a:xfrm>
        </p:spPr>
        <p:txBody>
          <a:bodyPr anchor="b"/>
          <a:lstStyle>
            <a:lvl1pPr>
              <a:lnSpc>
                <a:spcPct val="85000"/>
              </a:lnSpc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9332E11-87B4-67B6-3231-AF88218A365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2349495"/>
            <a:ext cx="6416902" cy="1847846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B59DD7D8-489B-89CE-AE41-0F432FA4A7E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4458879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6" name="Picture 15">
            <a:extLst>
              <a:ext uri="{FF2B5EF4-FFF2-40B4-BE49-F238E27FC236}">
                <a16:creationId xmlns:a16="http://schemas.microsoft.com/office/drawing/2014/main" id="{93571DC0-72B7-89C4-3E34-22F617D15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6453733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9A45FBA7-6C8A-BCA8-BC2D-72EADDA9C099}"/>
              </a:ext>
            </a:extLst>
          </p:cNvPr>
          <p:cNvSpPr/>
          <p:nvPr/>
        </p:nvSpPr>
        <p:spPr>
          <a:xfrm>
            <a:off x="0" y="0"/>
            <a:ext cx="7029449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428"/>
              <a:gd name="f7" fmla="val 4320"/>
              <a:gd name="f8" fmla="val 4150"/>
              <a:gd name="f9" fmla="val 4333"/>
              <a:gd name="f10" fmla="val 3814"/>
              <a:gd name="f11" fmla="val 3278"/>
              <a:gd name="f12" fmla="val 2715"/>
              <a:gd name="f13" fmla="val 1447"/>
              <a:gd name="f14" fmla="val 3970"/>
              <a:gd name="f15" fmla="val 524"/>
              <a:gd name="f16" fmla="val 3271"/>
              <a:gd name="f17" fmla="+- 0 0 -90"/>
              <a:gd name="f18" fmla="*/ f3 1 4428"/>
              <a:gd name="f19" fmla="*/ f4 1 4320"/>
              <a:gd name="f20" fmla="+- f7 0 f5"/>
              <a:gd name="f21" fmla="+- f6 0 f5"/>
              <a:gd name="f22" fmla="*/ f17 f0 1"/>
              <a:gd name="f23" fmla="*/ f21 1 4428"/>
              <a:gd name="f24" fmla="*/ f20 1 4320"/>
              <a:gd name="f25" fmla="*/ 0 f21 1"/>
              <a:gd name="f26" fmla="*/ 4320 f20 1"/>
              <a:gd name="f27" fmla="*/ 4150 f21 1"/>
              <a:gd name="f28" fmla="*/ 4428 f21 1"/>
              <a:gd name="f29" fmla="*/ 2715 f20 1"/>
              <a:gd name="f30" fmla="*/ 3271 f21 1"/>
              <a:gd name="f31" fmla="*/ 0 f20 1"/>
              <a:gd name="f32" fmla="*/ f22 1 f2"/>
              <a:gd name="f33" fmla="*/ f25 1 4428"/>
              <a:gd name="f34" fmla="*/ f26 1 4320"/>
              <a:gd name="f35" fmla="*/ f27 1 4428"/>
              <a:gd name="f36" fmla="*/ f28 1 4428"/>
              <a:gd name="f37" fmla="*/ f29 1 4320"/>
              <a:gd name="f38" fmla="*/ f30 1 4428"/>
              <a:gd name="f39" fmla="*/ f31 1 4320"/>
              <a:gd name="f40" fmla="*/ 0 1 f23"/>
              <a:gd name="f41" fmla="*/ f6 1 f23"/>
              <a:gd name="f42" fmla="*/ 0 1 f24"/>
              <a:gd name="f43" fmla="*/ f7 1 f24"/>
              <a:gd name="f44" fmla="+- f32 0 f1"/>
              <a:gd name="f45" fmla="*/ f33 1 f23"/>
              <a:gd name="f46" fmla="*/ f34 1 f24"/>
              <a:gd name="f47" fmla="*/ f35 1 f23"/>
              <a:gd name="f48" fmla="*/ f36 1 f23"/>
              <a:gd name="f49" fmla="*/ f37 1 f24"/>
              <a:gd name="f50" fmla="*/ f38 1 f23"/>
              <a:gd name="f51" fmla="*/ f39 1 f24"/>
              <a:gd name="f52" fmla="*/ f40 f18 1"/>
              <a:gd name="f53" fmla="*/ f41 f18 1"/>
              <a:gd name="f54" fmla="*/ f43 f19 1"/>
              <a:gd name="f55" fmla="*/ f42 f19 1"/>
              <a:gd name="f56" fmla="*/ f45 f18 1"/>
              <a:gd name="f57" fmla="*/ f46 f19 1"/>
              <a:gd name="f58" fmla="*/ f47 f18 1"/>
              <a:gd name="f59" fmla="*/ f48 f18 1"/>
              <a:gd name="f60" fmla="*/ f49 f19 1"/>
              <a:gd name="f61" fmla="*/ f50 f18 1"/>
              <a:gd name="f62" fmla="*/ f51 f1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4">
                <a:pos x="f56" y="f57"/>
              </a:cxn>
              <a:cxn ang="f44">
                <a:pos x="f58" y="f57"/>
              </a:cxn>
              <a:cxn ang="f44">
                <a:pos x="f59" y="f60"/>
              </a:cxn>
              <a:cxn ang="f44">
                <a:pos x="f61" y="f62"/>
              </a:cxn>
              <a:cxn ang="f44">
                <a:pos x="f56" y="f62"/>
              </a:cxn>
              <a:cxn ang="f44">
                <a:pos x="f56" y="f57"/>
              </a:cxn>
            </a:cxnLst>
            <a:rect l="f52" t="f55" r="f53" b="f54"/>
            <a:pathLst>
              <a:path w="4428" h="4320">
                <a:moveTo>
                  <a:pt x="f5" y="f7"/>
                </a:move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6" y="f11"/>
                  <a:pt x="f6" y="f12"/>
                </a:cubicBezTo>
                <a:cubicBezTo>
                  <a:pt x="f6" y="f13"/>
                  <a:pt x="f14" y="f15"/>
                  <a:pt x="f16" y="f5"/>
                </a:cubicBezTo>
                <a:cubicBezTo>
                  <a:pt x="f5" y="f5"/>
                  <a:pt x="f5" y="f5"/>
                  <a:pt x="f5" y="f5"/>
                </a:cubicBezTo>
                <a:lnTo>
                  <a:pt x="f5" y="f7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BF3618-DAA6-10EB-423C-97C038864E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1972854"/>
            <a:ext cx="5441539" cy="1401628"/>
          </a:xfrm>
        </p:spPr>
        <p:txBody>
          <a:bodyPr anchor="b"/>
          <a:lstStyle>
            <a:lvl1pPr>
              <a:lnSpc>
                <a:spcPct val="85000"/>
              </a:lnSpc>
              <a:defRPr sz="3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2C92BA2-A637-A4A9-3337-346AF856549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3281955"/>
            <a:ext cx="5441539" cy="1454179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3400">
                <a:solidFill>
                  <a:srgbClr val="00667D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122D4199-90D5-18E8-BD7B-13DA11943A3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5032372"/>
            <a:ext cx="3803017" cy="90169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500" b="1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17">
            <a:extLst>
              <a:ext uri="{FF2B5EF4-FFF2-40B4-BE49-F238E27FC236}">
                <a16:creationId xmlns:a16="http://schemas.microsoft.com/office/drawing/2014/main" id="{0493544F-A4AD-6882-0901-8CF58EC5EF5A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13">
            <a:extLst>
              <a:ext uri="{FF2B5EF4-FFF2-40B4-BE49-F238E27FC236}">
                <a16:creationId xmlns:a16="http://schemas.microsoft.com/office/drawing/2014/main" id="{AE8B770A-4B49-FE64-C2F6-C2E7ED80A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11168092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3259E-702F-ED73-90BE-A6345F828FC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62A64-D988-C1C4-C8A2-8CC0BD6DDED8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3940664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A614C-625B-05B0-3B53-76601251CE6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66167-0D7E-D130-B4D9-B71C887CE15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1594" y="1904996"/>
            <a:ext cx="9115717" cy="4271967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9080217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Divider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E5B143AE-91AF-3B47-44FE-63325EE14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4204F10-954C-B383-07B0-27B2459E87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3505" y="358143"/>
            <a:ext cx="3940405" cy="1765935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1D64489-A629-32AD-A625-EE2CF20E4B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3505" y="2151061"/>
            <a:ext cx="3940405" cy="150018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4B1766-6724-1A5E-0B3D-8BA201C10FF9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7831776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Divider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5A99B41E-A7F3-FFDA-7BE6-5CF5A0FFF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74370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489F9FF-30CD-C651-42AB-BCE11C8AE2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86799" y="358143"/>
            <a:ext cx="3940405" cy="1765935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E2B0095-F0FC-5CB7-D504-4804E55950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86799" y="2151061"/>
            <a:ext cx="3940405" cy="150018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7D6655-6894-869A-86BC-2260156BB153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69547800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Divider Slide">
    <p:bg>
      <p:bgPr>
        <a:solidFill>
          <a:srgbClr val="0066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EC86076B-2C5A-8EAC-83E2-36529320FE2B}"/>
              </a:ext>
            </a:extLst>
          </p:cNvPr>
          <p:cNvSpPr/>
          <p:nvPr/>
        </p:nvSpPr>
        <p:spPr>
          <a:xfrm flipV="1">
            <a:off x="0" y="1693861"/>
            <a:ext cx="6199183" cy="516254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430"/>
              <a:gd name="f7" fmla="val 2856"/>
              <a:gd name="f8" fmla="val 2730"/>
              <a:gd name="f9" fmla="val 2244"/>
              <a:gd name="f10" fmla="val 3196"/>
              <a:gd name="f11" fmla="val 1836"/>
              <a:gd name="f12" fmla="val 1281"/>
              <a:gd name="f13" fmla="val 578"/>
              <a:gd name="f14" fmla="val 373"/>
              <a:gd name="f15" fmla="val 3410"/>
              <a:gd name="f16" fmla="val 181"/>
              <a:gd name="f17" fmla="val 3370"/>
              <a:gd name="f18" fmla="val 2664"/>
              <a:gd name="f19" fmla="val 311"/>
              <a:gd name="f20" fmla="val 2792"/>
              <a:gd name="f21" fmla="val 654"/>
              <a:gd name="f22" fmla="val 1029"/>
              <a:gd name="f23" fmla="val 1699"/>
              <a:gd name="f24" fmla="val 2266"/>
              <a:gd name="f25" fmla="val 2652"/>
              <a:gd name="f26" fmla="+- 0 0 -90"/>
              <a:gd name="f27" fmla="*/ f3 1 3430"/>
              <a:gd name="f28" fmla="*/ f4 1 2856"/>
              <a:gd name="f29" fmla="+- f7 0 f5"/>
              <a:gd name="f30" fmla="+- f6 0 f5"/>
              <a:gd name="f31" fmla="*/ f26 f0 1"/>
              <a:gd name="f32" fmla="*/ f30 1 3430"/>
              <a:gd name="f33" fmla="*/ f29 1 2856"/>
              <a:gd name="f34" fmla="*/ 2730 f30 1"/>
              <a:gd name="f35" fmla="*/ 2244 f29 1"/>
              <a:gd name="f36" fmla="*/ 3430 f30 1"/>
              <a:gd name="f37" fmla="*/ 578 f29 1"/>
              <a:gd name="f38" fmla="*/ 3370 f30 1"/>
              <a:gd name="f39" fmla="*/ 0 f29 1"/>
              <a:gd name="f40" fmla="*/ 0 f30 1"/>
              <a:gd name="f41" fmla="*/ 2664 f29 1"/>
              <a:gd name="f42" fmla="*/ 1029 f30 1"/>
              <a:gd name="f43" fmla="*/ 2856 f29 1"/>
              <a:gd name="f44" fmla="*/ f31 1 f2"/>
              <a:gd name="f45" fmla="*/ f34 1 3430"/>
              <a:gd name="f46" fmla="*/ f35 1 2856"/>
              <a:gd name="f47" fmla="*/ f36 1 3430"/>
              <a:gd name="f48" fmla="*/ f37 1 2856"/>
              <a:gd name="f49" fmla="*/ f38 1 3430"/>
              <a:gd name="f50" fmla="*/ f39 1 2856"/>
              <a:gd name="f51" fmla="*/ f40 1 3430"/>
              <a:gd name="f52" fmla="*/ f41 1 2856"/>
              <a:gd name="f53" fmla="*/ f42 1 3430"/>
              <a:gd name="f54" fmla="*/ f43 1 2856"/>
              <a:gd name="f55" fmla="*/ 0 1 f32"/>
              <a:gd name="f56" fmla="*/ f6 1 f32"/>
              <a:gd name="f57" fmla="*/ 0 1 f33"/>
              <a:gd name="f58" fmla="*/ f7 1 f33"/>
              <a:gd name="f59" fmla="+- f44 0 f1"/>
              <a:gd name="f60" fmla="*/ f45 1 f32"/>
              <a:gd name="f61" fmla="*/ f46 1 f33"/>
              <a:gd name="f62" fmla="*/ f47 1 f32"/>
              <a:gd name="f63" fmla="*/ f48 1 f33"/>
              <a:gd name="f64" fmla="*/ f49 1 f32"/>
              <a:gd name="f65" fmla="*/ f50 1 f33"/>
              <a:gd name="f66" fmla="*/ f51 1 f32"/>
              <a:gd name="f67" fmla="*/ f52 1 f33"/>
              <a:gd name="f68" fmla="*/ f53 1 f32"/>
              <a:gd name="f69" fmla="*/ f54 1 f33"/>
              <a:gd name="f70" fmla="*/ f55 f27 1"/>
              <a:gd name="f71" fmla="*/ f56 f27 1"/>
              <a:gd name="f72" fmla="*/ f58 f28 1"/>
              <a:gd name="f73" fmla="*/ f57 f28 1"/>
              <a:gd name="f74" fmla="*/ f60 f27 1"/>
              <a:gd name="f75" fmla="*/ f61 f28 1"/>
              <a:gd name="f76" fmla="*/ f62 f27 1"/>
              <a:gd name="f77" fmla="*/ f63 f28 1"/>
              <a:gd name="f78" fmla="*/ f64 f27 1"/>
              <a:gd name="f79" fmla="*/ f65 f28 1"/>
              <a:gd name="f80" fmla="*/ f66 f27 1"/>
              <a:gd name="f81" fmla="*/ f67 f28 1"/>
              <a:gd name="f82" fmla="*/ f68 f27 1"/>
              <a:gd name="f83" fmla="*/ f69 f2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9">
                <a:pos x="f74" y="f75"/>
              </a:cxn>
              <a:cxn ang="f59">
                <a:pos x="f76" y="f77"/>
              </a:cxn>
              <a:cxn ang="f59">
                <a:pos x="f78" y="f79"/>
              </a:cxn>
              <a:cxn ang="f59">
                <a:pos x="f80" y="f79"/>
              </a:cxn>
              <a:cxn ang="f59">
                <a:pos x="f80" y="f81"/>
              </a:cxn>
              <a:cxn ang="f59">
                <a:pos x="f82" y="f83"/>
              </a:cxn>
              <a:cxn ang="f59">
                <a:pos x="f74" y="f75"/>
              </a:cxn>
            </a:cxnLst>
            <a:rect l="f70" t="f73" r="f71" b="f72"/>
            <a:pathLst>
              <a:path w="3430" h="2856">
                <a:moveTo>
                  <a:pt x="f8" y="f9"/>
                </a:moveTo>
                <a:cubicBezTo>
                  <a:pt x="f10" y="f11"/>
                  <a:pt x="f6" y="f12"/>
                  <a:pt x="f6" y="f13"/>
                </a:cubicBezTo>
                <a:cubicBezTo>
                  <a:pt x="f6" y="f14"/>
                  <a:pt x="f15" y="f16"/>
                  <a:pt x="f17" y="f5"/>
                </a:cubicBezTo>
                <a:cubicBezTo>
                  <a:pt x="f5" y="f5"/>
                  <a:pt x="f5" y="f5"/>
                  <a:pt x="f5" y="f5"/>
                </a:cubicBezTo>
                <a:cubicBezTo>
                  <a:pt x="f5" y="f18"/>
                  <a:pt x="f5" y="f18"/>
                  <a:pt x="f5" y="f18"/>
                </a:cubicBezTo>
                <a:cubicBezTo>
                  <a:pt x="f19" y="f20"/>
                  <a:pt x="f21" y="f7"/>
                  <a:pt x="f22" y="f7"/>
                </a:cubicBezTo>
                <a:cubicBezTo>
                  <a:pt x="f23" y="f7"/>
                  <a:pt x="f24" y="f25"/>
                  <a:pt x="f8" y="f9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BEE4A8-6D71-8D3F-99C4-30E678509C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3285786"/>
            <a:ext cx="3940405" cy="1765935"/>
          </a:xfrm>
        </p:spPr>
        <p:txBody>
          <a:bodyPr anchor="ctr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7" name="Picture 13">
            <a:extLst>
              <a:ext uri="{FF2B5EF4-FFF2-40B4-BE49-F238E27FC236}">
                <a16:creationId xmlns:a16="http://schemas.microsoft.com/office/drawing/2014/main" id="{55EB8B96-1EC1-0D30-1AEA-B67C189CD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610" y="667292"/>
            <a:ext cx="5029200" cy="158741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97138179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Divider slide">
    <p:bg>
      <p:bgPr>
        <a:solidFill>
          <a:srgbClr val="0066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9FFE6A9D-9DFA-163F-0B05-B1A10BDCB0FE}"/>
              </a:ext>
            </a:extLst>
          </p:cNvPr>
          <p:cNvGrpSpPr/>
          <p:nvPr/>
        </p:nvGrpSpPr>
        <p:grpSpPr>
          <a:xfrm>
            <a:off x="9916997" y="301660"/>
            <a:ext cx="1940676" cy="3432063"/>
            <a:chOff x="9916997" y="301660"/>
            <a:chExt cx="1940676" cy="3432063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A68D608F-2C77-EBC3-000F-3688DEDE20BA}"/>
                </a:ext>
              </a:extLst>
            </p:cNvPr>
            <p:cNvSpPr/>
            <p:nvPr/>
          </p:nvSpPr>
          <p:spPr>
            <a:xfrm>
              <a:off x="10334100" y="301660"/>
              <a:ext cx="705459" cy="67058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22"/>
                <a:gd name="f7" fmla="val 211"/>
                <a:gd name="f8" fmla="val 32"/>
                <a:gd name="f9" fmla="val 183"/>
                <a:gd name="f10" fmla="val 54"/>
                <a:gd name="f11" fmla="val 202"/>
                <a:gd name="f12" fmla="val 80"/>
                <a:gd name="f13" fmla="val 111"/>
                <a:gd name="f14" fmla="val 142"/>
                <a:gd name="f15" fmla="val 168"/>
                <a:gd name="f16" fmla="val 190"/>
                <a:gd name="f17" fmla="val 164"/>
                <a:gd name="f18" fmla="val 139"/>
                <a:gd name="f19" fmla="val 106"/>
                <a:gd name="f20" fmla="val 74"/>
                <a:gd name="f21" fmla="val 48"/>
                <a:gd name="f22" fmla="val 29"/>
                <a:gd name="f23" fmla="val 10"/>
                <a:gd name="f24" fmla="val 11"/>
                <a:gd name="f25" fmla="+- 0 0 -90"/>
                <a:gd name="f26" fmla="*/ f3 1 222"/>
                <a:gd name="f27" fmla="*/ f4 1 211"/>
                <a:gd name="f28" fmla="+- f7 0 f5"/>
                <a:gd name="f29" fmla="+- f6 0 f5"/>
                <a:gd name="f30" fmla="*/ f25 f0 1"/>
                <a:gd name="f31" fmla="*/ f29 1 222"/>
                <a:gd name="f32" fmla="*/ f28 1 211"/>
                <a:gd name="f33" fmla="*/ 32 f29 1"/>
                <a:gd name="f34" fmla="*/ 183 f28 1"/>
                <a:gd name="f35" fmla="*/ 111 f29 1"/>
                <a:gd name="f36" fmla="*/ 211 f28 1"/>
                <a:gd name="f37" fmla="*/ 190 f29 1"/>
                <a:gd name="f38" fmla="*/ 222 f29 1"/>
                <a:gd name="f39" fmla="*/ 106 f28 1"/>
                <a:gd name="f40" fmla="*/ 29 f28 1"/>
                <a:gd name="f41" fmla="*/ 0 f28 1"/>
                <a:gd name="f42" fmla="*/ 0 f29 1"/>
                <a:gd name="f43" fmla="*/ f30 1 f2"/>
                <a:gd name="f44" fmla="*/ f33 1 222"/>
                <a:gd name="f45" fmla="*/ f34 1 211"/>
                <a:gd name="f46" fmla="*/ f35 1 222"/>
                <a:gd name="f47" fmla="*/ f36 1 211"/>
                <a:gd name="f48" fmla="*/ f37 1 222"/>
                <a:gd name="f49" fmla="*/ f38 1 222"/>
                <a:gd name="f50" fmla="*/ f39 1 211"/>
                <a:gd name="f51" fmla="*/ f40 1 211"/>
                <a:gd name="f52" fmla="*/ f41 1 211"/>
                <a:gd name="f53" fmla="*/ f42 1 222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222" h="211">
                  <a:moveTo>
                    <a:pt x="f8" y="f9"/>
                  </a:moveTo>
                  <a:cubicBezTo>
                    <a:pt x="f10" y="f11"/>
                    <a:pt x="f12" y="f7"/>
                    <a:pt x="f13" y="f7"/>
                  </a:cubicBezTo>
                  <a:cubicBezTo>
                    <a:pt x="f14" y="f7"/>
                    <a:pt x="f15" y="f11"/>
                    <a:pt x="f16" y="f9"/>
                  </a:cubicBezTo>
                  <a:cubicBezTo>
                    <a:pt x="f7" y="f17"/>
                    <a:pt x="f6" y="f18"/>
                    <a:pt x="f6" y="f19"/>
                  </a:cubicBezTo>
                  <a:cubicBezTo>
                    <a:pt x="f6" y="f20"/>
                    <a:pt x="f7" y="f21"/>
                    <a:pt x="f16" y="f22"/>
                  </a:cubicBezTo>
                  <a:cubicBezTo>
                    <a:pt x="f15" y="f23"/>
                    <a:pt x="f14" y="f5"/>
                    <a:pt x="f13" y="f5"/>
                  </a:cubicBezTo>
                  <a:cubicBezTo>
                    <a:pt x="f12" y="f5"/>
                    <a:pt x="f10" y="f23"/>
                    <a:pt x="f8" y="f22"/>
                  </a:cubicBezTo>
                  <a:cubicBezTo>
                    <a:pt x="f24" y="f21"/>
                    <a:pt x="f5" y="f20"/>
                    <a:pt x="f5" y="f19"/>
                  </a:cubicBezTo>
                  <a:cubicBezTo>
                    <a:pt x="f5" y="f18"/>
                    <a:pt x="f24" y="f1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A204BF0E-86B3-0AC7-86A5-76076993F1E8}"/>
                </a:ext>
              </a:extLst>
            </p:cNvPr>
            <p:cNvSpPr/>
            <p:nvPr/>
          </p:nvSpPr>
          <p:spPr>
            <a:xfrm>
              <a:off x="11240737" y="1162696"/>
              <a:ext cx="616936" cy="58743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4"/>
                <a:gd name="f7" fmla="val 185"/>
                <a:gd name="f8" fmla="val 166"/>
                <a:gd name="f9" fmla="val 26"/>
                <a:gd name="f10" fmla="val 147"/>
                <a:gd name="f11" fmla="val 9"/>
                <a:gd name="f12" fmla="val 124"/>
                <a:gd name="f13" fmla="val 97"/>
                <a:gd name="f14" fmla="val 70"/>
                <a:gd name="f15" fmla="val 47"/>
                <a:gd name="f16" fmla="val 29"/>
                <a:gd name="f17" fmla="val 10"/>
                <a:gd name="f18" fmla="val 42"/>
                <a:gd name="f19" fmla="val 65"/>
                <a:gd name="f20" fmla="val 93"/>
                <a:gd name="f21" fmla="val 122"/>
                <a:gd name="f22" fmla="val 144"/>
                <a:gd name="f23" fmla="val 161"/>
                <a:gd name="f24" fmla="val 177"/>
                <a:gd name="f25" fmla="+- 0 0 -90"/>
                <a:gd name="f26" fmla="*/ f3 1 194"/>
                <a:gd name="f27" fmla="*/ f4 1 185"/>
                <a:gd name="f28" fmla="+- f7 0 f5"/>
                <a:gd name="f29" fmla="+- f6 0 f5"/>
                <a:gd name="f30" fmla="*/ f25 f0 1"/>
                <a:gd name="f31" fmla="*/ f29 1 194"/>
                <a:gd name="f32" fmla="*/ f28 1 185"/>
                <a:gd name="f33" fmla="*/ 166 f29 1"/>
                <a:gd name="f34" fmla="*/ 26 f28 1"/>
                <a:gd name="f35" fmla="*/ 97 f29 1"/>
                <a:gd name="f36" fmla="*/ 0 f28 1"/>
                <a:gd name="f37" fmla="*/ 29 f29 1"/>
                <a:gd name="f38" fmla="*/ 0 f29 1"/>
                <a:gd name="f39" fmla="*/ 93 f28 1"/>
                <a:gd name="f40" fmla="*/ 161 f28 1"/>
                <a:gd name="f41" fmla="*/ 185 f28 1"/>
                <a:gd name="f42" fmla="*/ 194 f29 1"/>
                <a:gd name="f43" fmla="*/ f30 1 f2"/>
                <a:gd name="f44" fmla="*/ f33 1 194"/>
                <a:gd name="f45" fmla="*/ f34 1 185"/>
                <a:gd name="f46" fmla="*/ f35 1 194"/>
                <a:gd name="f47" fmla="*/ f36 1 185"/>
                <a:gd name="f48" fmla="*/ f37 1 194"/>
                <a:gd name="f49" fmla="*/ f38 1 194"/>
                <a:gd name="f50" fmla="*/ f39 1 185"/>
                <a:gd name="f51" fmla="*/ f40 1 185"/>
                <a:gd name="f52" fmla="*/ f41 1 185"/>
                <a:gd name="f53" fmla="*/ f42 1 194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194" h="185">
                  <a:moveTo>
                    <a:pt x="f8" y="f9"/>
                  </a:moveTo>
                  <a:cubicBezTo>
                    <a:pt x="f10" y="f11"/>
                    <a:pt x="f12" y="f5"/>
                    <a:pt x="f13" y="f5"/>
                  </a:cubicBezTo>
                  <a:cubicBezTo>
                    <a:pt x="f14" y="f5"/>
                    <a:pt x="f15" y="f11"/>
                    <a:pt x="f16" y="f9"/>
                  </a:cubicBezTo>
                  <a:cubicBezTo>
                    <a:pt x="f17" y="f18"/>
                    <a:pt x="f5" y="f19"/>
                    <a:pt x="f5" y="f20"/>
                  </a:cubicBezTo>
                  <a:cubicBezTo>
                    <a:pt x="f5" y="f21"/>
                    <a:pt x="f17" y="f22"/>
                    <a:pt x="f16" y="f23"/>
                  </a:cubicBezTo>
                  <a:cubicBezTo>
                    <a:pt x="f15" y="f24"/>
                    <a:pt x="f14" y="f7"/>
                    <a:pt x="f13" y="f7"/>
                  </a:cubicBezTo>
                  <a:cubicBezTo>
                    <a:pt x="f12" y="f7"/>
                    <a:pt x="f10" y="f24"/>
                    <a:pt x="f8" y="f23"/>
                  </a:cubicBezTo>
                  <a:cubicBezTo>
                    <a:pt x="f7" y="f22"/>
                    <a:pt x="f6" y="f21"/>
                    <a:pt x="f6" y="f20"/>
                  </a:cubicBezTo>
                  <a:cubicBezTo>
                    <a:pt x="f6" y="f19"/>
                    <a:pt x="f7" y="f18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F10875CF-F839-010B-6AA8-5B9A35A4E728}"/>
                </a:ext>
              </a:extLst>
            </p:cNvPr>
            <p:cNvSpPr/>
            <p:nvPr/>
          </p:nvSpPr>
          <p:spPr>
            <a:xfrm>
              <a:off x="11234034" y="1845350"/>
              <a:ext cx="611578" cy="98575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2"/>
                <a:gd name="f7" fmla="val 310"/>
                <a:gd name="f8" fmla="val 33"/>
                <a:gd name="f9" fmla="val 308"/>
                <a:gd name="f10" fmla="val 133"/>
                <a:gd name="f11" fmla="val 264"/>
                <a:gd name="f12" fmla="val 198"/>
                <a:gd name="f13" fmla="val 114"/>
                <a:gd name="f14" fmla="val 41"/>
                <a:gd name="f15" fmla="val 149"/>
                <a:gd name="f16" fmla="val 96"/>
                <a:gd name="f17" fmla="val 43"/>
                <a:gd name="f18" fmla="val 38"/>
                <a:gd name="f19" fmla="val 90"/>
                <a:gd name="f20" fmla="val 122"/>
                <a:gd name="f21" fmla="val 14"/>
                <a:gd name="f22" fmla="val 153"/>
                <a:gd name="f23" fmla="val 44"/>
                <a:gd name="f24" fmla="val 169"/>
                <a:gd name="f25" fmla="val 26"/>
                <a:gd name="f26" fmla="val 194"/>
                <a:gd name="f27" fmla="val 18"/>
                <a:gd name="f28" fmla="val 221"/>
                <a:gd name="f29" fmla="val 250"/>
                <a:gd name="f30" fmla="val 266"/>
                <a:gd name="f31" fmla="val 20"/>
                <a:gd name="f32" fmla="val 283"/>
                <a:gd name="f33" fmla="val 24"/>
                <a:gd name="f34" fmla="val 302"/>
                <a:gd name="f35" fmla="+- 0 0 -90"/>
                <a:gd name="f36" fmla="*/ f3 1 192"/>
                <a:gd name="f37" fmla="*/ f4 1 310"/>
                <a:gd name="f38" fmla="+- f7 0 f5"/>
                <a:gd name="f39" fmla="+- f6 0 f5"/>
                <a:gd name="f40" fmla="*/ f35 f0 1"/>
                <a:gd name="f41" fmla="*/ f39 1 192"/>
                <a:gd name="f42" fmla="*/ f38 1 310"/>
                <a:gd name="f43" fmla="*/ 33 f39 1"/>
                <a:gd name="f44" fmla="*/ 308 f38 1"/>
                <a:gd name="f45" fmla="*/ 192 f39 1"/>
                <a:gd name="f46" fmla="*/ 114 f38 1"/>
                <a:gd name="f47" fmla="*/ 96 f39 1"/>
                <a:gd name="f48" fmla="*/ 0 f38 1"/>
                <a:gd name="f49" fmla="*/ 0 f39 1"/>
                <a:gd name="f50" fmla="*/ 90 f38 1"/>
                <a:gd name="f51" fmla="*/ 44 f39 1"/>
                <a:gd name="f52" fmla="*/ 169 f38 1"/>
                <a:gd name="f53" fmla="*/ 18 f39 1"/>
                <a:gd name="f54" fmla="*/ 250 f38 1"/>
                <a:gd name="f55" fmla="*/ 24 f39 1"/>
                <a:gd name="f56" fmla="*/ 302 f38 1"/>
                <a:gd name="f57" fmla="*/ f40 1 f2"/>
                <a:gd name="f58" fmla="*/ f43 1 192"/>
                <a:gd name="f59" fmla="*/ f44 1 310"/>
                <a:gd name="f60" fmla="*/ f45 1 192"/>
                <a:gd name="f61" fmla="*/ f46 1 310"/>
                <a:gd name="f62" fmla="*/ f47 1 192"/>
                <a:gd name="f63" fmla="*/ f48 1 310"/>
                <a:gd name="f64" fmla="*/ f49 1 192"/>
                <a:gd name="f65" fmla="*/ f50 1 310"/>
                <a:gd name="f66" fmla="*/ f51 1 192"/>
                <a:gd name="f67" fmla="*/ f52 1 310"/>
                <a:gd name="f68" fmla="*/ f53 1 192"/>
                <a:gd name="f69" fmla="*/ f54 1 310"/>
                <a:gd name="f70" fmla="*/ f55 1 192"/>
                <a:gd name="f71" fmla="*/ f56 1 310"/>
                <a:gd name="f72" fmla="*/ 0 1 f41"/>
                <a:gd name="f73" fmla="*/ f6 1 f41"/>
                <a:gd name="f74" fmla="*/ 0 1 f42"/>
                <a:gd name="f75" fmla="*/ f7 1 f42"/>
                <a:gd name="f76" fmla="+- f57 0 f1"/>
                <a:gd name="f77" fmla="*/ f58 1 f41"/>
                <a:gd name="f78" fmla="*/ f59 1 f42"/>
                <a:gd name="f79" fmla="*/ f60 1 f41"/>
                <a:gd name="f80" fmla="*/ f61 1 f42"/>
                <a:gd name="f81" fmla="*/ f62 1 f41"/>
                <a:gd name="f82" fmla="*/ f63 1 f42"/>
                <a:gd name="f83" fmla="*/ f64 1 f41"/>
                <a:gd name="f84" fmla="*/ f65 1 f42"/>
                <a:gd name="f85" fmla="*/ f66 1 f41"/>
                <a:gd name="f86" fmla="*/ f67 1 f42"/>
                <a:gd name="f87" fmla="*/ f68 1 f41"/>
                <a:gd name="f88" fmla="*/ f69 1 f42"/>
                <a:gd name="f89" fmla="*/ f70 1 f41"/>
                <a:gd name="f90" fmla="*/ f71 1 f42"/>
                <a:gd name="f91" fmla="*/ f72 f36 1"/>
                <a:gd name="f92" fmla="*/ f73 f36 1"/>
                <a:gd name="f93" fmla="*/ f75 f37 1"/>
                <a:gd name="f94" fmla="*/ f74 f37 1"/>
                <a:gd name="f95" fmla="*/ f77 f36 1"/>
                <a:gd name="f96" fmla="*/ f78 f37 1"/>
                <a:gd name="f97" fmla="*/ f79 f36 1"/>
                <a:gd name="f98" fmla="*/ f80 f37 1"/>
                <a:gd name="f99" fmla="*/ f81 f36 1"/>
                <a:gd name="f100" fmla="*/ f82 f37 1"/>
                <a:gd name="f101" fmla="*/ f83 f36 1"/>
                <a:gd name="f102" fmla="*/ f84 f37 1"/>
                <a:gd name="f103" fmla="*/ f85 f36 1"/>
                <a:gd name="f104" fmla="*/ f86 f37 1"/>
                <a:gd name="f105" fmla="*/ f87 f36 1"/>
                <a:gd name="f106" fmla="*/ f88 f37 1"/>
                <a:gd name="f107" fmla="*/ f89 f36 1"/>
                <a:gd name="f108" fmla="*/ f90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6">
                  <a:pos x="f95" y="f96"/>
                </a:cxn>
                <a:cxn ang="f76">
                  <a:pos x="f97" y="f98"/>
                </a:cxn>
                <a:cxn ang="f76">
                  <a:pos x="f99" y="f100"/>
                </a:cxn>
                <a:cxn ang="f76">
                  <a:pos x="f101" y="f102"/>
                </a:cxn>
                <a:cxn ang="f76">
                  <a:pos x="f103" y="f104"/>
                </a:cxn>
                <a:cxn ang="f76">
                  <a:pos x="f105" y="f106"/>
                </a:cxn>
                <a:cxn ang="f76">
                  <a:pos x="f107" y="f108"/>
                </a:cxn>
                <a:cxn ang="f76">
                  <a:pos x="f95" y="f96"/>
                </a:cxn>
              </a:cxnLst>
              <a:rect l="f91" t="f94" r="f92" b="f93"/>
              <a:pathLst>
                <a:path w="192" h="310">
                  <a:moveTo>
                    <a:pt x="f8" y="f9"/>
                  </a:moveTo>
                  <a:cubicBezTo>
                    <a:pt x="f10" y="f11"/>
                    <a:pt x="f6" y="f12"/>
                    <a:pt x="f6" y="f13"/>
                  </a:cubicBezTo>
                  <a:cubicBezTo>
                    <a:pt x="f6" y="f14"/>
                    <a:pt x="f15" y="f5"/>
                    <a:pt x="f16" y="f5"/>
                  </a:cubicBezTo>
                  <a:cubicBezTo>
                    <a:pt x="f17" y="f5"/>
                    <a:pt x="f5" y="f18"/>
                    <a:pt x="f5" y="f19"/>
                  </a:cubicBezTo>
                  <a:cubicBezTo>
                    <a:pt x="f5" y="f20"/>
                    <a:pt x="f21" y="f22"/>
                    <a:pt x="f23" y="f24"/>
                  </a:cubicBezTo>
                  <a:cubicBezTo>
                    <a:pt x="f25" y="f26"/>
                    <a:pt x="f27" y="f28"/>
                    <a:pt x="f27" y="f29"/>
                  </a:cubicBezTo>
                  <a:cubicBezTo>
                    <a:pt x="f27" y="f30"/>
                    <a:pt x="f31" y="f32"/>
                    <a:pt x="f33" y="f34"/>
                  </a:cubicBezTo>
                  <a:cubicBezTo>
                    <a:pt x="f33" y="f34"/>
                    <a:pt x="f25" y="f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F118CDCD-19D6-E720-96EB-8DF1FF08EBFD}"/>
                </a:ext>
              </a:extLst>
            </p:cNvPr>
            <p:cNvSpPr/>
            <p:nvPr/>
          </p:nvSpPr>
          <p:spPr>
            <a:xfrm>
              <a:off x="9916997" y="1109048"/>
              <a:ext cx="1173522" cy="2624675"/>
            </a:xfrm>
            <a:custGeom>
              <a:avLst/>
              <a:gdLst>
                <a:gd name="f0" fmla="val 10800000"/>
                <a:gd name="f1" fmla="val 5400000"/>
                <a:gd name="f2" fmla="val 360"/>
                <a:gd name="f3" fmla="val 180"/>
                <a:gd name="f4" fmla="val w"/>
                <a:gd name="f5" fmla="val h"/>
                <a:gd name="f6" fmla="val 0"/>
                <a:gd name="f7" fmla="val 369"/>
                <a:gd name="f8" fmla="val 826"/>
                <a:gd name="f9" fmla="val 294"/>
                <a:gd name="f10" fmla="val 28"/>
                <a:gd name="f11" fmla="val 203"/>
                <a:gd name="f12" fmla="val 146"/>
                <a:gd name="f13" fmla="val 26"/>
                <a:gd name="f14" fmla="val 141"/>
                <a:gd name="f15" fmla="val 29"/>
                <a:gd name="f16" fmla="val 137"/>
                <a:gd name="f17" fmla="val 34"/>
                <a:gd name="f18" fmla="val 40"/>
                <a:gd name="f19" fmla="val 246"/>
                <a:gd name="f20" fmla="val 247"/>
                <a:gd name="f21" fmla="val 552"/>
                <a:gd name="f22" fmla="val 569"/>
                <a:gd name="f23" fmla="val 135"/>
                <a:gd name="f24" fmla="val 584"/>
                <a:gd name="f25" fmla="val 132"/>
                <a:gd name="f26" fmla="val 598"/>
                <a:gd name="f27" fmla="val 129"/>
                <a:gd name="f28" fmla="val 612"/>
                <a:gd name="f29" fmla="val 124"/>
                <a:gd name="f30" fmla="val 624"/>
                <a:gd name="f31" fmla="val 115"/>
                <a:gd name="f32" fmla="val 635"/>
                <a:gd name="f33" fmla="val 107"/>
                <a:gd name="f34" fmla="val 645"/>
                <a:gd name="f35" fmla="val 95"/>
                <a:gd name="f36" fmla="val 654"/>
                <a:gd name="f37" fmla="val 80"/>
                <a:gd name="f38" fmla="val 661"/>
                <a:gd name="f39" fmla="val 55"/>
                <a:gd name="f40" fmla="val 672"/>
                <a:gd name="f41" fmla="val 15"/>
                <a:gd name="f42" fmla="val 675"/>
                <a:gd name="f43" fmla="val 5"/>
                <a:gd name="f44" fmla="val 676"/>
                <a:gd name="f45" fmla="val 4"/>
                <a:gd name="f46" fmla="val 686"/>
                <a:gd name="f47" fmla="val 758"/>
                <a:gd name="f48" fmla="val 781"/>
                <a:gd name="f49" fmla="val 6"/>
                <a:gd name="f50" fmla="val 824"/>
                <a:gd name="f51" fmla="val 148"/>
                <a:gd name="f52" fmla="val 167"/>
                <a:gd name="f53" fmla="val 821"/>
                <a:gd name="f54" fmla="val 189"/>
                <a:gd name="f55" fmla="val 816"/>
                <a:gd name="f56" fmla="val 210"/>
                <a:gd name="f57" fmla="val 811"/>
                <a:gd name="f58" fmla="val 232"/>
                <a:gd name="f59" fmla="val 802"/>
                <a:gd name="f60" fmla="val 253"/>
                <a:gd name="f61" fmla="val 789"/>
                <a:gd name="f62" fmla="val 275"/>
                <a:gd name="f63" fmla="val 777"/>
                <a:gd name="f64" fmla="val 760"/>
                <a:gd name="f65" fmla="val 311"/>
                <a:gd name="f66" fmla="val 740"/>
                <a:gd name="f67" fmla="val 329"/>
                <a:gd name="f68" fmla="val 720"/>
                <a:gd name="f69" fmla="val 341"/>
                <a:gd name="f70" fmla="val 694"/>
                <a:gd name="f71" fmla="val 350"/>
                <a:gd name="f72" fmla="val 664"/>
                <a:gd name="f73" fmla="val 355"/>
                <a:gd name="f74" fmla="val 358"/>
                <a:gd name="f75" fmla="val 623"/>
                <a:gd name="f76" fmla="val 361"/>
                <a:gd name="f77" fmla="val 574"/>
                <a:gd name="f78" fmla="val 362"/>
                <a:gd name="f79" fmla="val 553"/>
                <a:gd name="f80" fmla="val 536"/>
                <a:gd name="f81" fmla="val 51"/>
                <a:gd name="f82" fmla="+- 0 0 -90"/>
                <a:gd name="f83" fmla="*/ f4 1 369"/>
                <a:gd name="f84" fmla="*/ f5 1 826"/>
                <a:gd name="f85" fmla="+- f8 0 f6"/>
                <a:gd name="f86" fmla="+- f7 0 f6"/>
                <a:gd name="f87" fmla="*/ f82 f0 1"/>
                <a:gd name="f88" fmla="*/ f86 1 369"/>
                <a:gd name="f89" fmla="*/ f85 1 826"/>
                <a:gd name="f90" fmla="*/ 294 f86 1"/>
                <a:gd name="f91" fmla="*/ 28 f85 1"/>
                <a:gd name="f92" fmla="*/ 146 f86 1"/>
                <a:gd name="f93" fmla="*/ 26 f85 1"/>
                <a:gd name="f94" fmla="*/ 137 f86 1"/>
                <a:gd name="f95" fmla="*/ 40 f85 1"/>
                <a:gd name="f96" fmla="*/ 246 f85 1"/>
                <a:gd name="f97" fmla="*/ 247 f85 1"/>
                <a:gd name="f98" fmla="*/ 552 f85 1"/>
                <a:gd name="f99" fmla="*/ 132 f86 1"/>
                <a:gd name="f100" fmla="*/ 598 f85 1"/>
                <a:gd name="f101" fmla="*/ 115 f86 1"/>
                <a:gd name="f102" fmla="*/ 635 f85 1"/>
                <a:gd name="f103" fmla="*/ 80 f86 1"/>
                <a:gd name="f104" fmla="*/ 661 f85 1"/>
                <a:gd name="f105" fmla="*/ 15 f86 1"/>
                <a:gd name="f106" fmla="*/ 675 f85 1"/>
                <a:gd name="f107" fmla="*/ 4 f86 1"/>
                <a:gd name="f108" fmla="*/ 686 f85 1"/>
                <a:gd name="f109" fmla="*/ 781 f85 1"/>
                <a:gd name="f110" fmla="*/ 824 f85 1"/>
                <a:gd name="f111" fmla="*/ 189 f86 1"/>
                <a:gd name="f112" fmla="*/ 816 f85 1"/>
                <a:gd name="f113" fmla="*/ 253 f86 1"/>
                <a:gd name="f114" fmla="*/ 789 f85 1"/>
                <a:gd name="f115" fmla="*/ 311 f86 1"/>
                <a:gd name="f116" fmla="*/ 740 f85 1"/>
                <a:gd name="f117" fmla="*/ 350 f86 1"/>
                <a:gd name="f118" fmla="*/ 664 f85 1"/>
                <a:gd name="f119" fmla="*/ 360 f86 1"/>
                <a:gd name="f120" fmla="*/ 362 f86 1"/>
                <a:gd name="f121" fmla="*/ 536 f85 1"/>
                <a:gd name="f122" fmla="*/ 141 f85 1"/>
                <a:gd name="f123" fmla="*/ f87 1 f3"/>
                <a:gd name="f124" fmla="*/ f90 1 369"/>
                <a:gd name="f125" fmla="*/ f91 1 826"/>
                <a:gd name="f126" fmla="*/ f92 1 369"/>
                <a:gd name="f127" fmla="*/ f93 1 826"/>
                <a:gd name="f128" fmla="*/ f94 1 369"/>
                <a:gd name="f129" fmla="*/ f95 1 826"/>
                <a:gd name="f130" fmla="*/ f96 1 826"/>
                <a:gd name="f131" fmla="*/ f97 1 826"/>
                <a:gd name="f132" fmla="*/ f98 1 826"/>
                <a:gd name="f133" fmla="*/ f99 1 369"/>
                <a:gd name="f134" fmla="*/ f100 1 826"/>
                <a:gd name="f135" fmla="*/ f101 1 369"/>
                <a:gd name="f136" fmla="*/ f102 1 826"/>
                <a:gd name="f137" fmla="*/ f103 1 369"/>
                <a:gd name="f138" fmla="*/ f104 1 826"/>
                <a:gd name="f139" fmla="*/ f105 1 369"/>
                <a:gd name="f140" fmla="*/ f106 1 826"/>
                <a:gd name="f141" fmla="*/ f107 1 369"/>
                <a:gd name="f142" fmla="*/ f108 1 826"/>
                <a:gd name="f143" fmla="*/ f109 1 826"/>
                <a:gd name="f144" fmla="*/ f110 1 826"/>
                <a:gd name="f145" fmla="*/ f111 1 369"/>
                <a:gd name="f146" fmla="*/ f112 1 826"/>
                <a:gd name="f147" fmla="*/ f113 1 369"/>
                <a:gd name="f148" fmla="*/ f114 1 826"/>
                <a:gd name="f149" fmla="*/ f115 1 369"/>
                <a:gd name="f150" fmla="*/ f116 1 826"/>
                <a:gd name="f151" fmla="*/ f117 1 369"/>
                <a:gd name="f152" fmla="*/ f118 1 826"/>
                <a:gd name="f153" fmla="*/ f119 1 369"/>
                <a:gd name="f154" fmla="*/ f120 1 369"/>
                <a:gd name="f155" fmla="*/ f121 1 826"/>
                <a:gd name="f156" fmla="*/ f122 1 826"/>
                <a:gd name="f157" fmla="*/ 0 1 f88"/>
                <a:gd name="f158" fmla="*/ f7 1 f88"/>
                <a:gd name="f159" fmla="*/ 0 1 f89"/>
                <a:gd name="f160" fmla="*/ f8 1 f89"/>
                <a:gd name="f161" fmla="+- f123 0 f1"/>
                <a:gd name="f162" fmla="*/ f124 1 f88"/>
                <a:gd name="f163" fmla="*/ f125 1 f89"/>
                <a:gd name="f164" fmla="*/ f126 1 f88"/>
                <a:gd name="f165" fmla="*/ f127 1 f89"/>
                <a:gd name="f166" fmla="*/ f128 1 f88"/>
                <a:gd name="f167" fmla="*/ f129 1 f89"/>
                <a:gd name="f168" fmla="*/ f130 1 f89"/>
                <a:gd name="f169" fmla="*/ f131 1 f89"/>
                <a:gd name="f170" fmla="*/ f132 1 f89"/>
                <a:gd name="f171" fmla="*/ f133 1 f88"/>
                <a:gd name="f172" fmla="*/ f134 1 f89"/>
                <a:gd name="f173" fmla="*/ f135 1 f88"/>
                <a:gd name="f174" fmla="*/ f136 1 f89"/>
                <a:gd name="f175" fmla="*/ f137 1 f88"/>
                <a:gd name="f176" fmla="*/ f138 1 f89"/>
                <a:gd name="f177" fmla="*/ f139 1 f88"/>
                <a:gd name="f178" fmla="*/ f140 1 f89"/>
                <a:gd name="f179" fmla="*/ f141 1 f88"/>
                <a:gd name="f180" fmla="*/ f142 1 f89"/>
                <a:gd name="f181" fmla="*/ f143 1 f89"/>
                <a:gd name="f182" fmla="*/ f144 1 f89"/>
                <a:gd name="f183" fmla="*/ f145 1 f88"/>
                <a:gd name="f184" fmla="*/ f146 1 f89"/>
                <a:gd name="f185" fmla="*/ f147 1 f88"/>
                <a:gd name="f186" fmla="*/ f148 1 f89"/>
                <a:gd name="f187" fmla="*/ f149 1 f88"/>
                <a:gd name="f188" fmla="*/ f150 1 f89"/>
                <a:gd name="f189" fmla="*/ f151 1 f88"/>
                <a:gd name="f190" fmla="*/ f152 1 f89"/>
                <a:gd name="f191" fmla="*/ f153 1 f88"/>
                <a:gd name="f192" fmla="*/ f154 1 f88"/>
                <a:gd name="f193" fmla="*/ f155 1 f89"/>
                <a:gd name="f194" fmla="*/ f156 1 f89"/>
                <a:gd name="f195" fmla="*/ f157 f83 1"/>
                <a:gd name="f196" fmla="*/ f158 f83 1"/>
                <a:gd name="f197" fmla="*/ f160 f84 1"/>
                <a:gd name="f198" fmla="*/ f159 f84 1"/>
                <a:gd name="f199" fmla="*/ f162 f83 1"/>
                <a:gd name="f200" fmla="*/ f163 f84 1"/>
                <a:gd name="f201" fmla="*/ f164 f83 1"/>
                <a:gd name="f202" fmla="*/ f165 f84 1"/>
                <a:gd name="f203" fmla="*/ f166 f83 1"/>
                <a:gd name="f204" fmla="*/ f167 f84 1"/>
                <a:gd name="f205" fmla="*/ f168 f84 1"/>
                <a:gd name="f206" fmla="*/ f169 f84 1"/>
                <a:gd name="f207" fmla="*/ f170 f84 1"/>
                <a:gd name="f208" fmla="*/ f171 f83 1"/>
                <a:gd name="f209" fmla="*/ f172 f84 1"/>
                <a:gd name="f210" fmla="*/ f173 f83 1"/>
                <a:gd name="f211" fmla="*/ f174 f84 1"/>
                <a:gd name="f212" fmla="*/ f175 f83 1"/>
                <a:gd name="f213" fmla="*/ f176 f84 1"/>
                <a:gd name="f214" fmla="*/ f177 f83 1"/>
                <a:gd name="f215" fmla="*/ f178 f84 1"/>
                <a:gd name="f216" fmla="*/ f179 f83 1"/>
                <a:gd name="f217" fmla="*/ f180 f84 1"/>
                <a:gd name="f218" fmla="*/ f181 f84 1"/>
                <a:gd name="f219" fmla="*/ f182 f84 1"/>
                <a:gd name="f220" fmla="*/ f183 f83 1"/>
                <a:gd name="f221" fmla="*/ f184 f84 1"/>
                <a:gd name="f222" fmla="*/ f185 f83 1"/>
                <a:gd name="f223" fmla="*/ f186 f84 1"/>
                <a:gd name="f224" fmla="*/ f187 f83 1"/>
                <a:gd name="f225" fmla="*/ f188 f84 1"/>
                <a:gd name="f226" fmla="*/ f189 f83 1"/>
                <a:gd name="f227" fmla="*/ f190 f84 1"/>
                <a:gd name="f228" fmla="*/ f191 f83 1"/>
                <a:gd name="f229" fmla="*/ f192 f83 1"/>
                <a:gd name="f230" fmla="*/ f193 f84 1"/>
                <a:gd name="f231" fmla="*/ f194 f8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61">
                  <a:pos x="f199" y="f200"/>
                </a:cxn>
                <a:cxn ang="f161">
                  <a:pos x="f201" y="f202"/>
                </a:cxn>
                <a:cxn ang="f161">
                  <a:pos x="f203" y="f204"/>
                </a:cxn>
                <a:cxn ang="f161">
                  <a:pos x="f203" y="f204"/>
                </a:cxn>
                <a:cxn ang="f161">
                  <a:pos x="f203" y="f205"/>
                </a:cxn>
                <a:cxn ang="f161">
                  <a:pos x="f203" y="f206"/>
                </a:cxn>
                <a:cxn ang="f161">
                  <a:pos x="f203" y="f207"/>
                </a:cxn>
                <a:cxn ang="f161">
                  <a:pos x="f208" y="f209"/>
                </a:cxn>
                <a:cxn ang="f161">
                  <a:pos x="f210" y="f211"/>
                </a:cxn>
                <a:cxn ang="f161">
                  <a:pos x="f212" y="f213"/>
                </a:cxn>
                <a:cxn ang="f161">
                  <a:pos x="f214" y="f215"/>
                </a:cxn>
                <a:cxn ang="f161">
                  <a:pos x="f216" y="f217"/>
                </a:cxn>
                <a:cxn ang="f161">
                  <a:pos x="f216" y="f218"/>
                </a:cxn>
                <a:cxn ang="f161">
                  <a:pos x="f208" y="f219"/>
                </a:cxn>
                <a:cxn ang="f161">
                  <a:pos x="f220" y="f221"/>
                </a:cxn>
                <a:cxn ang="f161">
                  <a:pos x="f222" y="f223"/>
                </a:cxn>
                <a:cxn ang="f161">
                  <a:pos x="f224" y="f225"/>
                </a:cxn>
                <a:cxn ang="f161">
                  <a:pos x="f226" y="f227"/>
                </a:cxn>
                <a:cxn ang="f161">
                  <a:pos x="f228" y="f209"/>
                </a:cxn>
                <a:cxn ang="f161">
                  <a:pos x="f229" y="f230"/>
                </a:cxn>
                <a:cxn ang="f161">
                  <a:pos x="f229" y="f231"/>
                </a:cxn>
                <a:cxn ang="f161">
                  <a:pos x="f199" y="f200"/>
                </a:cxn>
              </a:cxnLst>
              <a:rect l="f195" t="f198" r="f196" b="f197"/>
              <a:pathLst>
                <a:path w="369" h="826">
                  <a:moveTo>
                    <a:pt x="f9" y="f10"/>
                  </a:moveTo>
                  <a:cubicBezTo>
                    <a:pt x="f11" y="f6"/>
                    <a:pt x="f12" y="f13"/>
                    <a:pt x="f12" y="f13"/>
                  </a:cubicBezTo>
                  <a:cubicBezTo>
                    <a:pt x="f14" y="f15"/>
                    <a:pt x="f16" y="f17"/>
                    <a:pt x="f16" y="f18"/>
                  </a:cubicBezTo>
                  <a:cubicBezTo>
                    <a:pt x="f16" y="f18"/>
                    <a:pt x="f16" y="f18"/>
                    <a:pt x="f16" y="f18"/>
                  </a:cubicBezTo>
                  <a:cubicBezTo>
                    <a:pt x="f16" y="f19"/>
                    <a:pt x="f16" y="f19"/>
                    <a:pt x="f16" y="f19"/>
                  </a:cubicBezTo>
                  <a:cubicBezTo>
                    <a:pt x="f16" y="f19"/>
                    <a:pt x="f16" y="f20"/>
                    <a:pt x="f16" y="f20"/>
                  </a:cubicBezTo>
                  <a:cubicBezTo>
                    <a:pt x="f16" y="f21"/>
                    <a:pt x="f16" y="f21"/>
                    <a:pt x="f16" y="f21"/>
                  </a:cubicBezTo>
                  <a:cubicBezTo>
                    <a:pt x="f16" y="f22"/>
                    <a:pt x="f23" y="f24"/>
                    <a:pt x="f25" y="f26"/>
                  </a:cubicBezTo>
                  <a:cubicBezTo>
                    <a:pt x="f27" y="f28"/>
                    <a:pt x="f29" y="f30"/>
                    <a:pt x="f31" y="f32"/>
                  </a:cubicBezTo>
                  <a:cubicBezTo>
                    <a:pt x="f33" y="f34"/>
                    <a:pt x="f35" y="f36"/>
                    <a:pt x="f37" y="f38"/>
                  </a:cubicBezTo>
                  <a:cubicBezTo>
                    <a:pt x="f37" y="f38"/>
                    <a:pt x="f39" y="f40"/>
                    <a:pt x="f41" y="f42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5" y="f46"/>
                    <a:pt x="f6" y="f47"/>
                    <a:pt x="f45" y="f48"/>
                  </a:cubicBezTo>
                  <a:cubicBezTo>
                    <a:pt x="f49" y="f8"/>
                    <a:pt x="f25" y="f50"/>
                    <a:pt x="f25" y="f50"/>
                  </a:cubicBezTo>
                  <a:cubicBezTo>
                    <a:pt x="f51" y="f50"/>
                    <a:pt x="f52" y="f53"/>
                    <a:pt x="f54" y="f55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9" y="f64"/>
                    <a:pt x="f65" y="f66"/>
                  </a:cubicBezTo>
                  <a:cubicBezTo>
                    <a:pt x="f67" y="f68"/>
                    <a:pt x="f69" y="f70"/>
                    <a:pt x="f71" y="f72"/>
                  </a:cubicBezTo>
                  <a:cubicBezTo>
                    <a:pt x="f73" y="f34"/>
                    <a:pt x="f74" y="f75"/>
                    <a:pt x="f2" y="f26"/>
                  </a:cubicBezTo>
                  <a:cubicBezTo>
                    <a:pt x="f76" y="f77"/>
                    <a:pt x="f78" y="f79"/>
                    <a:pt x="f78" y="f80"/>
                  </a:cubicBezTo>
                  <a:cubicBezTo>
                    <a:pt x="f78" y="f14"/>
                    <a:pt x="f78" y="f14"/>
                    <a:pt x="f78" y="f14"/>
                  </a:cubicBezTo>
                  <a:cubicBezTo>
                    <a:pt x="f78" y="f14"/>
                    <a:pt x="f7" y="f81"/>
                    <a:pt x="f9" y="f10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00BDEC53-67BB-37A8-A028-AF5FF912F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5045302" cy="3155868"/>
          </a:xfrm>
        </p:spPr>
        <p:txBody>
          <a:bodyPr/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5835477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2F2FC-FFBC-C1E3-18D6-E053688A937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07037-7D5F-565C-C0EB-ADFC82C5C48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1594" y="1913638"/>
            <a:ext cx="4787999" cy="4263316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3D5277-586F-A06E-F63F-C11DA979440E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772403" y="1913638"/>
            <a:ext cx="4787999" cy="4263316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1414985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469D256-C4E1-049F-70F6-F0FFC9F4BC8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594" y="2189649"/>
            <a:ext cx="4790971" cy="578714"/>
          </a:xfrm>
        </p:spPr>
        <p:txBody>
          <a:bodyPr bIns="0" anchor="b">
            <a:noAutofit/>
          </a:bodyPr>
          <a:lstStyle>
            <a:lvl1pPr marL="0" indent="0">
              <a:buNone/>
              <a:defRPr sz="2100"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D6E9E0F-EFC3-2CA5-17F0-3361F00BF3C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31594" y="2717797"/>
            <a:ext cx="4790971" cy="3236189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3B4838F-7C3A-7342-A52D-D768DEE3524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749588" y="2189649"/>
            <a:ext cx="4810813" cy="578714"/>
          </a:xfrm>
        </p:spPr>
        <p:txBody>
          <a:bodyPr bIns="0" anchor="b">
            <a:noAutofit/>
          </a:bodyPr>
          <a:lstStyle>
            <a:lvl1pPr marL="0" indent="0">
              <a:buNone/>
              <a:defRPr sz="2100"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0745CC02-1B8D-B157-5C55-252A9971901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749588" y="2717797"/>
            <a:ext cx="4810813" cy="3236189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D665BB44-34F7-92F9-2ECE-83A2931589B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0620855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BC828-298E-6489-860F-5E7F6281628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4522584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626766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34454-F38F-ECD4-E78B-69E3A61C57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4911361" cy="11128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04DE0-7EEA-BB26-4322-A2231BF93FEB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31594" y="1913638"/>
            <a:ext cx="4911361" cy="4062953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  <a:lvl4pPr marL="1600200" lvl="3">
              <a:spcBef>
                <a:spcPts val="500"/>
              </a:spcBef>
              <a:defRPr sz="1400"/>
            </a:lvl4pPr>
            <a:lvl5pPr marL="2057400" lvl="4">
              <a:spcBef>
                <a:spcPts val="500"/>
              </a:spcBef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A84ECFE9-D713-73CD-3593-4C160BCBEAC7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6651400" y="577855"/>
            <a:ext cx="4908782" cy="539874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cxnSp>
        <p:nvCxnSpPr>
          <p:cNvPr id="8" name="Straight Connector 11">
            <a:extLst>
              <a:ext uri="{FF2B5EF4-FFF2-40B4-BE49-F238E27FC236}">
                <a16:creationId xmlns:a16="http://schemas.microsoft.com/office/drawing/2014/main" id="{7EE31EF4-70D1-765D-A02D-2B79972146C0}"/>
              </a:ext>
            </a:extLst>
          </p:cNvPr>
          <p:cNvCxnSpPr/>
          <p:nvPr/>
        </p:nvCxnSpPr>
        <p:spPr>
          <a:xfrm>
            <a:off x="631594" y="466728"/>
            <a:ext cx="4911370" cy="0"/>
          </a:xfrm>
          <a:prstGeom prst="straightConnector1">
            <a:avLst/>
          </a:prstGeom>
          <a:noFill/>
          <a:ln w="25402" cap="rnd">
            <a:solidFill>
              <a:srgbClr val="26CAD3"/>
            </a:solidFill>
            <a:custDash>
              <a:ds d="300000" sp="0"/>
            </a:custDash>
            <a:miter/>
          </a:ln>
        </p:spPr>
      </p:cxnSp>
    </p:spTree>
    <p:extLst>
      <p:ext uri="{BB962C8B-B14F-4D97-AF65-F5344CB8AC3E}">
        <p14:creationId xmlns:p14="http://schemas.microsoft.com/office/powerpoint/2010/main" val="391499825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id="{5A9289DC-0B5A-281E-F94C-3355F5FEA32D}"/>
              </a:ext>
            </a:extLst>
          </p:cNvPr>
          <p:cNvSpPr/>
          <p:nvPr/>
        </p:nvSpPr>
        <p:spPr>
          <a:xfrm>
            <a:off x="1591" y="0"/>
            <a:ext cx="614997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874"/>
              <a:gd name="f7" fmla="val 4320"/>
              <a:gd name="f8" fmla="val 3067"/>
              <a:gd name="f9" fmla="val 3147"/>
              <a:gd name="f10" fmla="val 4246"/>
              <a:gd name="f11" fmla="val 3224"/>
              <a:gd name="f12" fmla="val 4165"/>
              <a:gd name="f13" fmla="val 3298"/>
              <a:gd name="f14" fmla="val 4078"/>
              <a:gd name="f15" fmla="val 3494"/>
              <a:gd name="f16" fmla="val 3846"/>
              <a:gd name="f17" fmla="val 3640"/>
              <a:gd name="f18" fmla="val 3559"/>
              <a:gd name="f19" fmla="val 3733"/>
              <a:gd name="f20" fmla="val 3215"/>
              <a:gd name="f21" fmla="val 3792"/>
              <a:gd name="f22" fmla="val 2992"/>
              <a:gd name="f23" fmla="val 3832"/>
              <a:gd name="f24" fmla="val 2741"/>
              <a:gd name="f25" fmla="val 3848"/>
              <a:gd name="f26" fmla="val 2463"/>
              <a:gd name="f27" fmla="val 3866"/>
              <a:gd name="f28" fmla="val 2183"/>
              <a:gd name="f29" fmla="val 1949"/>
              <a:gd name="f30" fmla="val 1761"/>
              <a:gd name="f31" fmla="val 941"/>
              <a:gd name="f32" fmla="+- 0 0 -90"/>
              <a:gd name="f33" fmla="*/ f3 1 3874"/>
              <a:gd name="f34" fmla="*/ f4 1 4320"/>
              <a:gd name="f35" fmla="+- f7 0 f5"/>
              <a:gd name="f36" fmla="+- f6 0 f5"/>
              <a:gd name="f37" fmla="*/ f32 f0 1"/>
              <a:gd name="f38" fmla="*/ f36 1 3874"/>
              <a:gd name="f39" fmla="*/ f35 1 4320"/>
              <a:gd name="f40" fmla="*/ 0 f36 1"/>
              <a:gd name="f41" fmla="*/ 0 f35 1"/>
              <a:gd name="f42" fmla="*/ 4320 f35 1"/>
              <a:gd name="f43" fmla="*/ 3067 f36 1"/>
              <a:gd name="f44" fmla="*/ 3298 f36 1"/>
              <a:gd name="f45" fmla="*/ 4078 f35 1"/>
              <a:gd name="f46" fmla="*/ 3733 f36 1"/>
              <a:gd name="f47" fmla="*/ 3215 f35 1"/>
              <a:gd name="f48" fmla="*/ 3848 f36 1"/>
              <a:gd name="f49" fmla="*/ 2463 f35 1"/>
              <a:gd name="f50" fmla="*/ 3874 f36 1"/>
              <a:gd name="f51" fmla="*/ 1761 f35 1"/>
              <a:gd name="f52" fmla="*/ f37 1 f2"/>
              <a:gd name="f53" fmla="*/ f40 1 3874"/>
              <a:gd name="f54" fmla="*/ f41 1 4320"/>
              <a:gd name="f55" fmla="*/ f42 1 4320"/>
              <a:gd name="f56" fmla="*/ f43 1 3874"/>
              <a:gd name="f57" fmla="*/ f44 1 3874"/>
              <a:gd name="f58" fmla="*/ f45 1 4320"/>
              <a:gd name="f59" fmla="*/ f46 1 3874"/>
              <a:gd name="f60" fmla="*/ f47 1 4320"/>
              <a:gd name="f61" fmla="*/ f48 1 3874"/>
              <a:gd name="f62" fmla="*/ f49 1 4320"/>
              <a:gd name="f63" fmla="*/ f50 1 3874"/>
              <a:gd name="f64" fmla="*/ f51 1 4320"/>
              <a:gd name="f65" fmla="*/ 0 1 f38"/>
              <a:gd name="f66" fmla="*/ f6 1 f38"/>
              <a:gd name="f67" fmla="*/ 0 1 f39"/>
              <a:gd name="f68" fmla="*/ f7 1 f39"/>
              <a:gd name="f69" fmla="+- f52 0 f1"/>
              <a:gd name="f70" fmla="*/ f53 1 f38"/>
              <a:gd name="f71" fmla="*/ f54 1 f39"/>
              <a:gd name="f72" fmla="*/ f55 1 f39"/>
              <a:gd name="f73" fmla="*/ f56 1 f38"/>
              <a:gd name="f74" fmla="*/ f57 1 f38"/>
              <a:gd name="f75" fmla="*/ f58 1 f39"/>
              <a:gd name="f76" fmla="*/ f59 1 f38"/>
              <a:gd name="f77" fmla="*/ f60 1 f39"/>
              <a:gd name="f78" fmla="*/ f61 1 f38"/>
              <a:gd name="f79" fmla="*/ f62 1 f39"/>
              <a:gd name="f80" fmla="*/ f63 1 f38"/>
              <a:gd name="f81" fmla="*/ f64 1 f39"/>
              <a:gd name="f82" fmla="*/ f65 f33 1"/>
              <a:gd name="f83" fmla="*/ f66 f33 1"/>
              <a:gd name="f84" fmla="*/ f68 f34 1"/>
              <a:gd name="f85" fmla="*/ f67 f34 1"/>
              <a:gd name="f86" fmla="*/ f70 f33 1"/>
              <a:gd name="f87" fmla="*/ f71 f34 1"/>
              <a:gd name="f88" fmla="*/ f72 f34 1"/>
              <a:gd name="f89" fmla="*/ f73 f33 1"/>
              <a:gd name="f90" fmla="*/ f74 f33 1"/>
              <a:gd name="f91" fmla="*/ f75 f34 1"/>
              <a:gd name="f92" fmla="*/ f76 f33 1"/>
              <a:gd name="f93" fmla="*/ f77 f34 1"/>
              <a:gd name="f94" fmla="*/ f78 f33 1"/>
              <a:gd name="f95" fmla="*/ f79 f34 1"/>
              <a:gd name="f96" fmla="*/ f80 f33 1"/>
              <a:gd name="f97" fmla="*/ f81 f3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9">
                <a:pos x="f86" y="f87"/>
              </a:cxn>
              <a:cxn ang="f69">
                <a:pos x="f86" y="f88"/>
              </a:cxn>
              <a:cxn ang="f69">
                <a:pos x="f89" y="f88"/>
              </a:cxn>
              <a:cxn ang="f69">
                <a:pos x="f90" y="f91"/>
              </a:cxn>
              <a:cxn ang="f69">
                <a:pos x="f92" y="f93"/>
              </a:cxn>
              <a:cxn ang="f69">
                <a:pos x="f94" y="f95"/>
              </a:cxn>
              <a:cxn ang="f69">
                <a:pos x="f96" y="f97"/>
              </a:cxn>
              <a:cxn ang="f69">
                <a:pos x="f96" y="f87"/>
              </a:cxn>
              <a:cxn ang="f69">
                <a:pos x="f86" y="f87"/>
              </a:cxn>
            </a:cxnLst>
            <a:rect l="f82" t="f85" r="f83" b="f84"/>
            <a:pathLst>
              <a:path w="3874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25" y="f26"/>
                </a:cubicBezTo>
                <a:cubicBezTo>
                  <a:pt x="f27" y="f28"/>
                  <a:pt x="f6" y="f29"/>
                  <a:pt x="f6" y="f30"/>
                </a:cubicBezTo>
                <a:cubicBezTo>
                  <a:pt x="f6" y="f30"/>
                  <a:pt x="f6" y="f31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Picture Placeholder 24">
            <a:extLst>
              <a:ext uri="{FF2B5EF4-FFF2-40B4-BE49-F238E27FC236}">
                <a16:creationId xmlns:a16="http://schemas.microsoft.com/office/drawing/2014/main" id="{D29F10A4-3003-6A8E-DD2F-1AC50675CF7D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68859" y="0"/>
            <a:ext cx="732313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9CB1E31-AAEB-FCC2-1024-CFCA573A68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0695" y="1793238"/>
            <a:ext cx="5003797" cy="3032763"/>
          </a:xfrm>
        </p:spPr>
        <p:txBody>
          <a:bodyPr/>
          <a:lstStyle>
            <a:lvl1pPr marL="227008" indent="-227008">
              <a:lnSpc>
                <a:spcPct val="85000"/>
              </a:lnSpc>
              <a:defRPr sz="3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80EE6758-3401-5374-CC7F-8A973E9B3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8761246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7">
            <a:extLst>
              <a:ext uri="{FF2B5EF4-FFF2-40B4-BE49-F238E27FC236}">
                <a16:creationId xmlns:a16="http://schemas.microsoft.com/office/drawing/2014/main" id="{E8B6C1FA-66B6-92FE-5021-22E90DEBBD7C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0"/>
            <a:ext cx="1219199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4CEA8223-8919-EF0F-97FB-5DC948C27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8D63489-052E-D675-230C-DFDDA36604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0695" y="574042"/>
            <a:ext cx="4053206" cy="2219962"/>
          </a:xfrm>
        </p:spPr>
        <p:txBody>
          <a:bodyPr/>
          <a:lstStyle>
            <a:lvl1pPr marL="177795" indent="-177795">
              <a:lnSpc>
                <a:spcPct val="85000"/>
              </a:lnSpc>
              <a:defRPr sz="2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0F25E0D5-B7A9-79AF-63C3-DA97BEE62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7830269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With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id="{5E1BE3A0-6E9C-FAE2-4937-F29181B7DF1B}"/>
              </a:ext>
            </a:extLst>
          </p:cNvPr>
          <p:cNvSpPr/>
          <p:nvPr/>
        </p:nvSpPr>
        <p:spPr>
          <a:xfrm>
            <a:off x="1591" y="0"/>
            <a:ext cx="614997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874"/>
              <a:gd name="f7" fmla="val 4320"/>
              <a:gd name="f8" fmla="val 3067"/>
              <a:gd name="f9" fmla="val 3147"/>
              <a:gd name="f10" fmla="val 4246"/>
              <a:gd name="f11" fmla="val 3224"/>
              <a:gd name="f12" fmla="val 4165"/>
              <a:gd name="f13" fmla="val 3298"/>
              <a:gd name="f14" fmla="val 4078"/>
              <a:gd name="f15" fmla="val 3494"/>
              <a:gd name="f16" fmla="val 3846"/>
              <a:gd name="f17" fmla="val 3640"/>
              <a:gd name="f18" fmla="val 3559"/>
              <a:gd name="f19" fmla="val 3733"/>
              <a:gd name="f20" fmla="val 3215"/>
              <a:gd name="f21" fmla="val 3792"/>
              <a:gd name="f22" fmla="val 2992"/>
              <a:gd name="f23" fmla="val 3832"/>
              <a:gd name="f24" fmla="val 2741"/>
              <a:gd name="f25" fmla="val 3848"/>
              <a:gd name="f26" fmla="val 2463"/>
              <a:gd name="f27" fmla="val 3866"/>
              <a:gd name="f28" fmla="val 2183"/>
              <a:gd name="f29" fmla="val 1949"/>
              <a:gd name="f30" fmla="val 1761"/>
              <a:gd name="f31" fmla="val 941"/>
              <a:gd name="f32" fmla="+- 0 0 -90"/>
              <a:gd name="f33" fmla="*/ f3 1 3874"/>
              <a:gd name="f34" fmla="*/ f4 1 4320"/>
              <a:gd name="f35" fmla="+- f7 0 f5"/>
              <a:gd name="f36" fmla="+- f6 0 f5"/>
              <a:gd name="f37" fmla="*/ f32 f0 1"/>
              <a:gd name="f38" fmla="*/ f36 1 3874"/>
              <a:gd name="f39" fmla="*/ f35 1 4320"/>
              <a:gd name="f40" fmla="*/ 0 f36 1"/>
              <a:gd name="f41" fmla="*/ 0 f35 1"/>
              <a:gd name="f42" fmla="*/ 4320 f35 1"/>
              <a:gd name="f43" fmla="*/ 3067 f36 1"/>
              <a:gd name="f44" fmla="*/ 3298 f36 1"/>
              <a:gd name="f45" fmla="*/ 4078 f35 1"/>
              <a:gd name="f46" fmla="*/ 3733 f36 1"/>
              <a:gd name="f47" fmla="*/ 3215 f35 1"/>
              <a:gd name="f48" fmla="*/ 3848 f36 1"/>
              <a:gd name="f49" fmla="*/ 2463 f35 1"/>
              <a:gd name="f50" fmla="*/ 3874 f36 1"/>
              <a:gd name="f51" fmla="*/ 1761 f35 1"/>
              <a:gd name="f52" fmla="*/ f37 1 f2"/>
              <a:gd name="f53" fmla="*/ f40 1 3874"/>
              <a:gd name="f54" fmla="*/ f41 1 4320"/>
              <a:gd name="f55" fmla="*/ f42 1 4320"/>
              <a:gd name="f56" fmla="*/ f43 1 3874"/>
              <a:gd name="f57" fmla="*/ f44 1 3874"/>
              <a:gd name="f58" fmla="*/ f45 1 4320"/>
              <a:gd name="f59" fmla="*/ f46 1 3874"/>
              <a:gd name="f60" fmla="*/ f47 1 4320"/>
              <a:gd name="f61" fmla="*/ f48 1 3874"/>
              <a:gd name="f62" fmla="*/ f49 1 4320"/>
              <a:gd name="f63" fmla="*/ f50 1 3874"/>
              <a:gd name="f64" fmla="*/ f51 1 4320"/>
              <a:gd name="f65" fmla="*/ 0 1 f38"/>
              <a:gd name="f66" fmla="*/ f6 1 f38"/>
              <a:gd name="f67" fmla="*/ 0 1 f39"/>
              <a:gd name="f68" fmla="*/ f7 1 f39"/>
              <a:gd name="f69" fmla="+- f52 0 f1"/>
              <a:gd name="f70" fmla="*/ f53 1 f38"/>
              <a:gd name="f71" fmla="*/ f54 1 f39"/>
              <a:gd name="f72" fmla="*/ f55 1 f39"/>
              <a:gd name="f73" fmla="*/ f56 1 f38"/>
              <a:gd name="f74" fmla="*/ f57 1 f38"/>
              <a:gd name="f75" fmla="*/ f58 1 f39"/>
              <a:gd name="f76" fmla="*/ f59 1 f38"/>
              <a:gd name="f77" fmla="*/ f60 1 f39"/>
              <a:gd name="f78" fmla="*/ f61 1 f38"/>
              <a:gd name="f79" fmla="*/ f62 1 f39"/>
              <a:gd name="f80" fmla="*/ f63 1 f38"/>
              <a:gd name="f81" fmla="*/ f64 1 f39"/>
              <a:gd name="f82" fmla="*/ f65 f33 1"/>
              <a:gd name="f83" fmla="*/ f66 f33 1"/>
              <a:gd name="f84" fmla="*/ f68 f34 1"/>
              <a:gd name="f85" fmla="*/ f67 f34 1"/>
              <a:gd name="f86" fmla="*/ f70 f33 1"/>
              <a:gd name="f87" fmla="*/ f71 f34 1"/>
              <a:gd name="f88" fmla="*/ f72 f34 1"/>
              <a:gd name="f89" fmla="*/ f73 f33 1"/>
              <a:gd name="f90" fmla="*/ f74 f33 1"/>
              <a:gd name="f91" fmla="*/ f75 f34 1"/>
              <a:gd name="f92" fmla="*/ f76 f33 1"/>
              <a:gd name="f93" fmla="*/ f77 f34 1"/>
              <a:gd name="f94" fmla="*/ f78 f33 1"/>
              <a:gd name="f95" fmla="*/ f79 f34 1"/>
              <a:gd name="f96" fmla="*/ f80 f33 1"/>
              <a:gd name="f97" fmla="*/ f81 f3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9">
                <a:pos x="f86" y="f87"/>
              </a:cxn>
              <a:cxn ang="f69">
                <a:pos x="f86" y="f88"/>
              </a:cxn>
              <a:cxn ang="f69">
                <a:pos x="f89" y="f88"/>
              </a:cxn>
              <a:cxn ang="f69">
                <a:pos x="f90" y="f91"/>
              </a:cxn>
              <a:cxn ang="f69">
                <a:pos x="f92" y="f93"/>
              </a:cxn>
              <a:cxn ang="f69">
                <a:pos x="f94" y="f95"/>
              </a:cxn>
              <a:cxn ang="f69">
                <a:pos x="f96" y="f97"/>
              </a:cxn>
              <a:cxn ang="f69">
                <a:pos x="f96" y="f87"/>
              </a:cxn>
              <a:cxn ang="f69">
                <a:pos x="f86" y="f87"/>
              </a:cxn>
            </a:cxnLst>
            <a:rect l="f82" t="f85" r="f83" b="f84"/>
            <a:pathLst>
              <a:path w="3874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25" y="f26"/>
                </a:cubicBezTo>
                <a:cubicBezTo>
                  <a:pt x="f27" y="f28"/>
                  <a:pt x="f6" y="f29"/>
                  <a:pt x="f6" y="f30"/>
                </a:cubicBezTo>
                <a:cubicBezTo>
                  <a:pt x="f6" y="f30"/>
                  <a:pt x="f6" y="f31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Picture Placeholder 24">
            <a:extLst>
              <a:ext uri="{FF2B5EF4-FFF2-40B4-BE49-F238E27FC236}">
                <a16:creationId xmlns:a16="http://schemas.microsoft.com/office/drawing/2014/main" id="{14FC6A02-07D4-7F1D-8CAB-077859045BAB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68859" y="0"/>
            <a:ext cx="732313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pic>
        <p:nvPicPr>
          <p:cNvPr id="8" name="Picture 11">
            <a:extLst>
              <a:ext uri="{FF2B5EF4-FFF2-40B4-BE49-F238E27FC236}">
                <a16:creationId xmlns:a16="http://schemas.microsoft.com/office/drawing/2014/main" id="{2B7DC527-6DCA-2DAC-BE3B-B0952A844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ED799A8-5F08-E0C5-B3F8-448FE509079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594" y="1593131"/>
            <a:ext cx="4505550" cy="3723409"/>
          </a:xfrm>
        </p:spPr>
        <p:txBody>
          <a:bodyPr>
            <a:noAutofit/>
          </a:bodyPr>
          <a:lstStyle>
            <a:lvl1pPr marL="0" indent="0">
              <a:spcBef>
                <a:spcPts val="3600"/>
              </a:spcBef>
              <a:buNone/>
              <a:defRPr sz="2600" b="1">
                <a:solidFill>
                  <a:srgbClr val="26CAD3"/>
                </a:solidFill>
              </a:defRPr>
            </a:lvl1pPr>
            <a:lvl2pPr marL="0" lvl="1" indent="0">
              <a:spcBef>
                <a:spcPts val="500"/>
              </a:spcBef>
              <a:buNone/>
              <a:defRPr sz="2600"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76944314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Only Layou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CAE90E54-69EA-62F1-6B19-0B1D7DC459BE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6" name="Group 4">
            <a:extLst>
              <a:ext uri="{FF2B5EF4-FFF2-40B4-BE49-F238E27FC236}">
                <a16:creationId xmlns:a16="http://schemas.microsoft.com/office/drawing/2014/main" id="{C1175AAB-B76C-9555-1B1F-6FE700AB7398}"/>
              </a:ext>
            </a:extLst>
          </p:cNvPr>
          <p:cNvGrpSpPr/>
          <p:nvPr/>
        </p:nvGrpSpPr>
        <p:grpSpPr>
          <a:xfrm>
            <a:off x="9916997" y="301660"/>
            <a:ext cx="1940676" cy="3432063"/>
            <a:chOff x="9916997" y="301660"/>
            <a:chExt cx="1940676" cy="3432063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EF5BEFEE-49C1-6470-3BEC-ED28DBDD5962}"/>
                </a:ext>
              </a:extLst>
            </p:cNvPr>
            <p:cNvSpPr/>
            <p:nvPr/>
          </p:nvSpPr>
          <p:spPr>
            <a:xfrm>
              <a:off x="10334100" y="301660"/>
              <a:ext cx="705459" cy="67058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22"/>
                <a:gd name="f7" fmla="val 211"/>
                <a:gd name="f8" fmla="val 32"/>
                <a:gd name="f9" fmla="val 183"/>
                <a:gd name="f10" fmla="val 54"/>
                <a:gd name="f11" fmla="val 202"/>
                <a:gd name="f12" fmla="val 80"/>
                <a:gd name="f13" fmla="val 111"/>
                <a:gd name="f14" fmla="val 142"/>
                <a:gd name="f15" fmla="val 168"/>
                <a:gd name="f16" fmla="val 190"/>
                <a:gd name="f17" fmla="val 164"/>
                <a:gd name="f18" fmla="val 139"/>
                <a:gd name="f19" fmla="val 106"/>
                <a:gd name="f20" fmla="val 74"/>
                <a:gd name="f21" fmla="val 48"/>
                <a:gd name="f22" fmla="val 29"/>
                <a:gd name="f23" fmla="val 10"/>
                <a:gd name="f24" fmla="val 11"/>
                <a:gd name="f25" fmla="+- 0 0 -90"/>
                <a:gd name="f26" fmla="*/ f3 1 222"/>
                <a:gd name="f27" fmla="*/ f4 1 211"/>
                <a:gd name="f28" fmla="+- f7 0 f5"/>
                <a:gd name="f29" fmla="+- f6 0 f5"/>
                <a:gd name="f30" fmla="*/ f25 f0 1"/>
                <a:gd name="f31" fmla="*/ f29 1 222"/>
                <a:gd name="f32" fmla="*/ f28 1 211"/>
                <a:gd name="f33" fmla="*/ 32 f29 1"/>
                <a:gd name="f34" fmla="*/ 183 f28 1"/>
                <a:gd name="f35" fmla="*/ 111 f29 1"/>
                <a:gd name="f36" fmla="*/ 211 f28 1"/>
                <a:gd name="f37" fmla="*/ 190 f29 1"/>
                <a:gd name="f38" fmla="*/ 222 f29 1"/>
                <a:gd name="f39" fmla="*/ 106 f28 1"/>
                <a:gd name="f40" fmla="*/ 29 f28 1"/>
                <a:gd name="f41" fmla="*/ 0 f28 1"/>
                <a:gd name="f42" fmla="*/ 0 f29 1"/>
                <a:gd name="f43" fmla="*/ f30 1 f2"/>
                <a:gd name="f44" fmla="*/ f33 1 222"/>
                <a:gd name="f45" fmla="*/ f34 1 211"/>
                <a:gd name="f46" fmla="*/ f35 1 222"/>
                <a:gd name="f47" fmla="*/ f36 1 211"/>
                <a:gd name="f48" fmla="*/ f37 1 222"/>
                <a:gd name="f49" fmla="*/ f38 1 222"/>
                <a:gd name="f50" fmla="*/ f39 1 211"/>
                <a:gd name="f51" fmla="*/ f40 1 211"/>
                <a:gd name="f52" fmla="*/ f41 1 211"/>
                <a:gd name="f53" fmla="*/ f42 1 222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222" h="211">
                  <a:moveTo>
                    <a:pt x="f8" y="f9"/>
                  </a:moveTo>
                  <a:cubicBezTo>
                    <a:pt x="f10" y="f11"/>
                    <a:pt x="f12" y="f7"/>
                    <a:pt x="f13" y="f7"/>
                  </a:cubicBezTo>
                  <a:cubicBezTo>
                    <a:pt x="f14" y="f7"/>
                    <a:pt x="f15" y="f11"/>
                    <a:pt x="f16" y="f9"/>
                  </a:cubicBezTo>
                  <a:cubicBezTo>
                    <a:pt x="f7" y="f17"/>
                    <a:pt x="f6" y="f18"/>
                    <a:pt x="f6" y="f19"/>
                  </a:cubicBezTo>
                  <a:cubicBezTo>
                    <a:pt x="f6" y="f20"/>
                    <a:pt x="f7" y="f21"/>
                    <a:pt x="f16" y="f22"/>
                  </a:cubicBezTo>
                  <a:cubicBezTo>
                    <a:pt x="f15" y="f23"/>
                    <a:pt x="f14" y="f5"/>
                    <a:pt x="f13" y="f5"/>
                  </a:cubicBezTo>
                  <a:cubicBezTo>
                    <a:pt x="f12" y="f5"/>
                    <a:pt x="f10" y="f23"/>
                    <a:pt x="f8" y="f22"/>
                  </a:cubicBezTo>
                  <a:cubicBezTo>
                    <a:pt x="f24" y="f21"/>
                    <a:pt x="f5" y="f20"/>
                    <a:pt x="f5" y="f19"/>
                  </a:cubicBezTo>
                  <a:cubicBezTo>
                    <a:pt x="f5" y="f18"/>
                    <a:pt x="f24" y="f1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BCEC27E2-C79F-C54B-E6E1-51961365F8D8}"/>
                </a:ext>
              </a:extLst>
            </p:cNvPr>
            <p:cNvSpPr/>
            <p:nvPr/>
          </p:nvSpPr>
          <p:spPr>
            <a:xfrm>
              <a:off x="11240737" y="1162696"/>
              <a:ext cx="616936" cy="58743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4"/>
                <a:gd name="f7" fmla="val 185"/>
                <a:gd name="f8" fmla="val 166"/>
                <a:gd name="f9" fmla="val 26"/>
                <a:gd name="f10" fmla="val 147"/>
                <a:gd name="f11" fmla="val 9"/>
                <a:gd name="f12" fmla="val 124"/>
                <a:gd name="f13" fmla="val 97"/>
                <a:gd name="f14" fmla="val 70"/>
                <a:gd name="f15" fmla="val 47"/>
                <a:gd name="f16" fmla="val 29"/>
                <a:gd name="f17" fmla="val 10"/>
                <a:gd name="f18" fmla="val 42"/>
                <a:gd name="f19" fmla="val 65"/>
                <a:gd name="f20" fmla="val 93"/>
                <a:gd name="f21" fmla="val 122"/>
                <a:gd name="f22" fmla="val 144"/>
                <a:gd name="f23" fmla="val 161"/>
                <a:gd name="f24" fmla="val 177"/>
                <a:gd name="f25" fmla="+- 0 0 -90"/>
                <a:gd name="f26" fmla="*/ f3 1 194"/>
                <a:gd name="f27" fmla="*/ f4 1 185"/>
                <a:gd name="f28" fmla="+- f7 0 f5"/>
                <a:gd name="f29" fmla="+- f6 0 f5"/>
                <a:gd name="f30" fmla="*/ f25 f0 1"/>
                <a:gd name="f31" fmla="*/ f29 1 194"/>
                <a:gd name="f32" fmla="*/ f28 1 185"/>
                <a:gd name="f33" fmla="*/ 166 f29 1"/>
                <a:gd name="f34" fmla="*/ 26 f28 1"/>
                <a:gd name="f35" fmla="*/ 97 f29 1"/>
                <a:gd name="f36" fmla="*/ 0 f28 1"/>
                <a:gd name="f37" fmla="*/ 29 f29 1"/>
                <a:gd name="f38" fmla="*/ 0 f29 1"/>
                <a:gd name="f39" fmla="*/ 93 f28 1"/>
                <a:gd name="f40" fmla="*/ 161 f28 1"/>
                <a:gd name="f41" fmla="*/ 185 f28 1"/>
                <a:gd name="f42" fmla="*/ 194 f29 1"/>
                <a:gd name="f43" fmla="*/ f30 1 f2"/>
                <a:gd name="f44" fmla="*/ f33 1 194"/>
                <a:gd name="f45" fmla="*/ f34 1 185"/>
                <a:gd name="f46" fmla="*/ f35 1 194"/>
                <a:gd name="f47" fmla="*/ f36 1 185"/>
                <a:gd name="f48" fmla="*/ f37 1 194"/>
                <a:gd name="f49" fmla="*/ f38 1 194"/>
                <a:gd name="f50" fmla="*/ f39 1 185"/>
                <a:gd name="f51" fmla="*/ f40 1 185"/>
                <a:gd name="f52" fmla="*/ f41 1 185"/>
                <a:gd name="f53" fmla="*/ f42 1 194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194" h="185">
                  <a:moveTo>
                    <a:pt x="f8" y="f9"/>
                  </a:moveTo>
                  <a:cubicBezTo>
                    <a:pt x="f10" y="f11"/>
                    <a:pt x="f12" y="f5"/>
                    <a:pt x="f13" y="f5"/>
                  </a:cubicBezTo>
                  <a:cubicBezTo>
                    <a:pt x="f14" y="f5"/>
                    <a:pt x="f15" y="f11"/>
                    <a:pt x="f16" y="f9"/>
                  </a:cubicBezTo>
                  <a:cubicBezTo>
                    <a:pt x="f17" y="f18"/>
                    <a:pt x="f5" y="f19"/>
                    <a:pt x="f5" y="f20"/>
                  </a:cubicBezTo>
                  <a:cubicBezTo>
                    <a:pt x="f5" y="f21"/>
                    <a:pt x="f17" y="f22"/>
                    <a:pt x="f16" y="f23"/>
                  </a:cubicBezTo>
                  <a:cubicBezTo>
                    <a:pt x="f15" y="f24"/>
                    <a:pt x="f14" y="f7"/>
                    <a:pt x="f13" y="f7"/>
                  </a:cubicBezTo>
                  <a:cubicBezTo>
                    <a:pt x="f12" y="f7"/>
                    <a:pt x="f10" y="f24"/>
                    <a:pt x="f8" y="f23"/>
                  </a:cubicBezTo>
                  <a:cubicBezTo>
                    <a:pt x="f7" y="f22"/>
                    <a:pt x="f6" y="f21"/>
                    <a:pt x="f6" y="f20"/>
                  </a:cubicBezTo>
                  <a:cubicBezTo>
                    <a:pt x="f6" y="f19"/>
                    <a:pt x="f7" y="f18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F9F138A5-2143-004F-52E2-51EAB00A116C}"/>
                </a:ext>
              </a:extLst>
            </p:cNvPr>
            <p:cNvSpPr/>
            <p:nvPr/>
          </p:nvSpPr>
          <p:spPr>
            <a:xfrm>
              <a:off x="11234034" y="1845350"/>
              <a:ext cx="611578" cy="98575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2"/>
                <a:gd name="f7" fmla="val 310"/>
                <a:gd name="f8" fmla="val 33"/>
                <a:gd name="f9" fmla="val 308"/>
                <a:gd name="f10" fmla="val 133"/>
                <a:gd name="f11" fmla="val 264"/>
                <a:gd name="f12" fmla="val 198"/>
                <a:gd name="f13" fmla="val 114"/>
                <a:gd name="f14" fmla="val 41"/>
                <a:gd name="f15" fmla="val 149"/>
                <a:gd name="f16" fmla="val 96"/>
                <a:gd name="f17" fmla="val 43"/>
                <a:gd name="f18" fmla="val 38"/>
                <a:gd name="f19" fmla="val 90"/>
                <a:gd name="f20" fmla="val 122"/>
                <a:gd name="f21" fmla="val 14"/>
                <a:gd name="f22" fmla="val 153"/>
                <a:gd name="f23" fmla="val 44"/>
                <a:gd name="f24" fmla="val 169"/>
                <a:gd name="f25" fmla="val 26"/>
                <a:gd name="f26" fmla="val 194"/>
                <a:gd name="f27" fmla="val 18"/>
                <a:gd name="f28" fmla="val 221"/>
                <a:gd name="f29" fmla="val 250"/>
                <a:gd name="f30" fmla="val 266"/>
                <a:gd name="f31" fmla="val 20"/>
                <a:gd name="f32" fmla="val 283"/>
                <a:gd name="f33" fmla="val 24"/>
                <a:gd name="f34" fmla="val 302"/>
                <a:gd name="f35" fmla="+- 0 0 -90"/>
                <a:gd name="f36" fmla="*/ f3 1 192"/>
                <a:gd name="f37" fmla="*/ f4 1 310"/>
                <a:gd name="f38" fmla="+- f7 0 f5"/>
                <a:gd name="f39" fmla="+- f6 0 f5"/>
                <a:gd name="f40" fmla="*/ f35 f0 1"/>
                <a:gd name="f41" fmla="*/ f39 1 192"/>
                <a:gd name="f42" fmla="*/ f38 1 310"/>
                <a:gd name="f43" fmla="*/ 33 f39 1"/>
                <a:gd name="f44" fmla="*/ 308 f38 1"/>
                <a:gd name="f45" fmla="*/ 192 f39 1"/>
                <a:gd name="f46" fmla="*/ 114 f38 1"/>
                <a:gd name="f47" fmla="*/ 96 f39 1"/>
                <a:gd name="f48" fmla="*/ 0 f38 1"/>
                <a:gd name="f49" fmla="*/ 0 f39 1"/>
                <a:gd name="f50" fmla="*/ 90 f38 1"/>
                <a:gd name="f51" fmla="*/ 44 f39 1"/>
                <a:gd name="f52" fmla="*/ 169 f38 1"/>
                <a:gd name="f53" fmla="*/ 18 f39 1"/>
                <a:gd name="f54" fmla="*/ 250 f38 1"/>
                <a:gd name="f55" fmla="*/ 24 f39 1"/>
                <a:gd name="f56" fmla="*/ 302 f38 1"/>
                <a:gd name="f57" fmla="*/ f40 1 f2"/>
                <a:gd name="f58" fmla="*/ f43 1 192"/>
                <a:gd name="f59" fmla="*/ f44 1 310"/>
                <a:gd name="f60" fmla="*/ f45 1 192"/>
                <a:gd name="f61" fmla="*/ f46 1 310"/>
                <a:gd name="f62" fmla="*/ f47 1 192"/>
                <a:gd name="f63" fmla="*/ f48 1 310"/>
                <a:gd name="f64" fmla="*/ f49 1 192"/>
                <a:gd name="f65" fmla="*/ f50 1 310"/>
                <a:gd name="f66" fmla="*/ f51 1 192"/>
                <a:gd name="f67" fmla="*/ f52 1 310"/>
                <a:gd name="f68" fmla="*/ f53 1 192"/>
                <a:gd name="f69" fmla="*/ f54 1 310"/>
                <a:gd name="f70" fmla="*/ f55 1 192"/>
                <a:gd name="f71" fmla="*/ f56 1 310"/>
                <a:gd name="f72" fmla="*/ 0 1 f41"/>
                <a:gd name="f73" fmla="*/ f6 1 f41"/>
                <a:gd name="f74" fmla="*/ 0 1 f42"/>
                <a:gd name="f75" fmla="*/ f7 1 f42"/>
                <a:gd name="f76" fmla="+- f57 0 f1"/>
                <a:gd name="f77" fmla="*/ f58 1 f41"/>
                <a:gd name="f78" fmla="*/ f59 1 f42"/>
                <a:gd name="f79" fmla="*/ f60 1 f41"/>
                <a:gd name="f80" fmla="*/ f61 1 f42"/>
                <a:gd name="f81" fmla="*/ f62 1 f41"/>
                <a:gd name="f82" fmla="*/ f63 1 f42"/>
                <a:gd name="f83" fmla="*/ f64 1 f41"/>
                <a:gd name="f84" fmla="*/ f65 1 f42"/>
                <a:gd name="f85" fmla="*/ f66 1 f41"/>
                <a:gd name="f86" fmla="*/ f67 1 f42"/>
                <a:gd name="f87" fmla="*/ f68 1 f41"/>
                <a:gd name="f88" fmla="*/ f69 1 f42"/>
                <a:gd name="f89" fmla="*/ f70 1 f41"/>
                <a:gd name="f90" fmla="*/ f71 1 f42"/>
                <a:gd name="f91" fmla="*/ f72 f36 1"/>
                <a:gd name="f92" fmla="*/ f73 f36 1"/>
                <a:gd name="f93" fmla="*/ f75 f37 1"/>
                <a:gd name="f94" fmla="*/ f74 f37 1"/>
                <a:gd name="f95" fmla="*/ f77 f36 1"/>
                <a:gd name="f96" fmla="*/ f78 f37 1"/>
                <a:gd name="f97" fmla="*/ f79 f36 1"/>
                <a:gd name="f98" fmla="*/ f80 f37 1"/>
                <a:gd name="f99" fmla="*/ f81 f36 1"/>
                <a:gd name="f100" fmla="*/ f82 f37 1"/>
                <a:gd name="f101" fmla="*/ f83 f36 1"/>
                <a:gd name="f102" fmla="*/ f84 f37 1"/>
                <a:gd name="f103" fmla="*/ f85 f36 1"/>
                <a:gd name="f104" fmla="*/ f86 f37 1"/>
                <a:gd name="f105" fmla="*/ f87 f36 1"/>
                <a:gd name="f106" fmla="*/ f88 f37 1"/>
                <a:gd name="f107" fmla="*/ f89 f36 1"/>
                <a:gd name="f108" fmla="*/ f90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6">
                  <a:pos x="f95" y="f96"/>
                </a:cxn>
                <a:cxn ang="f76">
                  <a:pos x="f97" y="f98"/>
                </a:cxn>
                <a:cxn ang="f76">
                  <a:pos x="f99" y="f100"/>
                </a:cxn>
                <a:cxn ang="f76">
                  <a:pos x="f101" y="f102"/>
                </a:cxn>
                <a:cxn ang="f76">
                  <a:pos x="f103" y="f104"/>
                </a:cxn>
                <a:cxn ang="f76">
                  <a:pos x="f105" y="f106"/>
                </a:cxn>
                <a:cxn ang="f76">
                  <a:pos x="f107" y="f108"/>
                </a:cxn>
                <a:cxn ang="f76">
                  <a:pos x="f95" y="f96"/>
                </a:cxn>
              </a:cxnLst>
              <a:rect l="f91" t="f94" r="f92" b="f93"/>
              <a:pathLst>
                <a:path w="192" h="310">
                  <a:moveTo>
                    <a:pt x="f8" y="f9"/>
                  </a:moveTo>
                  <a:cubicBezTo>
                    <a:pt x="f10" y="f11"/>
                    <a:pt x="f6" y="f12"/>
                    <a:pt x="f6" y="f13"/>
                  </a:cubicBezTo>
                  <a:cubicBezTo>
                    <a:pt x="f6" y="f14"/>
                    <a:pt x="f15" y="f5"/>
                    <a:pt x="f16" y="f5"/>
                  </a:cubicBezTo>
                  <a:cubicBezTo>
                    <a:pt x="f17" y="f5"/>
                    <a:pt x="f5" y="f18"/>
                    <a:pt x="f5" y="f19"/>
                  </a:cubicBezTo>
                  <a:cubicBezTo>
                    <a:pt x="f5" y="f20"/>
                    <a:pt x="f21" y="f22"/>
                    <a:pt x="f23" y="f24"/>
                  </a:cubicBezTo>
                  <a:cubicBezTo>
                    <a:pt x="f25" y="f26"/>
                    <a:pt x="f27" y="f28"/>
                    <a:pt x="f27" y="f29"/>
                  </a:cubicBezTo>
                  <a:cubicBezTo>
                    <a:pt x="f27" y="f30"/>
                    <a:pt x="f31" y="f32"/>
                    <a:pt x="f33" y="f34"/>
                  </a:cubicBezTo>
                  <a:cubicBezTo>
                    <a:pt x="f33" y="f34"/>
                    <a:pt x="f25" y="f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1711B4FB-BD90-EB99-4785-7E15FF910D7A}"/>
                </a:ext>
              </a:extLst>
            </p:cNvPr>
            <p:cNvSpPr/>
            <p:nvPr/>
          </p:nvSpPr>
          <p:spPr>
            <a:xfrm>
              <a:off x="9916997" y="1109048"/>
              <a:ext cx="1173522" cy="2624675"/>
            </a:xfrm>
            <a:custGeom>
              <a:avLst/>
              <a:gdLst>
                <a:gd name="f0" fmla="val 10800000"/>
                <a:gd name="f1" fmla="val 5400000"/>
                <a:gd name="f2" fmla="val 360"/>
                <a:gd name="f3" fmla="val 180"/>
                <a:gd name="f4" fmla="val w"/>
                <a:gd name="f5" fmla="val h"/>
                <a:gd name="f6" fmla="val 0"/>
                <a:gd name="f7" fmla="val 369"/>
                <a:gd name="f8" fmla="val 826"/>
                <a:gd name="f9" fmla="val 294"/>
                <a:gd name="f10" fmla="val 28"/>
                <a:gd name="f11" fmla="val 203"/>
                <a:gd name="f12" fmla="val 146"/>
                <a:gd name="f13" fmla="val 26"/>
                <a:gd name="f14" fmla="val 141"/>
                <a:gd name="f15" fmla="val 29"/>
                <a:gd name="f16" fmla="val 137"/>
                <a:gd name="f17" fmla="val 34"/>
                <a:gd name="f18" fmla="val 40"/>
                <a:gd name="f19" fmla="val 246"/>
                <a:gd name="f20" fmla="val 247"/>
                <a:gd name="f21" fmla="val 552"/>
                <a:gd name="f22" fmla="val 569"/>
                <a:gd name="f23" fmla="val 135"/>
                <a:gd name="f24" fmla="val 584"/>
                <a:gd name="f25" fmla="val 132"/>
                <a:gd name="f26" fmla="val 598"/>
                <a:gd name="f27" fmla="val 129"/>
                <a:gd name="f28" fmla="val 612"/>
                <a:gd name="f29" fmla="val 124"/>
                <a:gd name="f30" fmla="val 624"/>
                <a:gd name="f31" fmla="val 115"/>
                <a:gd name="f32" fmla="val 635"/>
                <a:gd name="f33" fmla="val 107"/>
                <a:gd name="f34" fmla="val 645"/>
                <a:gd name="f35" fmla="val 95"/>
                <a:gd name="f36" fmla="val 654"/>
                <a:gd name="f37" fmla="val 80"/>
                <a:gd name="f38" fmla="val 661"/>
                <a:gd name="f39" fmla="val 55"/>
                <a:gd name="f40" fmla="val 672"/>
                <a:gd name="f41" fmla="val 15"/>
                <a:gd name="f42" fmla="val 675"/>
                <a:gd name="f43" fmla="val 5"/>
                <a:gd name="f44" fmla="val 676"/>
                <a:gd name="f45" fmla="val 4"/>
                <a:gd name="f46" fmla="val 686"/>
                <a:gd name="f47" fmla="val 758"/>
                <a:gd name="f48" fmla="val 781"/>
                <a:gd name="f49" fmla="val 6"/>
                <a:gd name="f50" fmla="val 824"/>
                <a:gd name="f51" fmla="val 148"/>
                <a:gd name="f52" fmla="val 167"/>
                <a:gd name="f53" fmla="val 821"/>
                <a:gd name="f54" fmla="val 189"/>
                <a:gd name="f55" fmla="val 816"/>
                <a:gd name="f56" fmla="val 210"/>
                <a:gd name="f57" fmla="val 811"/>
                <a:gd name="f58" fmla="val 232"/>
                <a:gd name="f59" fmla="val 802"/>
                <a:gd name="f60" fmla="val 253"/>
                <a:gd name="f61" fmla="val 789"/>
                <a:gd name="f62" fmla="val 275"/>
                <a:gd name="f63" fmla="val 777"/>
                <a:gd name="f64" fmla="val 760"/>
                <a:gd name="f65" fmla="val 311"/>
                <a:gd name="f66" fmla="val 740"/>
                <a:gd name="f67" fmla="val 329"/>
                <a:gd name="f68" fmla="val 720"/>
                <a:gd name="f69" fmla="val 341"/>
                <a:gd name="f70" fmla="val 694"/>
                <a:gd name="f71" fmla="val 350"/>
                <a:gd name="f72" fmla="val 664"/>
                <a:gd name="f73" fmla="val 355"/>
                <a:gd name="f74" fmla="val 358"/>
                <a:gd name="f75" fmla="val 623"/>
                <a:gd name="f76" fmla="val 361"/>
                <a:gd name="f77" fmla="val 574"/>
                <a:gd name="f78" fmla="val 362"/>
                <a:gd name="f79" fmla="val 553"/>
                <a:gd name="f80" fmla="val 536"/>
                <a:gd name="f81" fmla="val 51"/>
                <a:gd name="f82" fmla="+- 0 0 -90"/>
                <a:gd name="f83" fmla="*/ f4 1 369"/>
                <a:gd name="f84" fmla="*/ f5 1 826"/>
                <a:gd name="f85" fmla="+- f8 0 f6"/>
                <a:gd name="f86" fmla="+- f7 0 f6"/>
                <a:gd name="f87" fmla="*/ f82 f0 1"/>
                <a:gd name="f88" fmla="*/ f86 1 369"/>
                <a:gd name="f89" fmla="*/ f85 1 826"/>
                <a:gd name="f90" fmla="*/ 294 f86 1"/>
                <a:gd name="f91" fmla="*/ 28 f85 1"/>
                <a:gd name="f92" fmla="*/ 146 f86 1"/>
                <a:gd name="f93" fmla="*/ 26 f85 1"/>
                <a:gd name="f94" fmla="*/ 137 f86 1"/>
                <a:gd name="f95" fmla="*/ 40 f85 1"/>
                <a:gd name="f96" fmla="*/ 246 f85 1"/>
                <a:gd name="f97" fmla="*/ 247 f85 1"/>
                <a:gd name="f98" fmla="*/ 552 f85 1"/>
                <a:gd name="f99" fmla="*/ 132 f86 1"/>
                <a:gd name="f100" fmla="*/ 598 f85 1"/>
                <a:gd name="f101" fmla="*/ 115 f86 1"/>
                <a:gd name="f102" fmla="*/ 635 f85 1"/>
                <a:gd name="f103" fmla="*/ 80 f86 1"/>
                <a:gd name="f104" fmla="*/ 661 f85 1"/>
                <a:gd name="f105" fmla="*/ 15 f86 1"/>
                <a:gd name="f106" fmla="*/ 675 f85 1"/>
                <a:gd name="f107" fmla="*/ 4 f86 1"/>
                <a:gd name="f108" fmla="*/ 686 f85 1"/>
                <a:gd name="f109" fmla="*/ 781 f85 1"/>
                <a:gd name="f110" fmla="*/ 824 f85 1"/>
                <a:gd name="f111" fmla="*/ 189 f86 1"/>
                <a:gd name="f112" fmla="*/ 816 f85 1"/>
                <a:gd name="f113" fmla="*/ 253 f86 1"/>
                <a:gd name="f114" fmla="*/ 789 f85 1"/>
                <a:gd name="f115" fmla="*/ 311 f86 1"/>
                <a:gd name="f116" fmla="*/ 740 f85 1"/>
                <a:gd name="f117" fmla="*/ 350 f86 1"/>
                <a:gd name="f118" fmla="*/ 664 f85 1"/>
                <a:gd name="f119" fmla="*/ 360 f86 1"/>
                <a:gd name="f120" fmla="*/ 362 f86 1"/>
                <a:gd name="f121" fmla="*/ 536 f85 1"/>
                <a:gd name="f122" fmla="*/ 141 f85 1"/>
                <a:gd name="f123" fmla="*/ f87 1 f3"/>
                <a:gd name="f124" fmla="*/ f90 1 369"/>
                <a:gd name="f125" fmla="*/ f91 1 826"/>
                <a:gd name="f126" fmla="*/ f92 1 369"/>
                <a:gd name="f127" fmla="*/ f93 1 826"/>
                <a:gd name="f128" fmla="*/ f94 1 369"/>
                <a:gd name="f129" fmla="*/ f95 1 826"/>
                <a:gd name="f130" fmla="*/ f96 1 826"/>
                <a:gd name="f131" fmla="*/ f97 1 826"/>
                <a:gd name="f132" fmla="*/ f98 1 826"/>
                <a:gd name="f133" fmla="*/ f99 1 369"/>
                <a:gd name="f134" fmla="*/ f100 1 826"/>
                <a:gd name="f135" fmla="*/ f101 1 369"/>
                <a:gd name="f136" fmla="*/ f102 1 826"/>
                <a:gd name="f137" fmla="*/ f103 1 369"/>
                <a:gd name="f138" fmla="*/ f104 1 826"/>
                <a:gd name="f139" fmla="*/ f105 1 369"/>
                <a:gd name="f140" fmla="*/ f106 1 826"/>
                <a:gd name="f141" fmla="*/ f107 1 369"/>
                <a:gd name="f142" fmla="*/ f108 1 826"/>
                <a:gd name="f143" fmla="*/ f109 1 826"/>
                <a:gd name="f144" fmla="*/ f110 1 826"/>
                <a:gd name="f145" fmla="*/ f111 1 369"/>
                <a:gd name="f146" fmla="*/ f112 1 826"/>
                <a:gd name="f147" fmla="*/ f113 1 369"/>
                <a:gd name="f148" fmla="*/ f114 1 826"/>
                <a:gd name="f149" fmla="*/ f115 1 369"/>
                <a:gd name="f150" fmla="*/ f116 1 826"/>
                <a:gd name="f151" fmla="*/ f117 1 369"/>
                <a:gd name="f152" fmla="*/ f118 1 826"/>
                <a:gd name="f153" fmla="*/ f119 1 369"/>
                <a:gd name="f154" fmla="*/ f120 1 369"/>
                <a:gd name="f155" fmla="*/ f121 1 826"/>
                <a:gd name="f156" fmla="*/ f122 1 826"/>
                <a:gd name="f157" fmla="*/ 0 1 f88"/>
                <a:gd name="f158" fmla="*/ f7 1 f88"/>
                <a:gd name="f159" fmla="*/ 0 1 f89"/>
                <a:gd name="f160" fmla="*/ f8 1 f89"/>
                <a:gd name="f161" fmla="+- f123 0 f1"/>
                <a:gd name="f162" fmla="*/ f124 1 f88"/>
                <a:gd name="f163" fmla="*/ f125 1 f89"/>
                <a:gd name="f164" fmla="*/ f126 1 f88"/>
                <a:gd name="f165" fmla="*/ f127 1 f89"/>
                <a:gd name="f166" fmla="*/ f128 1 f88"/>
                <a:gd name="f167" fmla="*/ f129 1 f89"/>
                <a:gd name="f168" fmla="*/ f130 1 f89"/>
                <a:gd name="f169" fmla="*/ f131 1 f89"/>
                <a:gd name="f170" fmla="*/ f132 1 f89"/>
                <a:gd name="f171" fmla="*/ f133 1 f88"/>
                <a:gd name="f172" fmla="*/ f134 1 f89"/>
                <a:gd name="f173" fmla="*/ f135 1 f88"/>
                <a:gd name="f174" fmla="*/ f136 1 f89"/>
                <a:gd name="f175" fmla="*/ f137 1 f88"/>
                <a:gd name="f176" fmla="*/ f138 1 f89"/>
                <a:gd name="f177" fmla="*/ f139 1 f88"/>
                <a:gd name="f178" fmla="*/ f140 1 f89"/>
                <a:gd name="f179" fmla="*/ f141 1 f88"/>
                <a:gd name="f180" fmla="*/ f142 1 f89"/>
                <a:gd name="f181" fmla="*/ f143 1 f89"/>
                <a:gd name="f182" fmla="*/ f144 1 f89"/>
                <a:gd name="f183" fmla="*/ f145 1 f88"/>
                <a:gd name="f184" fmla="*/ f146 1 f89"/>
                <a:gd name="f185" fmla="*/ f147 1 f88"/>
                <a:gd name="f186" fmla="*/ f148 1 f89"/>
                <a:gd name="f187" fmla="*/ f149 1 f88"/>
                <a:gd name="f188" fmla="*/ f150 1 f89"/>
                <a:gd name="f189" fmla="*/ f151 1 f88"/>
                <a:gd name="f190" fmla="*/ f152 1 f89"/>
                <a:gd name="f191" fmla="*/ f153 1 f88"/>
                <a:gd name="f192" fmla="*/ f154 1 f88"/>
                <a:gd name="f193" fmla="*/ f155 1 f89"/>
                <a:gd name="f194" fmla="*/ f156 1 f89"/>
                <a:gd name="f195" fmla="*/ f157 f83 1"/>
                <a:gd name="f196" fmla="*/ f158 f83 1"/>
                <a:gd name="f197" fmla="*/ f160 f84 1"/>
                <a:gd name="f198" fmla="*/ f159 f84 1"/>
                <a:gd name="f199" fmla="*/ f162 f83 1"/>
                <a:gd name="f200" fmla="*/ f163 f84 1"/>
                <a:gd name="f201" fmla="*/ f164 f83 1"/>
                <a:gd name="f202" fmla="*/ f165 f84 1"/>
                <a:gd name="f203" fmla="*/ f166 f83 1"/>
                <a:gd name="f204" fmla="*/ f167 f84 1"/>
                <a:gd name="f205" fmla="*/ f168 f84 1"/>
                <a:gd name="f206" fmla="*/ f169 f84 1"/>
                <a:gd name="f207" fmla="*/ f170 f84 1"/>
                <a:gd name="f208" fmla="*/ f171 f83 1"/>
                <a:gd name="f209" fmla="*/ f172 f84 1"/>
                <a:gd name="f210" fmla="*/ f173 f83 1"/>
                <a:gd name="f211" fmla="*/ f174 f84 1"/>
                <a:gd name="f212" fmla="*/ f175 f83 1"/>
                <a:gd name="f213" fmla="*/ f176 f84 1"/>
                <a:gd name="f214" fmla="*/ f177 f83 1"/>
                <a:gd name="f215" fmla="*/ f178 f84 1"/>
                <a:gd name="f216" fmla="*/ f179 f83 1"/>
                <a:gd name="f217" fmla="*/ f180 f84 1"/>
                <a:gd name="f218" fmla="*/ f181 f84 1"/>
                <a:gd name="f219" fmla="*/ f182 f84 1"/>
                <a:gd name="f220" fmla="*/ f183 f83 1"/>
                <a:gd name="f221" fmla="*/ f184 f84 1"/>
                <a:gd name="f222" fmla="*/ f185 f83 1"/>
                <a:gd name="f223" fmla="*/ f186 f84 1"/>
                <a:gd name="f224" fmla="*/ f187 f83 1"/>
                <a:gd name="f225" fmla="*/ f188 f84 1"/>
                <a:gd name="f226" fmla="*/ f189 f83 1"/>
                <a:gd name="f227" fmla="*/ f190 f84 1"/>
                <a:gd name="f228" fmla="*/ f191 f83 1"/>
                <a:gd name="f229" fmla="*/ f192 f83 1"/>
                <a:gd name="f230" fmla="*/ f193 f84 1"/>
                <a:gd name="f231" fmla="*/ f194 f8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61">
                  <a:pos x="f199" y="f200"/>
                </a:cxn>
                <a:cxn ang="f161">
                  <a:pos x="f201" y="f202"/>
                </a:cxn>
                <a:cxn ang="f161">
                  <a:pos x="f203" y="f204"/>
                </a:cxn>
                <a:cxn ang="f161">
                  <a:pos x="f203" y="f204"/>
                </a:cxn>
                <a:cxn ang="f161">
                  <a:pos x="f203" y="f205"/>
                </a:cxn>
                <a:cxn ang="f161">
                  <a:pos x="f203" y="f206"/>
                </a:cxn>
                <a:cxn ang="f161">
                  <a:pos x="f203" y="f207"/>
                </a:cxn>
                <a:cxn ang="f161">
                  <a:pos x="f208" y="f209"/>
                </a:cxn>
                <a:cxn ang="f161">
                  <a:pos x="f210" y="f211"/>
                </a:cxn>
                <a:cxn ang="f161">
                  <a:pos x="f212" y="f213"/>
                </a:cxn>
                <a:cxn ang="f161">
                  <a:pos x="f214" y="f215"/>
                </a:cxn>
                <a:cxn ang="f161">
                  <a:pos x="f216" y="f217"/>
                </a:cxn>
                <a:cxn ang="f161">
                  <a:pos x="f216" y="f218"/>
                </a:cxn>
                <a:cxn ang="f161">
                  <a:pos x="f208" y="f219"/>
                </a:cxn>
                <a:cxn ang="f161">
                  <a:pos x="f220" y="f221"/>
                </a:cxn>
                <a:cxn ang="f161">
                  <a:pos x="f222" y="f223"/>
                </a:cxn>
                <a:cxn ang="f161">
                  <a:pos x="f224" y="f225"/>
                </a:cxn>
                <a:cxn ang="f161">
                  <a:pos x="f226" y="f227"/>
                </a:cxn>
                <a:cxn ang="f161">
                  <a:pos x="f228" y="f209"/>
                </a:cxn>
                <a:cxn ang="f161">
                  <a:pos x="f229" y="f230"/>
                </a:cxn>
                <a:cxn ang="f161">
                  <a:pos x="f229" y="f231"/>
                </a:cxn>
                <a:cxn ang="f161">
                  <a:pos x="f199" y="f200"/>
                </a:cxn>
              </a:cxnLst>
              <a:rect l="f195" t="f198" r="f196" b="f197"/>
              <a:pathLst>
                <a:path w="369" h="826">
                  <a:moveTo>
                    <a:pt x="f9" y="f10"/>
                  </a:moveTo>
                  <a:cubicBezTo>
                    <a:pt x="f11" y="f6"/>
                    <a:pt x="f12" y="f13"/>
                    <a:pt x="f12" y="f13"/>
                  </a:cubicBezTo>
                  <a:cubicBezTo>
                    <a:pt x="f14" y="f15"/>
                    <a:pt x="f16" y="f17"/>
                    <a:pt x="f16" y="f18"/>
                  </a:cubicBezTo>
                  <a:cubicBezTo>
                    <a:pt x="f16" y="f18"/>
                    <a:pt x="f16" y="f18"/>
                    <a:pt x="f16" y="f18"/>
                  </a:cubicBezTo>
                  <a:cubicBezTo>
                    <a:pt x="f16" y="f19"/>
                    <a:pt x="f16" y="f19"/>
                    <a:pt x="f16" y="f19"/>
                  </a:cubicBezTo>
                  <a:cubicBezTo>
                    <a:pt x="f16" y="f19"/>
                    <a:pt x="f16" y="f20"/>
                    <a:pt x="f16" y="f20"/>
                  </a:cubicBezTo>
                  <a:cubicBezTo>
                    <a:pt x="f16" y="f21"/>
                    <a:pt x="f16" y="f21"/>
                    <a:pt x="f16" y="f21"/>
                  </a:cubicBezTo>
                  <a:cubicBezTo>
                    <a:pt x="f16" y="f22"/>
                    <a:pt x="f23" y="f24"/>
                    <a:pt x="f25" y="f26"/>
                  </a:cubicBezTo>
                  <a:cubicBezTo>
                    <a:pt x="f27" y="f28"/>
                    <a:pt x="f29" y="f30"/>
                    <a:pt x="f31" y="f32"/>
                  </a:cubicBezTo>
                  <a:cubicBezTo>
                    <a:pt x="f33" y="f34"/>
                    <a:pt x="f35" y="f36"/>
                    <a:pt x="f37" y="f38"/>
                  </a:cubicBezTo>
                  <a:cubicBezTo>
                    <a:pt x="f37" y="f38"/>
                    <a:pt x="f39" y="f40"/>
                    <a:pt x="f41" y="f42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5" y="f46"/>
                    <a:pt x="f6" y="f47"/>
                    <a:pt x="f45" y="f48"/>
                  </a:cubicBezTo>
                  <a:cubicBezTo>
                    <a:pt x="f49" y="f8"/>
                    <a:pt x="f25" y="f50"/>
                    <a:pt x="f25" y="f50"/>
                  </a:cubicBezTo>
                  <a:cubicBezTo>
                    <a:pt x="f51" y="f50"/>
                    <a:pt x="f52" y="f53"/>
                    <a:pt x="f54" y="f55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9" y="f64"/>
                    <a:pt x="f65" y="f66"/>
                  </a:cubicBezTo>
                  <a:cubicBezTo>
                    <a:pt x="f67" y="f68"/>
                    <a:pt x="f69" y="f70"/>
                    <a:pt x="f71" y="f72"/>
                  </a:cubicBezTo>
                  <a:cubicBezTo>
                    <a:pt x="f73" y="f34"/>
                    <a:pt x="f74" y="f75"/>
                    <a:pt x="f2" y="f26"/>
                  </a:cubicBezTo>
                  <a:cubicBezTo>
                    <a:pt x="f76" y="f77"/>
                    <a:pt x="f78" y="f79"/>
                    <a:pt x="f78" y="f80"/>
                  </a:cubicBezTo>
                  <a:cubicBezTo>
                    <a:pt x="f78" y="f14"/>
                    <a:pt x="f78" y="f14"/>
                    <a:pt x="f78" y="f14"/>
                  </a:cubicBezTo>
                  <a:cubicBezTo>
                    <a:pt x="f78" y="f14"/>
                    <a:pt x="f7" y="f81"/>
                    <a:pt x="f9" y="f10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1" name="TextBox 15">
            <a:extLst>
              <a:ext uri="{FF2B5EF4-FFF2-40B4-BE49-F238E27FC236}">
                <a16:creationId xmlns:a16="http://schemas.microsoft.com/office/drawing/2014/main" id="{3C705C6F-1E94-3D54-BA75-6A38868350CE}"/>
              </a:ext>
            </a:extLst>
          </p:cNvPr>
          <p:cNvSpPr txBox="1"/>
          <p:nvPr/>
        </p:nvSpPr>
        <p:spPr>
          <a:xfrm>
            <a:off x="12191996" y="3410556"/>
            <a:ext cx="2480803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Use Format Background </a:t>
            </a:r>
            <a:b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</a:b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to change the image fill</a:t>
            </a: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466501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B3623-D522-4E76-FEA3-00B921A81F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939" y="2435678"/>
            <a:ext cx="5036460" cy="4240895"/>
          </a:xfrm>
        </p:spPr>
        <p:txBody>
          <a:bodyPr anchor="b"/>
          <a:lstStyle>
            <a:lvl1pPr>
              <a:lnSpc>
                <a:spcPct val="70000"/>
              </a:lnSpc>
              <a:defRPr sz="9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3296814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Boing Fon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69A3222-84FF-96B0-E72C-804C528BB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39" y="4492127"/>
            <a:ext cx="3398157" cy="187451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9257024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19930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96C6A-F3B0-333C-0042-2D427A3AE04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F3E4A1-B078-DC24-5252-0722F585E2F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71886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" y="0"/>
            <a:ext cx="12192903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800"/>
            </a:p>
          </p:txBody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62579" y="1811864"/>
            <a:ext cx="7078488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2579" y="3598328"/>
            <a:ext cx="7078488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7223" y="5054602"/>
            <a:ext cx="897701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62579" y="5054602"/>
            <a:ext cx="5419813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9757" y="5054602"/>
            <a:ext cx="551311" cy="279400"/>
          </a:xfrm>
        </p:spPr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3101" y="3471329"/>
            <a:ext cx="68174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66158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0299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4620" y="1641413"/>
            <a:ext cx="8794045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4620" y="3734860"/>
            <a:ext cx="8794045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04622" y="3599392"/>
            <a:ext cx="87940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86632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9155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3536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6850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7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9157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109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109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41" name="Straight Connector 40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33081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4" y="915338"/>
            <a:ext cx="9064980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02317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48428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388534"/>
            <a:ext cx="3382397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3417" y="982133"/>
            <a:ext cx="514071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3" y="3031065"/>
            <a:ext cx="338239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704621" y="2912533"/>
            <a:ext cx="311145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14320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883832"/>
            <a:ext cx="4842936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759" y="1032933"/>
            <a:ext cx="3905951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4" y="3255432"/>
            <a:ext cx="4842935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52381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4815415"/>
            <a:ext cx="9064979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8347" y="1032934"/>
            <a:ext cx="9455309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5" y="5382153"/>
            <a:ext cx="9064979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08442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06873"/>
            <a:ext cx="9064979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275666"/>
            <a:ext cx="9064981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1" y="4140199"/>
            <a:ext cx="88085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52933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1" y="982132"/>
            <a:ext cx="8533667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33600" y="3352800"/>
            <a:ext cx="7857064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1" y="4343401"/>
            <a:ext cx="9064984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1133293" y="905362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78005" y="2827870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704622" y="4140199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52368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9" y="3308581"/>
            <a:ext cx="9064971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8" y="4777381"/>
            <a:ext cx="9064973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8631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222" y="982132"/>
            <a:ext cx="8433557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639312"/>
            <a:ext cx="9064973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529667"/>
            <a:ext cx="9064981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1170747" y="896895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9729" y="260772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704622" y="342900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44392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982132"/>
            <a:ext cx="9064979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566160"/>
            <a:ext cx="9064973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5" y="4470401"/>
            <a:ext cx="9064979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6" y="3429000"/>
            <a:ext cx="88085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458647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4" y="2490136"/>
            <a:ext cx="9064981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80856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906993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75556" y="906874"/>
            <a:ext cx="2158573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7" y="906874"/>
            <a:ext cx="6554012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327349" y="906874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31814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CB273-FA87-7A3F-8C65-8D399BFA2E4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914400" y="2130423"/>
            <a:ext cx="10363196" cy="147002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5A9A9B-6743-C0A9-B8D4-45ECC3738A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396" cy="1752603"/>
          </a:xfrm>
        </p:spPr>
        <p:txBody>
          <a:bodyPr anchorCtr="1"/>
          <a:lstStyle>
            <a:lvl1pPr marL="0" indent="0" algn="ctr">
              <a:buNone/>
              <a:defRPr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94728433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04DB2-AEF5-FA68-AD5D-DC416CEA438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4DD38-7548-CB47-0457-718913B0282F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353597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D2C6-324D-E87D-F770-C0A370B85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3082" y="4406905"/>
            <a:ext cx="10363196" cy="1362071"/>
          </a:xfrm>
        </p:spPr>
        <p:txBody>
          <a:bodyPr anchor="t" anchorCtr="0"/>
          <a:lstStyle>
            <a:lvl1pPr algn="l">
              <a:defRPr sz="4000" b="1" cap="all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D7232-1988-7A6A-FF97-767830DD65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3082" y="2906713"/>
            <a:ext cx="10363196" cy="1500182"/>
          </a:xfrm>
        </p:spPr>
        <p:txBody>
          <a:bodyPr anchor="b"/>
          <a:lstStyle>
            <a:lvl1pPr marL="0" indent="0">
              <a:spcBef>
                <a:spcPts val="500"/>
              </a:spcBef>
              <a:buNone/>
              <a:defRPr sz="20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596950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8CAA4-EB8A-3861-65E8-BF5305451CA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9538D-76A6-D3DB-5612-4089D86A77A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09603" y="1600200"/>
            <a:ext cx="5384801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BD446-9109-6665-3EC0-E3A9E4D5654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97602" y="1600200"/>
            <a:ext cx="5384801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085968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969AD-071B-1607-48F6-6463F68FFB3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15351-E1A6-9C65-E50E-D7B6E6AA44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3" y="1535113"/>
            <a:ext cx="5386913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91B4C-7C3D-872D-FD33-890988AFC59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09603" y="2174872"/>
            <a:ext cx="5386913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C72F5C-9483-95D4-D9B6-93E41141E1EA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4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561FBE-8B77-B88A-0989-D02209167070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93368" y="2174872"/>
            <a:ext cx="5389034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2905397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74CD3-F78C-5C0E-5F9D-DE90B2840D1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602725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6246805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BE841-3D85-E398-AC91-63A45AFD25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3" y="273048"/>
            <a:ext cx="4011079" cy="1162046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C1C70-843B-E9CF-0B74-9824E4CA97E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766730" y="273048"/>
            <a:ext cx="6815672" cy="585311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2E528C-1978-18AC-ECD6-E6EDF8409A2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09603" y="1435105"/>
            <a:ext cx="4011079" cy="46910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376950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20E22-186E-04EB-DC96-C7F137F515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89720" y="4800600"/>
            <a:ext cx="7315200" cy="566735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1E461D-F8D9-F0F4-31FF-D616AE1332A2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2389720" y="612776"/>
            <a:ext cx="7315200" cy="4114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B2458D-0CBF-9501-DA6E-EB4E5768761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389720" y="5367335"/>
            <a:ext cx="7315200" cy="8048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66322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5A22C-8BF9-576D-C7CB-D2909D55EED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54C73B-7C24-F600-9C21-B4F1AF72096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6533402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D9E81D-45BD-1469-2436-CE0B6C554BD8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839203" y="274640"/>
            <a:ext cx="2743200" cy="5851529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42D4A7-4F02-CD87-649F-A6E810AAA1C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609603" y="274640"/>
            <a:ext cx="8026402" cy="585152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116413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65E47FBA-8F3D-E2D7-86B5-096785FDB1E2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val f5"/>
              <a:gd name="f29" fmla="val f6"/>
              <a:gd name="f30" fmla="val f7"/>
              <a:gd name="f31" fmla="*/ f25 f0 1"/>
              <a:gd name="f32" fmla="+- f30 0 f28"/>
              <a:gd name="f33" fmla="+- f29 0 f28"/>
              <a:gd name="f34" fmla="*/ f31 1 f2"/>
              <a:gd name="f35" fmla="*/ f33 1 5867"/>
              <a:gd name="f36" fmla="*/ f32 1 4320"/>
              <a:gd name="f37" fmla="*/ 0 f33 1"/>
              <a:gd name="f38" fmla="*/ 0 f32 1"/>
              <a:gd name="f39" fmla="*/ 4320 f32 1"/>
              <a:gd name="f40" fmla="*/ 3187 f33 1"/>
              <a:gd name="f41" fmla="*/ 4630 f33 1"/>
              <a:gd name="f42" fmla="*/ 3063 f32 1"/>
              <a:gd name="f43" fmla="*/ 5669 f33 1"/>
              <a:gd name="f44" fmla="*/ 1003 f32 1"/>
              <a:gd name="f45" fmla="*/ 5867 f33 1"/>
              <a:gd name="f46" fmla="+- f34 0 f1"/>
              <a:gd name="f47" fmla="*/ f37 1 5867"/>
              <a:gd name="f48" fmla="*/ f38 1 4320"/>
              <a:gd name="f49" fmla="*/ f39 1 4320"/>
              <a:gd name="f50" fmla="*/ f40 1 5867"/>
              <a:gd name="f51" fmla="*/ f41 1 5867"/>
              <a:gd name="f52" fmla="*/ f42 1 4320"/>
              <a:gd name="f53" fmla="*/ f43 1 5867"/>
              <a:gd name="f54" fmla="*/ f44 1 4320"/>
              <a:gd name="f55" fmla="*/ f45 1 5867"/>
              <a:gd name="f56" fmla="*/ 0 1 f35"/>
              <a:gd name="f57" fmla="*/ f29 1 f35"/>
              <a:gd name="f58" fmla="*/ 0 1 f36"/>
              <a:gd name="f59" fmla="*/ f30 1 f36"/>
              <a:gd name="f60" fmla="*/ f47 1 f35"/>
              <a:gd name="f61" fmla="*/ f48 1 f36"/>
              <a:gd name="f62" fmla="*/ f49 1 f36"/>
              <a:gd name="f63" fmla="*/ f50 1 f35"/>
              <a:gd name="f64" fmla="*/ f51 1 f35"/>
              <a:gd name="f65" fmla="*/ f52 1 f36"/>
              <a:gd name="f66" fmla="*/ f53 1 f35"/>
              <a:gd name="f67" fmla="*/ f54 1 f36"/>
              <a:gd name="f68" fmla="*/ f55 1 f35"/>
              <a:gd name="f69" fmla="*/ f56 f26 1"/>
              <a:gd name="f70" fmla="*/ f57 f26 1"/>
              <a:gd name="f71" fmla="*/ f59 f27 1"/>
              <a:gd name="f72" fmla="*/ f58 f27 1"/>
              <a:gd name="f73" fmla="*/ f60 f26 1"/>
              <a:gd name="f74" fmla="*/ f61 f27 1"/>
              <a:gd name="f75" fmla="*/ f62 f27 1"/>
              <a:gd name="f76" fmla="*/ f63 f26 1"/>
              <a:gd name="f77" fmla="*/ f64 f26 1"/>
              <a:gd name="f78" fmla="*/ f65 f27 1"/>
              <a:gd name="f79" fmla="*/ f66 f26 1"/>
              <a:gd name="f80" fmla="*/ f67 f27 1"/>
              <a:gd name="f81" fmla="*/ f68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6">
                <a:pos x="f73" y="f74"/>
              </a:cxn>
              <a:cxn ang="f46">
                <a:pos x="f73" y="f75"/>
              </a:cxn>
              <a:cxn ang="f46">
                <a:pos x="f76" y="f75"/>
              </a:cxn>
              <a:cxn ang="f46">
                <a:pos x="f77" y="f78"/>
              </a:cxn>
              <a:cxn ang="f46">
                <a:pos x="f79" y="f80"/>
              </a:cxn>
              <a:cxn ang="f46">
                <a:pos x="f81" y="f74"/>
              </a:cxn>
              <a:cxn ang="f46">
                <a:pos x="f73" y="f74"/>
              </a:cxn>
            </a:cxnLst>
            <a:rect l="f69" t="f72" r="f70" b="f71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85587" tIns="42793" rIns="85587" bIns="42793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216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985913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10DACD-8814-0719-1B69-9449D528892C}"/>
              </a:ext>
            </a:extLst>
          </p:cNvPr>
          <p:cNvSpPr txBox="1"/>
          <p:nvPr userDrawn="1"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endParaRPr lang="en-GB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14054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9B3DB-352F-706E-8396-0711973F3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E9CEE-9788-9CFC-0336-41C2CB077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4505C-8BFE-C23C-2BE8-8711C164B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CA3FC-B7B5-E571-025A-6EDC9BF2F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13495-7196-BF3A-8E94-4A35AF044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135464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C883E-B324-7614-E832-C8FA2D5A5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B83D1-CFEB-F699-FF61-2316C10D9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B53EF-1B82-5CE0-D770-2336D9576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D1C29-FB7A-BB28-E384-E661FFB55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6A9A7-1A6F-0DEF-01C0-8B7B83A4C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1333262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52047-70A9-2D03-B647-5755581C3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D41D4-1C56-BDF8-CE04-C033D2CD35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F20ED-6B10-8F9B-AE53-52CD7841A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D7184-18A0-6EC7-844C-686E30267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511A2-4C74-9DA0-018F-0C795015B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53FAE-C6F5-C793-AD81-1CA00D35F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178798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A29F0-653F-18E0-7165-5BA5CBD70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531B5-C7D5-3028-F0DE-22D69F8F4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3AE1F-7338-7490-95D4-33B43B8D0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59247F-082A-4DFF-738D-532D897478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3DC79B-5F2E-88CD-B76C-26C869E5AA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C74FD9-C453-092D-9379-790EB54BB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FE4956-089C-EEE1-ED87-881BAC043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61FA7B-C31E-8DD6-BE30-38EFB4E90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572287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EFEC7-FF5F-613C-8EB4-03C7D28FB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FC07DA-2C83-3C92-FD27-8C2CBFCAC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0AE1B4-7E6D-3D72-9F28-4F589DB42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D5769-5FED-8793-7595-C4E06636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8619314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05C7F6-48E4-6E5F-449C-B03F87DBD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61A2DD-00B4-3FB2-E6AF-B353EED32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DF081-2407-6DEE-130A-E934151F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409762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67CFD-9EDB-36E2-FCBA-EE29ACA3A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02714-CC7D-A7DB-195D-7D2A34569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1C133-6122-3853-524C-1458A27ED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CC213-218B-DDB2-F22F-BDE4BC501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64279-F92D-0D8A-0360-CE20484CE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B332DB-71CF-DB6A-F8B6-9852B35F6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6061411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9EE78-AB8B-956C-3C03-ADF393494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7CD64F-E49D-6173-6DE6-ABF43C437A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74FFCF-DFE5-7E94-53DF-C626B0B8A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489CA-698D-AC35-07C6-A26CF27E5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43135-74F2-4FFE-96BB-ED357421E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BCDAC-B253-7FC6-1E11-7C77EB46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5746133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D9922-FA9D-383D-A19C-1670E04BF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10FFC-07BA-368E-8BEF-5F9AD4558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EFD48-A5EE-EB7B-2461-575DDF3EF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E48C6-ED81-B3B2-92AE-AF25ECBC6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1B257-1A5B-C712-6D80-E569B0558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8234492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57DC50-9430-8F55-3F8C-079680426C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9CD0E4-FF02-5A2E-BCCE-E5DEEEB29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E451A-2FD6-F62A-87A7-402F00CBB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E098B-CA21-3CC7-B4DE-2D294CBAF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4A002-EF22-9AD8-50CB-BDE5AB8FA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781579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36097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901078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7336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16192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20020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32007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135214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03243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51265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755894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687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3.xml"/><Relationship Id="rId16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8.xml"/><Relationship Id="rId6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Relationship Id="rId9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1.xml"/><Relationship Id="rId14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5.xml"/><Relationship Id="rId5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7.xml"/><Relationship Id="rId7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9.xml"/><Relationship Id="rId19" Type="http://schemas.openxmlformats.org/officeDocument/2006/relationships/slideLayout" Target="../slideLayouts/slideLayout80.xml"/><Relationship Id="rId20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2.xml"/><Relationship Id="rId22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4.xml"/><Relationship Id="rId2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1.xml"/><Relationship Id="rId8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5.xml"/><Relationship Id="rId12" Type="http://schemas.openxmlformats.org/officeDocument/2006/relationships/slideLayout" Target="../slideLayouts/slideLayout96.xml"/><Relationship Id="rId13" Type="http://schemas.openxmlformats.org/officeDocument/2006/relationships/slideLayout" Target="../slideLayouts/slideLayout97.xml"/><Relationship Id="rId14" Type="http://schemas.openxmlformats.org/officeDocument/2006/relationships/slideLayout" Target="../slideLayouts/slideLayout98.xml"/><Relationship Id="rId15" Type="http://schemas.openxmlformats.org/officeDocument/2006/relationships/slideLayout" Target="../slideLayouts/slideLayout99.xml"/><Relationship Id="rId16" Type="http://schemas.openxmlformats.org/officeDocument/2006/relationships/slideLayout" Target="../slideLayouts/slideLayout100.xml"/><Relationship Id="rId17" Type="http://schemas.openxmlformats.org/officeDocument/2006/relationships/slideLayout" Target="../slideLayouts/slideLayout101.xml"/><Relationship Id="rId18" Type="http://schemas.openxmlformats.org/officeDocument/2006/relationships/theme" Target="../theme/theme7.xml"/><Relationship Id="rId19" Type="http://schemas.openxmlformats.org/officeDocument/2006/relationships/image" Target="../media/image17.png"/><Relationship Id="rId20" Type="http://schemas.openxmlformats.org/officeDocument/2006/relationships/image" Target="../media/image18.pn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2.xml"/><Relationship Id="rId12" Type="http://schemas.openxmlformats.org/officeDocument/2006/relationships/slideLayout" Target="../slideLayouts/slideLayout113.xml"/><Relationship Id="rId13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slideLayout" Target="../slideLayouts/slideLayout115.xml"/><Relationship Id="rId3" Type="http://schemas.openxmlformats.org/officeDocument/2006/relationships/slideLayout" Target="../slideLayouts/slideLayout116.xml"/><Relationship Id="rId4" Type="http://schemas.openxmlformats.org/officeDocument/2006/relationships/slideLayout" Target="../slideLayouts/slideLayout117.xml"/><Relationship Id="rId5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19.xml"/><Relationship Id="rId7" Type="http://schemas.openxmlformats.org/officeDocument/2006/relationships/slideLayout" Target="../slideLayouts/slideLayout120.xml"/><Relationship Id="rId8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2.xml"/><Relationship Id="rId10" Type="http://schemas.openxmlformats.org/officeDocument/2006/relationships/slideLayout" Target="../slideLayouts/slideLayout123.xml"/><Relationship Id="rId11" Type="http://schemas.openxmlformats.org/officeDocument/2006/relationships/slideLayout" Target="../slideLayouts/slideLayout124.xml"/><Relationship Id="rId12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theme" Target="../theme/theme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360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319" y="274638"/>
            <a:ext cx="82317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600201"/>
            <a:ext cx="823174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5366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EDC453-280C-4DD0-B691-565117EA1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CAEDA-7F8E-5DD1-5615-9122A76CB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F4B92-0338-8496-2BC9-D78BC35A9F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1C1FB-97D8-32C1-4E03-B90A99350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F0401-86B8-B0E1-5F2E-8EFCFE719B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A026B6-5CDD-4028-AFCB-F4401504F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216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470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845" r:id="rId3"/>
    <p:sldLayoutId id="2147483846" r:id="rId4"/>
    <p:sldLayoutId id="2147483847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38B0F-09FD-DDC6-3B63-8AF09C35E3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EAB06-2AFE-2C12-1BB4-384FC380BC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F2E60-03D8-275F-2BA8-6EFAE3CF267E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721A0-E937-50F8-C798-8EB0BC6D85A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6C06C-A904-8DD7-8829-D1021B6DFDE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8B930FF2-ADD6-48BA-B740-C81F3D772E11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940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</p:sldLayoutIdLst>
  <p:hf sldNum="0" hdr="0" ft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F3E944-12FC-1DA6-1A82-9D447DBA04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10928808" cy="111283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45720" anchor="t" anchorCtr="0" compatLnSpc="1">
            <a:noAutofit/>
          </a:bodyPr>
          <a:lstStyle/>
          <a:p>
            <a:pPr lvl="0"/>
            <a:r>
              <a:rPr lang="en-US"/>
              <a:t>Project objectives 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742FB-3438-9D79-D6FF-4410846F7C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1594" y="1904996"/>
            <a:ext cx="7521799" cy="427196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45720" anchor="t" anchorCtr="0" compatLnSpc="1">
            <a:normAutofit/>
          </a:bodyPr>
          <a:lstStyle/>
          <a:p>
            <a:pPr lvl="0"/>
            <a:r>
              <a:rPr lang="en-US"/>
              <a:t>Bullet Tier 1: Lorum Ipsum lluptatem qui rectas event, conseni maximi, quo iur suntionse pos estrum,</a:t>
            </a:r>
          </a:p>
          <a:p>
            <a:pPr lvl="0"/>
            <a:r>
              <a:rPr lang="en-US"/>
              <a:t>Bullet Tier 1: Lorum Ipsum lluptatem qui rectas event, conseni maximi, quo iur suntionse pos estrum,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9">
            <a:extLst>
              <a:ext uri="{FF2B5EF4-FFF2-40B4-BE49-F238E27FC236}">
                <a16:creationId xmlns:a16="http://schemas.microsoft.com/office/drawing/2014/main" id="{052D5BE6-22DB-72DF-3E35-DA9381B8BD4C}"/>
              </a:ext>
            </a:extLst>
          </p:cNvPr>
          <p:cNvCxnSpPr/>
          <p:nvPr/>
        </p:nvCxnSpPr>
        <p:spPr>
          <a:xfrm>
            <a:off x="631594" y="540465"/>
            <a:ext cx="10928808" cy="0"/>
          </a:xfrm>
          <a:prstGeom prst="straightConnector1">
            <a:avLst/>
          </a:prstGeom>
          <a:noFill/>
          <a:ln w="25402" cap="rnd">
            <a:solidFill>
              <a:srgbClr val="26CAD3"/>
            </a:solidFill>
            <a:custDash>
              <a:ds d="300000" sp="0"/>
            </a:custDash>
            <a:miter/>
          </a:ln>
        </p:spPr>
      </p:cxnSp>
    </p:spTree>
    <p:extLst>
      <p:ext uri="{BB962C8B-B14F-4D97-AF65-F5344CB8AC3E}">
        <p14:creationId xmlns:p14="http://schemas.microsoft.com/office/powerpoint/2010/main" val="2055019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  <p:sldLayoutId id="2147483781" r:id="rId15"/>
    <p:sldLayoutId id="2147483782" r:id="rId16"/>
    <p:sldLayoutId id="2147483783" r:id="rId17"/>
    <p:sldLayoutId id="2147483784" r:id="rId18"/>
    <p:sldLayoutId id="2147483785" r:id="rId19"/>
    <p:sldLayoutId id="2147483786" r:id="rId20"/>
    <p:sldLayoutId id="2147483787" r:id="rId21"/>
    <p:sldLayoutId id="2147483788" r:id="rId22"/>
    <p:sldLayoutId id="2147483789" r:id="rId23"/>
  </p:sldLayoutIdLst>
  <p:hf sldNum="0" hdr="0" ft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3300" b="1" i="0" u="none" strike="noStrike" kern="1200" cap="none" spc="0" baseline="0">
          <a:solidFill>
            <a:srgbClr val="00667D"/>
          </a:solidFill>
          <a:uFillTx/>
          <a:latin typeface="Calibri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1pPr>
      <a:lvl2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2pPr>
      <a:lvl3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3pPr>
      <a:lvl4pPr marL="228600" marR="0" lvl="1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4pPr>
      <a:lvl5pPr marL="228600" marR="0" lvl="2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" y="0"/>
            <a:ext cx="12203289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800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2490136"/>
            <a:ext cx="9064981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75561" y="5960533"/>
            <a:ext cx="1531044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9154" y="5960533"/>
            <a:ext cx="680622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06788" y="5960533"/>
            <a:ext cx="52734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195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  <p:sldLayoutId id="2147483804" r:id="rId14"/>
    <p:sldLayoutId id="2147483805" r:id="rId15"/>
    <p:sldLayoutId id="2147483806" r:id="rId16"/>
    <p:sldLayoutId id="2147483807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3F1F9C-7792-BD09-4C73-B4A1A4E789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3" y="27464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21CB9-F3C8-E76B-9B8A-09616928C9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3" y="1600200"/>
            <a:ext cx="10972800" cy="45259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D8D3E-1A37-301F-3BC2-E33102DFC5F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609603" y="6356351"/>
            <a:ext cx="2844798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E8C35-9AE9-964C-69AE-27F457B2CA8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165604" y="6356351"/>
            <a:ext cx="3860797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4B10F-C4BA-27CE-B2D2-A397B9B92D2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737604" y="6356351"/>
            <a:ext cx="2844798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7C0417AA-12A0-48A3-8BAE-748AB937367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05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</p:sldLayoutIdLst>
  <p:hf sldNum="0" hdr="0" ftr="0" dt="0"/>
  <p:txStyles>
    <p:titleStyle>
      <a:lvl1pPr marL="0" marR="0" lvl="0" indent="0" algn="ctr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</p:titleStyle>
    <p:bodyStyle>
      <a:lvl1pPr marL="342900" marR="0" lvl="0" indent="-342900" algn="l" defTabSz="914400" rtl="0" fontAlgn="auto" hangingPunct="1">
        <a:lnSpc>
          <a:spcPct val="100000"/>
        </a:lnSpc>
        <a:spcBef>
          <a:spcPts val="800"/>
        </a:spcBef>
        <a:spcAft>
          <a:spcPts val="0"/>
        </a:spcAft>
        <a:buSzPct val="100000"/>
        <a:buFont typeface="Arial" pitchFamily="34"/>
        <a:buChar char="•"/>
        <a:tabLst/>
        <a:defRPr lang="en-US" sz="32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742950" marR="0" lvl="1" indent="-285750" algn="l" defTabSz="914400" rtl="0" fontAlgn="auto" hangingPunct="1">
        <a:lnSpc>
          <a:spcPct val="100000"/>
        </a:lnSpc>
        <a:spcBef>
          <a:spcPts val="700"/>
        </a:spcBef>
        <a:spcAft>
          <a:spcPts val="0"/>
        </a:spcAft>
        <a:buSzPct val="100000"/>
        <a:buFont typeface="Arial" pitchFamily="34"/>
        <a:buChar char="–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100000"/>
        </a:lnSpc>
        <a:spcBef>
          <a:spcPts val="6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–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»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97F74F-2C97-CAAE-BFFE-4AB59C9B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AF5D8-44DC-3827-A81A-50B2DBA02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2394A-11AC-CA11-C367-46C0A3EB20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EDFE8-6F24-013F-2D13-36B268B2DF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4227F-37C6-3D08-364F-3CB3C3C6E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6269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20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139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40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14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42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43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44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145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46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47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48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149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50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138.jpe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3.xml"/><Relationship Id="rId3" Type="http://schemas.openxmlformats.org/officeDocument/2006/relationships/diagramData" Target="../diagrams/data8.xml"/><Relationship Id="rId4" Type="http://schemas.openxmlformats.org/officeDocument/2006/relationships/diagramLayout" Target="../diagrams/layout8.xml"/><Relationship Id="rId5" Type="http://schemas.openxmlformats.org/officeDocument/2006/relationships/diagramQuickStyle" Target="../diagrams/quickStyle8.xml"/><Relationship Id="rId6" Type="http://schemas.openxmlformats.org/officeDocument/2006/relationships/diagramColors" Target="../diagrams/colors8.xml"/><Relationship Id="rId7" Type="http://schemas.microsoft.com/office/2007/relationships/diagramDrawing" Target="../diagrams/drawing8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55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56.png"/></Relationships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37940BB-FBC4-492E-BD92-3B7B914D0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46CB429-4723-EC95-CDF9-D02568081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3988" y="320041"/>
            <a:ext cx="6707084" cy="3892668"/>
          </a:xfrm>
        </p:spPr>
        <p:txBody>
          <a:bodyPr>
            <a:normAutofit/>
          </a:bodyPr>
          <a:lstStyle/>
          <a:p>
            <a:pPr algn="l"/>
            <a:r>
              <a:rPr lang="en-US" sz="6600" dirty="0"/>
              <a:t>Thermal Control (KMC)</a:t>
            </a:r>
            <a:endParaRPr lang="en-IN" sz="6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4F078D-85B7-178C-05C8-DAB8C1CBB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71" y="320040"/>
            <a:ext cx="3938106" cy="5899785"/>
          </a:xfrm>
          <a:prstGeom prst="rect">
            <a:avLst/>
          </a:prstGeom>
        </p:spPr>
      </p:pic>
      <p:sp>
        <p:nvSpPr>
          <p:cNvPr id="1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3987" y="4409267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06CA5D-5060-A476-A1B8-3414FCA7C087}"/>
              </a:ext>
            </a:extLst>
          </p:cNvPr>
          <p:cNvSpPr txBox="1"/>
          <p:nvPr/>
        </p:nvSpPr>
        <p:spPr>
          <a:xfrm>
            <a:off x="7247005" y="5231851"/>
            <a:ext cx="4550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Topic: 3 </a:t>
            </a:r>
          </a:p>
        </p:txBody>
      </p:sp>
    </p:spTree>
    <p:extLst>
      <p:ext uri="{BB962C8B-B14F-4D97-AF65-F5344CB8AC3E}">
        <p14:creationId xmlns:p14="http://schemas.microsoft.com/office/powerpoint/2010/main" val="4244881451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6EA78A-1FC3-1942-4C38-37B0D2F8B1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06E56BB-C8E6-4F70-B8BF-921C4912D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97716"/>
            <a:ext cx="12192000" cy="64008"/>
          </a:xfrm>
          <a:prstGeom prst="rect">
            <a:avLst/>
          </a:prstGeom>
          <a:solidFill>
            <a:schemeClr val="tx2">
              <a:lumMod val="50000"/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643316-AB20-4DD1-8578-B5D7F033C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61952" y="3396997"/>
            <a:ext cx="6858002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2113151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F6FACE-DD02-E883-FB8C-79F0EA0894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072" name="Slide Background">
            <a:extLst>
              <a:ext uri="{FF2B5EF4-FFF2-40B4-BE49-F238E27FC236}">
                <a16:creationId xmlns:a16="http://schemas.microsoft.com/office/drawing/2014/main" id="{924D84CD-5280-4B52-B96E-8EDAA2B20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 useBgFill="1">
        <p:nvSpPr>
          <p:cNvPr id="44073" name="Rectangle 44072">
            <a:extLst>
              <a:ext uri="{FF2B5EF4-FFF2-40B4-BE49-F238E27FC236}">
                <a16:creationId xmlns:a16="http://schemas.microsoft.com/office/drawing/2014/main" id="{6BC8DD5A-2177-6753-E2F9-C07A00190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2901" y="274104"/>
            <a:ext cx="9906199" cy="1157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defRPr/>
            </a:pPr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ASSESSMENT OF TEMPERATURE BY TOUCH</a:t>
            </a:r>
          </a:p>
        </p:txBody>
      </p:sp>
      <p:graphicFrame>
        <p:nvGraphicFramePr>
          <p:cNvPr id="44063" name="Group 31"/>
          <p:cNvGraphicFramePr>
            <a:graphicFrameLocks noGrp="1"/>
          </p:cNvGraphicFramePr>
          <p:nvPr>
            <p:ph sz="half" idx="2"/>
          </p:nvPr>
        </p:nvGraphicFramePr>
        <p:xfrm>
          <a:off x="1799079" y="2488429"/>
          <a:ext cx="8593844" cy="3143252"/>
        </p:xfrm>
        <a:graphic>
          <a:graphicData uri="http://schemas.openxmlformats.org/drawingml/2006/table">
            <a:tbl>
              <a:tblPr/>
              <a:tblGrid>
                <a:gridCol w="3025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1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7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384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3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4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alibri" pitchFamily="34" charset="0"/>
                          <a:cs typeface="Arial" charset="0"/>
                        </a:rPr>
                        <a:t>Feel by touch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3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4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alibri" pitchFamily="34" charset="0"/>
                          <a:cs typeface="Arial" charset="0"/>
                        </a:rPr>
                        <a:t>    Trunk</a:t>
                      </a:r>
                    </a:p>
                  </a:txBody>
                  <a:tcPr marL="94298" marR="94298" marT="47149" marB="471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3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4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alibri" pitchFamily="34" charset="0"/>
                          <a:cs typeface="Arial" charset="0"/>
                        </a:rPr>
                        <a:t>Feel by touch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3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4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alibri" pitchFamily="34" charset="0"/>
                          <a:cs typeface="Arial" charset="0"/>
                        </a:rPr>
                        <a:t>  Extremities</a:t>
                      </a:r>
                    </a:p>
                  </a:txBody>
                  <a:tcPr marL="94298" marR="94298" marT="47149" marB="471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3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4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alibri" pitchFamily="34" charset="0"/>
                          <a:cs typeface="Arial" charset="0"/>
                        </a:rPr>
                        <a:t>Interpretation</a:t>
                      </a:r>
                    </a:p>
                  </a:txBody>
                  <a:tcPr marL="94298" marR="94298" marT="47149" marB="471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49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Palatino Linotype" pitchFamily="18" charset="0"/>
                          <a:cs typeface="Arial" charset="0"/>
                        </a:rPr>
                        <a:t>Warm</a:t>
                      </a:r>
                    </a:p>
                  </a:txBody>
                  <a:tcPr marL="94298" marR="94298" marT="47149" marB="471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Palatino Linotype" pitchFamily="18" charset="0"/>
                          <a:cs typeface="Arial" charset="0"/>
                        </a:rPr>
                        <a:t>Warm</a:t>
                      </a:r>
                    </a:p>
                  </a:txBody>
                  <a:tcPr marL="94298" marR="94298" marT="47149" marB="471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Palatino Linotype" pitchFamily="18" charset="0"/>
                          <a:cs typeface="Arial" charset="0"/>
                        </a:rPr>
                        <a:t>Normal</a:t>
                      </a:r>
                    </a:p>
                  </a:txBody>
                  <a:tcPr marL="94298" marR="94298" marT="47149" marB="471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49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Palatino Linotype" pitchFamily="18" charset="0"/>
                          <a:cs typeface="Arial" charset="0"/>
                        </a:rPr>
                        <a:t>Warm</a:t>
                      </a:r>
                    </a:p>
                  </a:txBody>
                  <a:tcPr marL="94298" marR="94298" marT="47149" marB="471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Palatino Linotype" pitchFamily="18" charset="0"/>
                          <a:cs typeface="Arial" charset="0"/>
                        </a:rPr>
                        <a:t>Cold</a:t>
                      </a:r>
                    </a:p>
                  </a:txBody>
                  <a:tcPr marL="94298" marR="94298" marT="47149" marB="471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Palatino Linotype" pitchFamily="18" charset="0"/>
                          <a:cs typeface="Arial" charset="0"/>
                        </a:rPr>
                        <a:t>Cold stress</a:t>
                      </a:r>
                    </a:p>
                  </a:txBody>
                  <a:tcPr marL="94298" marR="94298" marT="47149" marB="471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49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Palatino Linotype" pitchFamily="18" charset="0"/>
                          <a:cs typeface="Arial" charset="0"/>
                        </a:rPr>
                        <a:t>Cold</a:t>
                      </a:r>
                    </a:p>
                  </a:txBody>
                  <a:tcPr marL="94298" marR="94298" marT="47149" marB="471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Palatino Linotype" pitchFamily="18" charset="0"/>
                          <a:cs typeface="Arial" charset="0"/>
                        </a:rPr>
                        <a:t>Cold</a:t>
                      </a:r>
                    </a:p>
                  </a:txBody>
                  <a:tcPr marL="94298" marR="94298" marT="47149" marB="471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Palatino Linotype" pitchFamily="18" charset="0"/>
                          <a:cs typeface="Arial" charset="0"/>
                        </a:rPr>
                        <a:t>Hypothermia</a:t>
                      </a:r>
                    </a:p>
                  </a:txBody>
                  <a:tcPr marL="94298" marR="94298" marT="47149" marB="471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C24B90-9D2E-ADA6-837A-A93E41F71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132684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D18064-007B-39D7-AF36-CA3409AC5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851074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86AEDA-A43B-76EA-AAA1-95312521C3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697268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584" name="Rectangle 24583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Wrapping and covering a baby</a:t>
            </a:r>
          </a:p>
        </p:txBody>
      </p:sp>
      <p:sp>
        <p:nvSpPr>
          <p:cNvPr id="24586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4579" name="Picture 4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0040" y="2867550"/>
            <a:ext cx="11548872" cy="311819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903A24-C148-2584-71A1-402C6B9D71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355441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3ACD0F0-98B8-8C76-C701-BC2DEC90E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932072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46D62C-75FD-0F90-0BA0-D56C61FB2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394045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776" name="Rectangle 32775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Kangaroo positioning</a:t>
            </a:r>
          </a:p>
        </p:txBody>
      </p:sp>
      <p:sp>
        <p:nvSpPr>
          <p:cNvPr id="32778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2771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71714" y="640080"/>
            <a:ext cx="6379779" cy="555040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2133600" y="1524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 pitchFamily="18" charset="0"/>
                <a:ea typeface="+mn-ea"/>
                <a:cs typeface="+mn-cs"/>
              </a:rPr>
              <a:t>THE KANGAROO METHOD</a:t>
            </a:r>
          </a:p>
        </p:txBody>
      </p:sp>
      <p:sp>
        <p:nvSpPr>
          <p:cNvPr id="2052" name="Rectangle 3"/>
          <p:cNvSpPr>
            <a:spLocks noChangeArrowheads="1"/>
          </p:cNvSpPr>
          <p:nvPr/>
        </p:nvSpPr>
        <p:spPr bwMode="auto">
          <a:xfrm>
            <a:off x="1828800" y="1676400"/>
            <a:ext cx="83820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2053" name="Rectangle 4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graphicFrame>
        <p:nvGraphicFramePr>
          <p:cNvPr id="2050" name="Object 5"/>
          <p:cNvGraphicFramePr>
            <a:graphicFrameLocks noChangeAspect="1"/>
          </p:cNvGraphicFramePr>
          <p:nvPr/>
        </p:nvGraphicFramePr>
        <p:xfrm>
          <a:off x="2636838" y="1524001"/>
          <a:ext cx="6831012" cy="341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7685714" imgH="3419952" progId="">
                  <p:embed/>
                </p:oleObj>
              </mc:Choice>
              <mc:Fallback>
                <p:oleObj name="Photo Editor Photo" r:id="rId3" imgW="7685714" imgH="3419952" progId="">
                  <p:embed/>
                  <p:pic>
                    <p:nvPicPr>
                      <p:cNvPr id="205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6838" y="1524001"/>
                        <a:ext cx="6831012" cy="341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2209800" y="5181600"/>
            <a:ext cx="3810000" cy="457200"/>
          </a:xfrm>
          <a:prstGeom prst="rect">
            <a:avLst/>
          </a:prstGeom>
          <a:solidFill>
            <a:srgbClr val="0099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Place baby in this position</a:t>
            </a: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6172200" y="5181600"/>
            <a:ext cx="3733800" cy="457200"/>
          </a:xfrm>
          <a:prstGeom prst="rect">
            <a:avLst/>
          </a:prstGeom>
          <a:solidFill>
            <a:srgbClr val="0099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Then cover with clothes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68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 useBgFill="1">
        <p:nvSpPr>
          <p:cNvPr id="71691" name="Rectangle 7169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GB" sz="4000" b="1">
                <a:effectLst/>
                <a:latin typeface="Calibri" pitchFamily="34" charset="0"/>
              </a:rPr>
              <a:t>Monitoring</a:t>
            </a:r>
            <a:r>
              <a:rPr lang="en-US" sz="4000">
                <a:effectLst/>
                <a:latin typeface="Calibri" pitchFamily="34" charset="0"/>
              </a:rPr>
              <a:t> 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indent="22225">
              <a:buNone/>
              <a:defRPr/>
            </a:pPr>
            <a:r>
              <a:rPr lang="en-GB" sz="2400" b="1" i="1" dirty="0"/>
              <a:t>Ensure that baby's neck is not too flexed or too extended, breathing is normal, and feet and hands are warm during KMC</a:t>
            </a:r>
            <a:endParaRPr lang="en-US" sz="2400" b="1" i="1" dirty="0"/>
          </a:p>
        </p:txBody>
      </p:sp>
      <p:pic>
        <p:nvPicPr>
          <p:cNvPr id="71685" name="Picture 71684">
            <a:extLst>
              <a:ext uri="{FF2B5EF4-FFF2-40B4-BE49-F238E27FC236}">
                <a16:creationId xmlns:a16="http://schemas.microsoft.com/office/drawing/2014/main" id="{7D0A2458-E39F-C015-A759-83007C3229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607" r="22337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713" name="Rectangle 7271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2715" name="Rectangle 7271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2717" name="Rectangle 7271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2719" name="Rectangle 7271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eaLnBrk="1" hangingPunct="1">
              <a:defRPr/>
            </a:pPr>
            <a:r>
              <a:rPr lang="en-GB" sz="2800">
                <a:solidFill>
                  <a:srgbClr val="FFFFFF"/>
                </a:solidFill>
                <a:latin typeface="Calibri" pitchFamily="34" charset="0"/>
              </a:rPr>
              <a:t> </a:t>
            </a:r>
            <a:r>
              <a:rPr lang="en-GB" sz="2800" b="1">
                <a:solidFill>
                  <a:srgbClr val="FFFFFF"/>
                </a:solidFill>
                <a:latin typeface="Calibri" pitchFamily="34" charset="0"/>
              </a:rPr>
              <a:t>Duration of KMC</a:t>
            </a:r>
            <a:br>
              <a:rPr lang="en-GB" sz="2800">
                <a:solidFill>
                  <a:srgbClr val="FFFFFF"/>
                </a:solidFill>
                <a:latin typeface="Calibri" pitchFamily="34" charset="0"/>
              </a:rPr>
            </a:br>
            <a:endParaRPr lang="en-US" sz="2800">
              <a:solidFill>
                <a:srgbClr val="FFFFFF"/>
              </a:solidFill>
              <a:latin typeface="Calibri" pitchFamily="34" charset="0"/>
            </a:endParaRPr>
          </a:p>
        </p:txBody>
      </p:sp>
      <p:graphicFrame>
        <p:nvGraphicFramePr>
          <p:cNvPr id="72709" name="Rectangle 3">
            <a:extLst>
              <a:ext uri="{FF2B5EF4-FFF2-40B4-BE49-F238E27FC236}">
                <a16:creationId xmlns:a16="http://schemas.microsoft.com/office/drawing/2014/main" id="{BB4F1457-0DB7-3EDE-97B7-2CB834361C3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46314" y="2112579"/>
          <a:ext cx="11125571" cy="42773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2F97FF-2A5B-F623-9037-2EBB284A2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744473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400C75-2BE2-19A6-B67F-4895576052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30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9068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22.3.7802"/>
  <p:tag name="SLIDO_PRESENTATION_ID" val="cea41368-b299-453a-86ac-367c32b5efe9"/>
  <p:tag name="SLIDO_EVENT_UUID" val="fcad33ae-25be-4cda-ad67-3ccd05ff2cd6"/>
  <p:tag name="SLIDO_EVENT_SECTION_UUID" val="e20e75c6-e565-4309-bef2-b02a4dc93b90"/>
</p:tagLst>
</file>

<file path=ppt/theme/_rels/them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6.jpeg"/></Relationships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Jhpiego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8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9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B684FDF-ECB5-4D95-AD9B-F7E3763E2B16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2370</TotalTime>
  <Words>23516</Words>
  <Application>Microsoft Office PowerPoint</Application>
  <PresentationFormat>Widescreen</PresentationFormat>
  <Paragraphs>4491</Paragraphs>
  <Slides>380</Slides>
  <Notes>89</Notes>
  <HiddenSlides>0</HiddenSlides>
  <MMClips>0</MMClips>
  <ScaleCrop>false</ScaleCrop>
  <HeadingPairs>
    <vt:vector size="4" baseType="variant">
      <vt:variant>
        <vt:lpstr>Theme</vt:lpstr>
      </vt:variant>
      <vt:variant>
        <vt:i4>10</vt:i4>
      </vt:variant>
      <vt:variant>
        <vt:lpstr>Slide Titles</vt:lpstr>
      </vt:variant>
      <vt:variant>
        <vt:i4>380</vt:i4>
      </vt:variant>
    </vt:vector>
  </HeadingPairs>
  <TitlesOfParts>
    <vt:vector size="390" baseType="lpstr">
      <vt:lpstr>Office 2013 - 2022 Theme</vt:lpstr>
      <vt:lpstr>Office Theme</vt:lpstr>
      <vt:lpstr>1_Office Theme</vt:lpstr>
      <vt:lpstr>2_Office Theme</vt:lpstr>
      <vt:lpstr>3_Office Theme</vt:lpstr>
      <vt:lpstr>Jhpiego Theme</vt:lpstr>
      <vt:lpstr>Organic</vt:lpstr>
      <vt:lpstr>5_Office Theme</vt:lpstr>
      <vt:lpstr>6_Office Theme</vt:lpstr>
      <vt:lpstr>7_Office Theme</vt:lpstr>
      <vt:lpstr>DAY : 1 </vt:lpstr>
      <vt:lpstr>Maternal Health</vt:lpstr>
      <vt:lpstr>PowerPoint Presentation</vt:lpstr>
      <vt:lpstr>Importance of diagnosing hypertensive disorders of pregnancy</vt:lpstr>
      <vt:lpstr>Effects of high BP on mother  and child during pregnancy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Iron deficiency Anemia in Pregnancy </vt:lpstr>
      <vt:lpstr> What is Anaemia ?</vt:lpstr>
      <vt:lpstr>Grades of anaemia in pregnancy </vt:lpstr>
      <vt:lpstr>PowerPoint Presentation</vt:lpstr>
      <vt:lpstr>Symptoms of Severe Anaemia</vt:lpstr>
      <vt:lpstr>Signs of severe Anaemia</vt:lpstr>
      <vt:lpstr>Diagnostic equipment for Anemia</vt:lpstr>
      <vt:lpstr>Methods of diagnosis</vt:lpstr>
      <vt:lpstr>What is FCM </vt:lpstr>
      <vt:lpstr>Indications for FCM </vt:lpstr>
      <vt:lpstr>Contraindications for FCM </vt:lpstr>
      <vt:lpstr>Comparison between Iron Sucrose and FCM …1</vt:lpstr>
      <vt:lpstr>Comparison between Iron Sucrose and FCM …2</vt:lpstr>
      <vt:lpstr>Dose Calculation of FCM </vt:lpstr>
      <vt:lpstr>Administration of FCM </vt:lpstr>
      <vt:lpstr>Precautions for FCM administration </vt:lpstr>
      <vt:lpstr>Management of adverse events following FCM administration</vt:lpstr>
      <vt:lpstr>FOLLOW UP ACTIONS AFTER ADMINISTRATION</vt:lpstr>
      <vt:lpstr>PowerPoint Presentation</vt:lpstr>
      <vt:lpstr>PowerPoint Presentation</vt:lpstr>
      <vt:lpstr>PowerPoint Presentation</vt:lpstr>
      <vt:lpstr>    Effects of GDM on Pregnant Woman and Newborn</vt:lpstr>
      <vt:lpstr>PowerPoint Presentation</vt:lpstr>
      <vt:lpstr>Consideration for GDM Screening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Medical Nutrition Therapy</vt:lpstr>
      <vt:lpstr>Management of GDM – Physical Exercise (contd.)</vt:lpstr>
      <vt:lpstr>PowerPoint Presentation</vt:lpstr>
      <vt:lpstr>PowerPoint Presentation</vt:lpstr>
      <vt:lpstr>Hypothyroidism and its significance during pregnancy</vt:lpstr>
      <vt:lpstr>Diagnostic equipment for Hypothyroidism</vt:lpstr>
      <vt:lpstr>Adverse effects of untreated hypothyroidism in mother and fetus/newborn</vt:lpstr>
      <vt:lpstr>Magnitude of the problem and target population</vt:lpstr>
      <vt:lpstr>PowerPoint Presentation</vt:lpstr>
      <vt:lpstr>Diagnostic criteria in pregnancy</vt:lpstr>
      <vt:lpstr>PowerPoint Presentation</vt:lpstr>
      <vt:lpstr>PowerPoint Presentation</vt:lpstr>
      <vt:lpstr>PowerPoint Presentation</vt:lpstr>
      <vt:lpstr>Effect of SCD  on Mother and Baby</vt:lpstr>
      <vt:lpstr>High Performance Liquid Chromatography</vt:lpstr>
      <vt:lpstr>PowerPoint Presentation</vt:lpstr>
      <vt:lpstr>Prevention and Management of SCD</vt:lpstr>
      <vt:lpstr>Assessment prior to conception/First visit post conception:</vt:lpstr>
      <vt:lpstr>Management of Sickle cell disease during Antenatal period</vt:lpstr>
      <vt:lpstr>Medications and Monitoring</vt:lpstr>
      <vt:lpstr>Management of Sickle cell disease during Antenatal period</vt:lpstr>
      <vt:lpstr>Management of Sickle cell disease during Antenatal period</vt:lpstr>
      <vt:lpstr>Diagnostic Test of Sickle Cell</vt:lpstr>
      <vt:lpstr>Modalities of screening, treatment and management</vt:lpstr>
      <vt:lpstr>Modalities of screening, treatment and management</vt:lpstr>
      <vt:lpstr>Modalities of screening, treatment and management</vt:lpstr>
      <vt:lpstr>Management of Sickle cell disease in 2nd &amp; 3rd trimester </vt:lpstr>
      <vt:lpstr>PowerPoint Presentation</vt:lpstr>
      <vt:lpstr>Acute Pain Crisis Management</vt:lpstr>
      <vt:lpstr>Mode and timing of delivery</vt:lpstr>
      <vt:lpstr>Roles &amp; Responsibilities of MO/OG</vt:lpstr>
      <vt:lpstr>PowerPoint Presentation</vt:lpstr>
      <vt:lpstr>Preterm birth - A leading cause of neonatal deaths in India</vt:lpstr>
      <vt:lpstr>PowerPoint Presentation</vt:lpstr>
      <vt:lpstr>Recognizing true labor </vt:lpstr>
      <vt:lpstr>Interventions done in mother to prevent neonatal complications:</vt:lpstr>
      <vt:lpstr>Antenatal corticosteroids</vt:lpstr>
      <vt:lpstr>When to give and when not to give ANCS</vt:lpstr>
      <vt:lpstr>PowerPoint Presentation</vt:lpstr>
      <vt:lpstr>Post partum Hemorrhage</vt:lpstr>
      <vt:lpstr>Identification of PPH</vt:lpstr>
      <vt:lpstr>PowerPoint Presentation</vt:lpstr>
      <vt:lpstr>PowerPoint Presentation</vt:lpstr>
      <vt:lpstr>PowerPoint Presentation</vt:lpstr>
      <vt:lpstr>PowerPoint Presentation</vt:lpstr>
      <vt:lpstr>Classification of hypovolemic shock</vt:lpstr>
      <vt:lpstr> Assessment of Blood Loss </vt:lpstr>
      <vt:lpstr>PowerPoint Presentation</vt:lpstr>
      <vt:lpstr>PowerPoint Presentation</vt:lpstr>
      <vt:lpstr>PowerPoint Presentation</vt:lpstr>
      <vt:lpstr>Cause Specific Management: Atonic PPH</vt:lpstr>
      <vt:lpstr>PowerPoint Presentation</vt:lpstr>
      <vt:lpstr>Bimanual Uterine Compression</vt:lpstr>
      <vt:lpstr>Compression of Abdominal Aorta</vt:lpstr>
      <vt:lpstr>Condom Tamponade</vt:lpstr>
      <vt:lpstr>PowerPoint Presentation</vt:lpstr>
      <vt:lpstr>Cause Specific Management: Tears or Trauma</vt:lpstr>
      <vt:lpstr>Key Messages</vt:lpstr>
      <vt:lpstr>PowerPoint Presentation</vt:lpstr>
      <vt:lpstr>PARTOGRAPH – CASE STUDY 1</vt:lpstr>
      <vt:lpstr>PowerPoint Presentation</vt:lpstr>
      <vt:lpstr>PARTOGRAPH – CASE STUDY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Clinical Picture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messages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Importance of Care for Newborn at Birth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Monitoring of Baby (Delivery Case-sheet)</vt:lpstr>
      <vt:lpstr>PowerPoint Presentation</vt:lpstr>
      <vt:lpstr>PowerPoint Presentation</vt:lpstr>
      <vt:lpstr>PowerPoint Presentation</vt:lpstr>
      <vt:lpstr>RoP IEC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Take Home Message</vt:lpstr>
      <vt:lpstr>Thermal Control (KMC)</vt:lpstr>
      <vt:lpstr>PowerPoint Presentation</vt:lpstr>
      <vt:lpstr>PowerPoint Presentation</vt:lpstr>
      <vt:lpstr>ASSESSMENT OF TEMPERATURE BY TOUCH</vt:lpstr>
      <vt:lpstr>PowerPoint Presentation</vt:lpstr>
      <vt:lpstr>PowerPoint Presentation</vt:lpstr>
      <vt:lpstr>PowerPoint Presentation</vt:lpstr>
      <vt:lpstr>Wrapping and covering a baby</vt:lpstr>
      <vt:lpstr>PowerPoint Presentation</vt:lpstr>
      <vt:lpstr>PowerPoint Presentation</vt:lpstr>
      <vt:lpstr>PowerPoint Presentation</vt:lpstr>
      <vt:lpstr>Kangaroo positioning</vt:lpstr>
      <vt:lpstr>PowerPoint Presentation</vt:lpstr>
      <vt:lpstr>Monitoring </vt:lpstr>
      <vt:lpstr> Duration of KMC </vt:lpstr>
      <vt:lpstr>PowerPoint Presentation</vt:lpstr>
      <vt:lpstr>PowerPoint Presentation</vt:lpstr>
      <vt:lpstr>PowerPoint Presentation</vt:lpstr>
      <vt:lpstr>PowerPoint Presentation</vt:lpstr>
      <vt:lpstr>Breast Anatomy - Structure</vt:lpstr>
      <vt:lpstr>Oxytocin Reflex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Stabilize prior to transport</vt:lpstr>
      <vt:lpstr>Communication</vt:lpstr>
      <vt:lpstr>TemperatureMaintenance as per warm chain</vt:lpstr>
      <vt:lpstr>PowerPoint Presentation</vt:lpstr>
      <vt:lpstr>PowerPoint Presentation</vt:lpstr>
      <vt:lpstr>Prevention &amp; Management of Hypoxia</vt:lpstr>
      <vt:lpstr>Danger signs of newborn</vt:lpstr>
      <vt:lpstr>PowerPoint Presentation</vt:lpstr>
      <vt:lpstr>Childhood Pneumonia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Childhood Diarrhoea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Dose of ORS in 4 hours</vt:lpstr>
      <vt:lpstr>PowerPoint Presentation</vt:lpstr>
      <vt:lpstr>When to send child home &amp; Advice</vt:lpstr>
      <vt:lpstr>PowerPoint Presentation</vt:lpstr>
      <vt:lpstr>An Over View Immunization Programme  </vt:lpstr>
      <vt:lpstr>Introduction</vt:lpstr>
      <vt:lpstr>India’s Universal Immunization Programme (UIP)</vt:lpstr>
      <vt:lpstr>Roadmap of Introduction &amp; Expansion of New Vaccines</vt:lpstr>
      <vt:lpstr>Universal Immunization Programme (Scope and Scale in Odisha)</vt:lpstr>
      <vt:lpstr>Aim and objectives of UIP </vt:lpstr>
      <vt:lpstr>Full Immunization trend ( NFHS)</vt:lpstr>
      <vt:lpstr>Concept of Full Immunization Coverage (FIC) Plus</vt:lpstr>
      <vt:lpstr>Immunization programme Component </vt:lpstr>
      <vt:lpstr>VPDs </vt:lpstr>
      <vt:lpstr>PowerPoint Presentation</vt:lpstr>
      <vt:lpstr>Sequence , Site and Route of Vaccination at birth</vt:lpstr>
      <vt:lpstr>Sequence , Site and Route of Vaccination at 6th  Week</vt:lpstr>
      <vt:lpstr>Sequence , Site and Route of Vaccination at 10th  Week</vt:lpstr>
      <vt:lpstr>Sequence , Site and Route of Vaccination at 14th  Week</vt:lpstr>
      <vt:lpstr>Sequence , Site and Route of Vaccination at 9-11th month</vt:lpstr>
      <vt:lpstr>Sequence , Site and Route of Vaccination at 16-23 months</vt:lpstr>
      <vt:lpstr>PowerPoint Presentation</vt:lpstr>
      <vt:lpstr>Syringe and needle position for Vaccination </vt:lpstr>
      <vt:lpstr>PowerPoint Presentation</vt:lpstr>
      <vt:lpstr>Sensitivity of Vaccine to heat, light and freezing  </vt:lpstr>
      <vt:lpstr>PowerPoint Presentation</vt:lpstr>
      <vt:lpstr>PowerPoint Presentation</vt:lpstr>
      <vt:lpstr>Conditioning of Ice Packs</vt:lpstr>
      <vt:lpstr>Vaccine Arrangement at RI session sites </vt:lpstr>
      <vt:lpstr>Adverse event following immunization (AEFI)</vt:lpstr>
      <vt:lpstr>WHO cause specific definition of AEFIs</vt:lpstr>
      <vt:lpstr>Recognition of Anaphylaxis</vt:lpstr>
      <vt:lpstr>Steps for Initial Management of AEFI</vt:lpstr>
      <vt:lpstr>Managing AEFI </vt:lpstr>
      <vt:lpstr>Contents of the Anaphylaxis Kit </vt:lpstr>
      <vt:lpstr>Dose of Adrenaline </vt:lpstr>
      <vt:lpstr>Difference between AEFI Kit and Anaphylaxis kit </vt:lpstr>
      <vt:lpstr> Reporting of AEFIs  </vt:lpstr>
      <vt:lpstr> Immunization Wastes Segregation </vt:lpstr>
      <vt:lpstr>Monitoring and Supervision of RI Programme </vt:lpstr>
      <vt:lpstr>Reporting and recording of RI Programme </vt:lpstr>
      <vt:lpstr>DAY 2 Programs</vt:lpstr>
      <vt:lpstr>PowerPoint Presentation</vt:lpstr>
      <vt:lpstr>PowerPoint Presentation</vt:lpstr>
      <vt:lpstr>PowerPoint Presentation</vt:lpstr>
      <vt:lpstr>Requirements at VHSND/ UHSND site</vt:lpstr>
      <vt:lpstr>PowerPoint Presentation</vt:lpstr>
      <vt:lpstr>MCP card</vt:lpstr>
      <vt:lpstr>“Guidance Note on Optimizing Post-Natal Care”</vt:lpstr>
      <vt:lpstr>Framework to identify the high-risk post-natal mother</vt:lpstr>
      <vt:lpstr>PowerPoint Presentation</vt:lpstr>
      <vt:lpstr>Reporting, Monitoring and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HRP condition in MCP card</vt:lpstr>
      <vt:lpstr>PowerPoint Presentation</vt:lpstr>
      <vt:lpstr>HRP Condition to be evaluate in 1st visit</vt:lpstr>
      <vt:lpstr>HRP Condition to be evaluate in every visit/Subsequent visit</vt:lpstr>
      <vt:lpstr>PowerPoint Presentation</vt:lpstr>
      <vt:lpstr>PowerPoint Presentation</vt:lpstr>
      <vt:lpstr>The expert committee unanimously recommended the following investigation for all ANC cases at the facility level:</vt:lpstr>
      <vt:lpstr>Following investigations are recommended for every delivery cases at the time of admission for delivery at facility:</vt:lpstr>
      <vt:lpstr>Follow up Tracking for HRP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BPCR – Complication Readiness</vt:lpstr>
      <vt:lpstr>PMSMA &amp; EPMSMA</vt:lpstr>
      <vt:lpstr>Pradhan Mantri Surakshit Matritva Abhiyan (PMSMA)/Extended PMSMA</vt:lpstr>
      <vt:lpstr>PowerPoint Presentation</vt:lpstr>
      <vt:lpstr>Features</vt:lpstr>
      <vt:lpstr>Financial Support</vt:lpstr>
      <vt:lpstr>Non-Negotiable Component</vt:lpstr>
      <vt:lpstr>Flow of Beneficiary</vt:lpstr>
      <vt:lpstr>Roles and responsibility of Health care providers</vt:lpstr>
      <vt:lpstr>List of PMSMA HRP Condition (25)</vt:lpstr>
      <vt:lpstr>Integration of MCP card and PMSMA HRP condition</vt:lpstr>
      <vt:lpstr>Integration of MCP card and PMSMA HRP condition</vt:lpstr>
      <vt:lpstr>AMLAN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Modalities for Oral IFA consumptions for all age groups</vt:lpstr>
      <vt:lpstr>PowerPoint Presentation</vt:lpstr>
      <vt:lpstr>PowerPoint Presentation</vt:lpstr>
      <vt:lpstr>PowerPoint Presentation</vt:lpstr>
      <vt:lpstr>PowerPoint Presentation</vt:lpstr>
      <vt:lpstr>Way Forward</vt:lpstr>
      <vt:lpstr> Home Based Newborn &amp; Young Child Care</vt:lpstr>
      <vt:lpstr>HBNC</vt:lpstr>
      <vt:lpstr>HBYC</vt:lpstr>
      <vt:lpstr>Skill Needed for HBNC</vt:lpstr>
      <vt:lpstr>Skill Needed for HBYC</vt:lpstr>
      <vt:lpstr>Recording</vt:lpstr>
      <vt:lpstr>SUPPLY CHAIN MANGEMENT</vt:lpstr>
      <vt:lpstr>FLOW OF INDENT</vt:lpstr>
      <vt:lpstr>ISSUE OF DRUGS</vt:lpstr>
      <vt:lpstr>INVENTORY MANAGEMENT</vt:lpstr>
      <vt:lpstr>INVENTORY MANAGEMENT</vt:lpstr>
      <vt:lpstr>BASIC PRINCIPLE </vt:lpstr>
      <vt:lpstr>Monthly Indent Calendar</vt:lpstr>
      <vt:lpstr>INVENTORY MANAGEMENT</vt:lpstr>
      <vt:lpstr>INVENTORY MANAGEMENT</vt:lpstr>
      <vt:lpstr>MONTHLY AVERAGE CONSUMPTION Ex- Tab. Pantoprazole 40 mg</vt:lpstr>
      <vt:lpstr>PowerPoint Presentation</vt:lpstr>
      <vt:lpstr>FORECASTING</vt:lpstr>
      <vt:lpstr>FORECASTING</vt:lpstr>
      <vt:lpstr>FORECASTING</vt:lpstr>
      <vt:lpstr>SMART MOVES</vt:lpstr>
      <vt:lpstr>Block Drug &amp; Therapeutics Committee (BDTC)</vt:lpstr>
      <vt:lpstr>ANNUAL PROCUREMENT PLAN</vt:lpstr>
      <vt:lpstr>STEPS INVOLVED IN PREPARATION OF AAP</vt:lpstr>
      <vt:lpstr>PowerPoint Presentation</vt:lpstr>
      <vt:lpstr>How to Rationalise Indents</vt:lpstr>
      <vt:lpstr>Role &amp; Responsibilities of  MO I/C</vt:lpstr>
      <vt:lpstr>Role &amp; Responsibilities of  Pharmacy Officer</vt:lpstr>
      <vt:lpstr> Instrument Processing </vt:lpstr>
      <vt:lpstr>PowerPoint Presentation</vt:lpstr>
      <vt:lpstr>PowerPoint Presentation</vt:lpstr>
      <vt:lpstr>Hypochlorite solution available concentration and dilution</vt:lpstr>
      <vt:lpstr>High Level disinfection/ Chemical sterilization</vt:lpstr>
      <vt:lpstr>PowerPoint Presentation</vt:lpstr>
      <vt:lpstr>PowerPoint Presentation</vt:lpstr>
      <vt:lpstr>Test Details As per Notification</vt:lpstr>
      <vt:lpstr>List of tests as per Type facility including</vt:lpstr>
      <vt:lpstr>List of tests as per Type facility including</vt:lpstr>
      <vt:lpstr>List of tests as per Type facility including</vt:lpstr>
      <vt:lpstr>List of tests as per Type facility including</vt:lpstr>
      <vt:lpstr>PowerPoint Presentation</vt:lpstr>
      <vt:lpstr>PowerPoint Presentation</vt:lpstr>
      <vt:lpstr>PowerPoint Presentation</vt:lpstr>
      <vt:lpstr>PowerPoint Presentation</vt:lpstr>
      <vt:lpstr>MDR Process</vt:lpstr>
      <vt:lpstr>CDR Process</vt:lpstr>
      <vt:lpstr>PowerPoint Presentation</vt:lpstr>
      <vt:lpstr>PowerPoint Presentation</vt:lpstr>
      <vt:lpstr>PowerPoint Presentation</vt:lpstr>
      <vt:lpstr>Dummy Data for group work </vt:lpstr>
      <vt:lpstr>Answer key </vt:lpstr>
      <vt:lpstr>Reporting &amp; Review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Maternal Health</dc:title>
  <dc:creator>Nilophor; Rudra Das</dc:creator>
  <cp:lastModifiedBy>sibasish swain</cp:lastModifiedBy>
  <cp:revision>77</cp:revision>
  <cp:lastPrinted>2026-06-06T05:30:39Z</cp:lastPrinted>
  <dcterms:created xsi:type="dcterms:W3CDTF">2026-06-03T10:15:04Z</dcterms:created>
  <dcterms:modified xsi:type="dcterms:W3CDTF">2026-08-22T11:46:46Z</dcterms:modified>
</cp:coreProperties>
</file>