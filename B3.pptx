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B3: Thermal Control / Kangaroo Mother Care (KMC)</a:t>
            </a:r>
          </a:p>
          <a:p>
            <a:r>
              <a:t>Module: Day 1 – Newborn &amp; Child Health</a:t>
            </a:r>
          </a:p>
          <a:p/>
          <a:p>
            <a:r>
              <a:t>Key content covered in source deck:</a:t>
            </a:r>
          </a:p>
          <a:p>
            <a:r>
              <a:t>- Thermal Control (KMC)</a:t>
            </a:r>
          </a:p>
          <a:p>
            <a:r>
              <a:t>- Topic: 3</a:t>
            </a:r>
          </a:p>
          <a:p>
            <a:r>
              <a:t>- ASSESSMENT OF TEMPERATURE BY TOUCH</a:t>
            </a:r>
          </a:p>
          <a:p>
            <a:r>
              <a:t>- Wrapping and covering a baby</a:t>
            </a:r>
          </a:p>
          <a:p>
            <a:r>
              <a:t>- Kangaroo positioning</a:t>
            </a:r>
          </a:p>
          <a:p>
            <a:r>
              <a:t>- THE KANGAROO METHOD</a:t>
            </a:r>
          </a:p>
          <a:p>
            <a:r>
              <a:t>- Place baby in this position</a:t>
            </a:r>
          </a:p>
          <a:p>
            <a:r>
              <a:t>- Then cover with clothes</a:t>
            </a:r>
          </a:p>
          <a:p>
            <a:r>
              <a:t>- Monitoring</a:t>
            </a:r>
          </a:p>
          <a:p>
            <a:r>
              <a:t>- Ensure that baby's neck is not too flexed or too extended, breathing is normal, and feet and hands are warm during KMC</a:t>
            </a:r>
          </a:p>
          <a:p>
            <a:r>
              <a:t>- Duration of KMC</a:t>
            </a:r>
          </a:p>
          <a:p/>
          <a:p>
            <a:r>
              <a:t>Facilitator reminder: cross-check this section against the training checklist (module_B / grp_B3)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3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NEWBORN &amp; CHILD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Thermal Control / Kangaroo Mother Care (KMC)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