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C4: RMNCH+A Field Referral Ladder (Level 1-4)</a:t>
            </a:r>
          </a:p>
          <a:p>
            <a:r>
              <a:t>Module: Day 2 – Programs &amp; Systems</a:t>
            </a:r>
          </a:p>
          <a:p/>
          <a:p>
            <a:r>
              <a:t>Key content covered in source deck:</a:t>
            </a:r>
          </a:p>
          <a:p>
            <a:r>
              <a:t>- Topic:4</a:t>
            </a:r>
          </a:p>
          <a:p>
            <a:r>
              <a:t>- HRP condition in MCP card</a:t>
            </a:r>
          </a:p>
          <a:p>
            <a:r>
              <a:t>- HRP Condition to be evaluate in 1st visit</a:t>
            </a:r>
          </a:p>
          <a:p>
            <a:r>
              <a:t>- HRP Condition to be evaluate in every visit/Subsequent visit</a:t>
            </a:r>
          </a:p>
          <a:p>
            <a:r>
              <a:t>- PMSMA and MCP card HRP alignment (1/2)</a:t>
            </a:r>
          </a:p>
          <a:p>
            <a:r>
              <a:t>- PMSMA and MCP card HRP alignment (2/2)</a:t>
            </a:r>
          </a:p>
          <a:p>
            <a:r>
              <a:t>- The expert committee unanimously recommended the following investigation for all ANC cases at the facility level:</a:t>
            </a:r>
          </a:p>
          <a:p>
            <a:r>
              <a:t>- Following investigations are recommended for every delivery cases at the time of admission for delivery at facility:</a:t>
            </a:r>
          </a:p>
          <a:p>
            <a:r>
              <a:t>- Follow up Tracking for HRP</a:t>
            </a:r>
          </a:p>
          <a:p>
            <a:r>
              <a:t>- RMNCH+A  •  FIELD REFERRAL TRAINING</a:t>
            </a:r>
          </a:p>
          <a:p>
            <a:r>
              <a:t>- Where Should She Be Managed?</a:t>
            </a:r>
          </a:p>
          <a:p>
            <a:r>
              <a:t>- A field guide to the high-risk referral ladder for pregnant and postnatal women</a:t>
            </a:r>
          </a:p>
          <a:p>
            <a:r>
              <a:t>- BEmOC</a:t>
            </a:r>
          </a:p>
          <a:p>
            <a:r>
              <a:t>- CEmONC (SDH)</a:t>
            </a:r>
          </a:p>
          <a:p>
            <a:r>
              <a:t>- CEmONC (DHH/SNCU)</a:t>
            </a:r>
          </a:p>
          <a:p>
            <a:r>
              <a:t>- Medical College</a:t>
            </a:r>
          </a:p>
          <a:p>
            <a:r>
              <a:t>- The Referral Ladder</a:t>
            </a:r>
          </a:p>
          <a:p>
            <a:r>
              <a:t>- Four facility levels, increasing capability — match the woman's risk condition to the right level</a:t>
            </a:r>
          </a:p>
          <a:p>
            <a:r>
              <a:t>- BEmOC Center</a:t>
            </a:r>
          </a:p>
          <a:p>
            <a:r>
              <a:t>- Functional CHC / DP</a:t>
            </a:r>
          </a:p>
          <a:p>
            <a:r>
              <a:t>- Increasing severity &amp; specialty need →</a:t>
            </a:r>
          </a:p>
          <a:p>
            <a:r>
              <a:t>- CEmONC Center</a:t>
            </a:r>
          </a:p>
          <a:p>
            <a:r>
              <a:t>- CHC / SDH FRU</a:t>
            </a:r>
          </a:p>
          <a:p>
            <a:r>
              <a:t>- DHH / SDH FRU with SNCU</a:t>
            </a:r>
          </a:p>
          <a:p>
            <a:r>
              <a:t>- &amp; Hospital</a:t>
            </a:r>
          </a:p>
          <a:p/>
          <a:p>
            <a:r>
              <a:t>Facilitator reminder: cross-check this section against the training checklist (module_C / grp_C4) in the KoboToolBox facilitation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4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325880"/>
            <a:ext cx="420624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DAY 2 – PROGRAMS &amp;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E0E0E0"/>
                </a:solidFill>
                <a:latin typeface="Arial"/>
              </a:defRPr>
            </a:pPr>
            <a:r>
              <a:t>Section C4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675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RMNCH+A Field Referral Ladder (Level 1-4)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CCCCC"/>
                </a:solidFill>
                <a:latin typeface="Arial"/>
              </a:defRPr>
            </a:pPr>
            <a:r>
              <a:t>Maternal &amp; Child Health Presentation – Facilitator 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