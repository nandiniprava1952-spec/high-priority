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A4: Hypothyroidism in Pregnancy</a:t>
            </a:r>
          </a:p>
          <a:p>
            <a:r>
              <a:t>Module: Day 1 – Maternal Health</a:t>
            </a:r>
          </a:p>
          <a:p/>
          <a:p>
            <a:r>
              <a:t>Key content covered in source deck:</a:t>
            </a:r>
          </a:p>
          <a:p>
            <a:r>
              <a:t>- Topic 4</a:t>
            </a:r>
          </a:p>
          <a:p>
            <a:r>
              <a:t>- Hypothyroidism and its significance during pregnancy</a:t>
            </a:r>
          </a:p>
          <a:p>
            <a:r>
              <a:t>- Hypothyroidism is decrease secretion of thyroid hormone</a:t>
            </a:r>
          </a:p>
          <a:p>
            <a:r>
              <a:t>- Primary maternal hypothyroidism: presence of elevated Thyroid Stimulating Hormone (TSH) levels during pregnancy.</a:t>
            </a:r>
          </a:p>
          <a:p>
            <a:r>
              <a:t>- Overt hypothyroidism (OH): Serum TSH (S. TSH) levels are elevated and Serum T4/Free T4 (FT4) levels are low. S. TSH≥10mIU/l is taken as OH irrespective of FT4 levels.</a:t>
            </a:r>
          </a:p>
          <a:p>
            <a:r>
              <a:t>- Subclinical (SCH): S. TSH level is elevated (≤ 10mIU/l) with normal Serum T4/FT4.</a:t>
            </a:r>
          </a:p>
          <a:p>
            <a:r>
              <a:t>- Positive thyroid antibody titers suggest autoimmune thyroid disease.</a:t>
            </a:r>
          </a:p>
          <a:p>
            <a:r>
              <a:t>- Significance during pregnancy:</a:t>
            </a:r>
          </a:p>
          <a:p>
            <a:r>
              <a:t>- The foetus is dependent on maternal trans-placental thyroid hormone supply  in the first trimester. To meet the increased demands, the thyroid hormone production increases by 50%.</a:t>
            </a:r>
          </a:p>
          <a:p>
            <a:r>
              <a:t>- Diagnostic equipment for Hypothyroidism</a:t>
            </a:r>
          </a:p>
          <a:p>
            <a:r>
              <a:t>- Serum TSH level tested at facility to be collected</a:t>
            </a:r>
          </a:p>
          <a:p>
            <a:r>
              <a:t>- if identified as HRP to be enlisted in PMSMA portal and intimated to ANM for HRP linelisting</a:t>
            </a:r>
          </a:p>
          <a:p>
            <a:r>
              <a:t>- Adverse effects of untreated hypothyroidism in mother and fetus/newborn</a:t>
            </a:r>
          </a:p>
          <a:p>
            <a:r>
              <a:t>- In mother</a:t>
            </a:r>
          </a:p>
          <a:p>
            <a:r>
              <a:t>- Miscarriages</a:t>
            </a:r>
          </a:p>
          <a:p>
            <a:r>
              <a:t>- Recurrent pregnancy losses</a:t>
            </a:r>
          </a:p>
          <a:p>
            <a:r>
              <a:t>- Anaemia</a:t>
            </a:r>
          </a:p>
          <a:p>
            <a:r>
              <a:t>- Pre-eclampsia/Eclampsia</a:t>
            </a:r>
          </a:p>
          <a:p>
            <a:r>
              <a:t>- Gestational diabetes mellitus</a:t>
            </a:r>
          </a:p>
          <a:p>
            <a:r>
              <a:t>- Abruptio placentae</a:t>
            </a:r>
          </a:p>
          <a:p>
            <a:r>
              <a:t>- Postpartum hemorrhage</a:t>
            </a:r>
          </a:p>
          <a:p>
            <a:r>
              <a:t>- Increased cesarean section due to fetal distress</a:t>
            </a:r>
          </a:p>
          <a:p>
            <a:r>
              <a:t>- Rarely myopathy and</a:t>
            </a:r>
          </a:p>
          <a:p>
            <a:r>
              <a:t>- Congestive heart failure in severe cases</a:t>
            </a:r>
          </a:p>
          <a:p>
            <a:r>
              <a:t>- In Fetus/newborn</a:t>
            </a:r>
          </a:p>
          <a:p/>
          <a:p>
            <a:r>
              <a:t>Facilitator reminder: cross-check this section against the training checklist (module_A / grp_A4)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4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1 – MATERNAL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Hypothyroidism in Pregnancy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